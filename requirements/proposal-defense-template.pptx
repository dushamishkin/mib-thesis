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3" r:id="rId3"/>
    <p:sldId id="290" r:id="rId4"/>
    <p:sldId id="292" r:id="rId5"/>
    <p:sldId id="295" r:id="rId6"/>
    <p:sldId id="289" r:id="rId7"/>
  </p:sldIdLst>
  <p:sldSz cx="12192000" cy="6858000"/>
  <p:notesSz cx="14368145" cy="993902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C50"/>
    <a:srgbClr val="CFC5A4"/>
    <a:srgbClr val="F1EFE3"/>
    <a:srgbClr val="E3C781"/>
    <a:srgbClr val="E9D89B"/>
    <a:srgbClr val="F1E5B9"/>
    <a:srgbClr val="D19F69"/>
    <a:srgbClr val="91ACB1"/>
    <a:srgbClr val="EFDDC9"/>
    <a:srgbClr val="DDB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 autoAdjust="0"/>
  </p:normalViewPr>
  <p:slideViewPr>
    <p:cSldViewPr snapToGrid="0" showGuides="1">
      <p:cViewPr varScale="1">
        <p:scale>
          <a:sx n="116" d="100"/>
          <a:sy n="116" d="100"/>
        </p:scale>
        <p:origin x="-336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130" y="9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2261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8139113" y="0"/>
            <a:ext cx="62261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00258-EE85-4523-84F8-192D7CFA81B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62261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8139113" y="9440863"/>
            <a:ext cx="62261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878FD-11E0-4CAE-8F72-FB7AD9CCF3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6226567" cy="497885"/>
          </a:xfrm>
          <a:prstGeom prst="rect">
            <a:avLst/>
          </a:prstGeom>
        </p:spPr>
        <p:txBody>
          <a:bodyPr vert="horz" lIns="44317" tIns="22159" rIns="44317" bIns="22159" rtlCol="0"/>
          <a:lstStyle>
            <a:lvl1pPr algn="l">
              <a:defRPr sz="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138806" y="2"/>
            <a:ext cx="6226567" cy="497885"/>
          </a:xfrm>
          <a:prstGeom prst="rect">
            <a:avLst/>
          </a:prstGeom>
        </p:spPr>
        <p:txBody>
          <a:bodyPr vert="horz" lIns="44317" tIns="22159" rIns="44317" bIns="22159" rtlCol="0"/>
          <a:lstStyle>
            <a:lvl1pPr algn="r">
              <a:defRPr sz="600"/>
            </a:lvl1pPr>
          </a:lstStyle>
          <a:p>
            <a:fld id="{39AFDA85-800A-478C-821D-2040ADB1725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5288" y="1243013"/>
            <a:ext cx="5957887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4317" tIns="22159" rIns="44317" bIns="2215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37080" y="4783060"/>
            <a:ext cx="11494309" cy="3914245"/>
          </a:xfrm>
          <a:prstGeom prst="rect">
            <a:avLst/>
          </a:prstGeom>
        </p:spPr>
        <p:txBody>
          <a:bodyPr vert="horz" lIns="44317" tIns="22159" rIns="44317" bIns="2215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1454"/>
            <a:ext cx="6226567" cy="497884"/>
          </a:xfrm>
          <a:prstGeom prst="rect">
            <a:avLst/>
          </a:prstGeom>
        </p:spPr>
        <p:txBody>
          <a:bodyPr vert="horz" lIns="44317" tIns="22159" rIns="44317" bIns="22159" rtlCol="0" anchor="b"/>
          <a:lstStyle>
            <a:lvl1pPr algn="l">
              <a:defRPr sz="6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138806" y="9441454"/>
            <a:ext cx="6226567" cy="497884"/>
          </a:xfrm>
          <a:prstGeom prst="rect">
            <a:avLst/>
          </a:prstGeom>
        </p:spPr>
        <p:txBody>
          <a:bodyPr vert="horz" lIns="44317" tIns="22159" rIns="44317" bIns="22159" rtlCol="0" anchor="b"/>
          <a:lstStyle>
            <a:lvl1pPr algn="r">
              <a:defRPr sz="600"/>
            </a:lvl1pPr>
          </a:lstStyle>
          <a:p>
            <a:fld id="{4DA3B333-068F-4E32-974C-50E01F177D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0" t="31059"/>
          <a:stretch>
            <a:fillRect/>
          </a:stretch>
        </p:blipFill>
        <p:spPr>
          <a:xfrm>
            <a:off x="0" y="0"/>
            <a:ext cx="12192000" cy="686440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3850030"/>
            <a:ext cx="12192000" cy="3033849"/>
          </a:xfrm>
          <a:prstGeom prst="rect">
            <a:avLst/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3838665"/>
            <a:ext cx="12192000" cy="0"/>
          </a:xfrm>
          <a:prstGeom prst="line">
            <a:avLst/>
          </a:prstGeom>
          <a:ln>
            <a:solidFill>
              <a:srgbClr val="DDB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0" y="4352838"/>
            <a:ext cx="5930536" cy="1235650"/>
          </a:xfrm>
          <a:prstGeom prst="rect">
            <a:avLst/>
          </a:prstGeom>
        </p:spPr>
      </p:pic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2539" y="4554747"/>
            <a:ext cx="5036389" cy="81088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/ </a:t>
            </a: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9549" y="5425867"/>
            <a:ext cx="2994025" cy="56949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Date /</a:t>
            </a:r>
            <a:r>
              <a:rPr lang="zh-CN" altLang="en-US" dirty="0"/>
              <a:t> 日期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E:\2020年项目文件\交大安泰\200915-公管办\要改的\ppt底-0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9" b="3584"/>
          <a:stretch>
            <a:fillRect/>
          </a:stretch>
        </p:blipFill>
        <p:spPr bwMode="auto">
          <a:xfrm>
            <a:off x="4635033" y="1604905"/>
            <a:ext cx="7556967" cy="525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E20F-F41C-4777-A0C9-7C10C28BB56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5EA6-A612-47A9-8484-DA1EB9D11E75}" type="slidenum">
              <a:rPr lang="en-US" smtClean="0"/>
            </a:fld>
            <a:endParaRPr lang="en-US"/>
          </a:p>
        </p:txBody>
      </p:sp>
      <p:pic>
        <p:nvPicPr>
          <p:cNvPr id="28" name="Picture 27" descr="A close up of a sign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17" y="152400"/>
            <a:ext cx="2894243" cy="60302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74785" y="998171"/>
            <a:ext cx="10515600" cy="701675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Title/</a:t>
            </a: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2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6372" y="2235444"/>
            <a:ext cx="5157787" cy="3684588"/>
          </a:xfr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</a:defRPr>
            </a:lvl1pPr>
            <a:lvl2pPr marL="6858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</a:defRPr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</a:defRPr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 dirty="0"/>
              <a:t>Text / </a:t>
            </a:r>
            <a:r>
              <a:rPr lang="zh-CN" altLang="en-US" dirty="0"/>
              <a:t>文字内容</a:t>
            </a:r>
            <a:endParaRPr lang="en-US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413219" y="6295506"/>
            <a:ext cx="14796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latin typeface="+mj-ea"/>
                <a:ea typeface="+mj-ea"/>
              </a:rPr>
              <a:t>纵横交错 知行合一</a:t>
            </a:r>
            <a:endParaRPr lang="en-US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E:\2020年项目文件\交大安泰\200915-公管办\要改的\ppt底-0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97" b="3369"/>
          <a:stretch>
            <a:fillRect/>
          </a:stretch>
        </p:blipFill>
        <p:spPr bwMode="auto">
          <a:xfrm>
            <a:off x="4638675" y="1613055"/>
            <a:ext cx="7553325" cy="524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4785" y="998171"/>
            <a:ext cx="8469923" cy="701675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Title/</a:t>
            </a: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6507" y="1825625"/>
            <a:ext cx="8469923" cy="4351338"/>
          </a:xfr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 dirty="0"/>
              <a:t>Text / </a:t>
            </a:r>
            <a:r>
              <a:rPr lang="zh-CN" altLang="en-US" dirty="0"/>
              <a:t>文字内容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87354" y="6356350"/>
            <a:ext cx="943708" cy="365125"/>
          </a:xfrm>
        </p:spPr>
        <p:txBody>
          <a:bodyPr/>
          <a:lstStyle/>
          <a:p>
            <a:fld id="{0DDFE20F-F41C-4777-A0C9-7C10C28BB56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08830" y="6356350"/>
            <a:ext cx="9788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30707" y="6356350"/>
            <a:ext cx="504093" cy="365125"/>
          </a:xfrm>
        </p:spPr>
        <p:txBody>
          <a:bodyPr/>
          <a:lstStyle/>
          <a:p>
            <a:fld id="{7F115EA6-A612-47A9-8484-DA1EB9D11E75}" type="slidenum">
              <a:rPr lang="en-US" smtClean="0"/>
            </a:fld>
            <a:endParaRPr lang="en-US"/>
          </a:p>
        </p:txBody>
      </p:sp>
      <p:pic>
        <p:nvPicPr>
          <p:cNvPr id="14" name="Picture 13" descr="A close up of a sign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17" y="152400"/>
            <a:ext cx="2894243" cy="603026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413219" y="6295506"/>
            <a:ext cx="14796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latin typeface="+mj-ea"/>
                <a:ea typeface="+mj-ea"/>
              </a:rPr>
              <a:t>纵横交错 知行合一</a:t>
            </a:r>
            <a:endParaRPr lang="en-US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E20F-F41C-4777-A0C9-7C10C28BB56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5EA6-A612-47A9-8484-DA1EB9D11E75}" type="slidenum">
              <a:rPr lang="en-US" smtClean="0"/>
            </a:fld>
            <a:endParaRPr lang="en-US"/>
          </a:p>
        </p:txBody>
      </p:sp>
      <p:pic>
        <p:nvPicPr>
          <p:cNvPr id="16" name="Picture 15" descr="A close up of a sig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17" y="152400"/>
            <a:ext cx="2894243" cy="60302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74785" y="998171"/>
            <a:ext cx="10515600" cy="701675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Title/</a:t>
            </a: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6507" y="1825625"/>
            <a:ext cx="4214447" cy="435133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 dirty="0"/>
              <a:t>Text / </a:t>
            </a:r>
            <a:r>
              <a:rPr lang="zh-CN" altLang="en-US" dirty="0"/>
              <a:t>文字内容</a:t>
            </a:r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911969" y="1817077"/>
            <a:ext cx="7280031" cy="43609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Picture/</a:t>
            </a:r>
            <a:r>
              <a:rPr lang="zh-CN" altLang="en-US" dirty="0"/>
              <a:t>图片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13219" y="6295506"/>
            <a:ext cx="14796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latin typeface="+mj-ea"/>
                <a:ea typeface="+mj-ea"/>
              </a:rPr>
              <a:t>纵横交错 知行合一</a:t>
            </a:r>
            <a:endParaRPr lang="en-US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17" y="152400"/>
            <a:ext cx="2894243" cy="603026"/>
          </a:xfrm>
          <a:prstGeom prst="rect">
            <a:avLst/>
          </a:prstGeom>
        </p:spPr>
      </p:pic>
      <p:pic>
        <p:nvPicPr>
          <p:cNvPr id="2" name="Picture 1" descr="A close up of a brick building&#10;&#10;Description automatically generated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" t="38137" r="238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953896"/>
            <a:ext cx="12192000" cy="1904104"/>
          </a:xfrm>
          <a:prstGeom prst="rect">
            <a:avLst/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904104"/>
          </a:xfrm>
          <a:prstGeom prst="rect">
            <a:avLst/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74" y="5343477"/>
            <a:ext cx="5350017" cy="111469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88769" y="6356350"/>
            <a:ext cx="1019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FE20F-F41C-4777-A0C9-7C10C28BB56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10245" y="6356350"/>
            <a:ext cx="97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2122" y="6356350"/>
            <a:ext cx="5216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15EA6-A612-47A9-8484-DA1EB9D11E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464038" y="4514034"/>
            <a:ext cx="6019800" cy="1054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592183" y="5568043"/>
            <a:ext cx="3086100" cy="4191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0370" y="4078605"/>
            <a:ext cx="8708390" cy="81089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+mj-ea"/>
                <a:ea typeface="+mj-ea"/>
              </a:rPr>
              <a:t>Thesis Proposal Defense 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20634" y="5719237"/>
            <a:ext cx="2994025" cy="5694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latin typeface="+mj-ea"/>
                <a:ea typeface="+mj-ea"/>
              </a:rPr>
              <a:t>2026-09-18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/>
        </p:nvSpPr>
        <p:spPr>
          <a:xfrm>
            <a:off x="420634" y="4889292"/>
            <a:ext cx="2994025" cy="5694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Sally JIAYU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</a:t>
            </a:r>
            <a:r>
              <a:rPr lang="en-US" altLang="zh-CN" dirty="0"/>
              <a:t>ontent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76250" y="2235200"/>
            <a:ext cx="7887970" cy="3684905"/>
          </a:xfrm>
        </p:spPr>
        <p:txBody>
          <a:bodyPr>
            <a:normAutofit lnSpcReduction="20000"/>
          </a:bodyPr>
          <a:lstStyle/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zh-CN" dirty="0"/>
              <a:t>Background</a:t>
            </a:r>
            <a:endParaRPr lang="en-US" altLang="zh-CN" dirty="0"/>
          </a:p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zh-CN" dirty="0"/>
              <a:t>Research Question</a:t>
            </a:r>
            <a:endParaRPr lang="zh-CN" altLang="en-US" dirty="0"/>
          </a:p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zh-CN" dirty="0"/>
              <a:t>Literature Review</a:t>
            </a:r>
            <a:endParaRPr lang="zh-CN" altLang="en-US" dirty="0"/>
          </a:p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zh-CN" dirty="0"/>
              <a:t>Research Plan &amp; Method</a:t>
            </a:r>
            <a:endParaRPr lang="en-US" altLang="zh-CN" dirty="0"/>
          </a:p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dirty="0"/>
              <a:t>Expect result &amp; Innovation Points</a:t>
            </a:r>
            <a:endParaRPr lang="en-US" dirty="0"/>
          </a:p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dirty="0"/>
              <a:t>Research questions, challenges, limitations</a:t>
            </a:r>
            <a:endParaRPr lang="en-US" dirty="0"/>
          </a:p>
          <a:p>
            <a:pPr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dirty="0"/>
              <a:t>Expect research progress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Background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COUNTRY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INDUSTRY ……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Research Q</a:t>
            </a:r>
            <a:r>
              <a:rPr lang="en-US" altLang="zh-CN" dirty="0"/>
              <a:t>uestion</a:t>
            </a:r>
            <a:endParaRPr lang="en-US" altLang="zh-C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Based on your actual situation and your report, complete this part</a:t>
            </a:r>
            <a:endParaRPr lang="en-US" altLang="zh-CN" dirty="0"/>
          </a:p>
        </p:txBody>
      </p:sp>
      <p:pic>
        <p:nvPicPr>
          <p:cNvPr id="7" name="Content Placeholder 4"/>
          <p:cNvPicPr>
            <a:picLocks noGrp="1" noChangeAspect="1"/>
          </p:cNvPicPr>
          <p:nvPr>
            <p:ph type="pic" idx="13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1" b="5081"/>
          <a:stretch>
            <a:fillRect/>
          </a:stretch>
        </p:blipFill>
        <p:spPr>
          <a:xfrm>
            <a:off x="4911725" y="1817688"/>
            <a:ext cx="7280275" cy="4360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brick building&#10;&#10;Description automatically generated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" t="38137" r="238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953896"/>
            <a:ext cx="12192000" cy="1904104"/>
          </a:xfrm>
          <a:prstGeom prst="rect">
            <a:avLst/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904104"/>
          </a:xfrm>
          <a:prstGeom prst="rect">
            <a:avLst/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drawing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74" y="5343477"/>
            <a:ext cx="5350017" cy="1114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EM">
      <a:dk1>
        <a:sysClr val="windowText" lastClr="000000"/>
      </a:dk1>
      <a:lt1>
        <a:sysClr val="window" lastClr="FFFFFF"/>
      </a:lt1>
      <a:dk2>
        <a:srgbClr val="575757"/>
      </a:dk2>
      <a:lt2>
        <a:srgbClr val="D6C4A6"/>
      </a:lt2>
      <a:accent1>
        <a:srgbClr val="B81C22"/>
      </a:accent1>
      <a:accent2>
        <a:srgbClr val="D55816"/>
      </a:accent2>
      <a:accent3>
        <a:srgbClr val="B88C50"/>
      </a:accent3>
      <a:accent4>
        <a:srgbClr val="A89A7C"/>
      </a:accent4>
      <a:accent5>
        <a:srgbClr val="7F5F52"/>
      </a:accent5>
      <a:accent6>
        <a:srgbClr val="254865"/>
      </a:accent6>
      <a:hlink>
        <a:srgbClr val="6B9F25"/>
      </a:hlink>
      <a:folHlink>
        <a:srgbClr val="E5C243"/>
      </a:folHlink>
    </a:clrScheme>
    <a:fontScheme name="ACEM office">
      <a:majorFont>
        <a:latin typeface="Arial Black"/>
        <a:ea typeface="Microsoft YaHei"/>
        <a:cs typeface=""/>
      </a:majorFont>
      <a:minorFont>
        <a:latin typeface="Arial"/>
        <a:ea typeface="Microsoft YaHe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5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ACEM Template_office</Template>
  <TotalTime>0</TotalTime>
  <Words>331</Words>
  <Application>WPS 演示</Application>
  <PresentationFormat>自定义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微软雅黑 Light</vt:lpstr>
      <vt:lpstr>Calibri</vt:lpstr>
      <vt:lpstr>等线</vt:lpstr>
      <vt:lpstr>Office Theme</vt:lpstr>
      <vt:lpstr>ACEM 幻灯片模板</vt:lpstr>
      <vt:lpstr>目录</vt:lpstr>
      <vt:lpstr>关于我们</vt:lpstr>
      <vt:lpstr>关于我们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ACEM 幻灯片模板</dc:title>
  <dc:creator>Tracy (JungleFish)</dc:creator>
  <cp:lastModifiedBy>SallyJiaa</cp:lastModifiedBy>
  <cp:revision>9</cp:revision>
  <cp:lastPrinted>2020-05-08T09:14:00Z</cp:lastPrinted>
  <dcterms:created xsi:type="dcterms:W3CDTF">2020-09-04T05:42:00Z</dcterms:created>
  <dcterms:modified xsi:type="dcterms:W3CDTF">2026-09-18T07:16:39Z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3FE9A1DB54984533B9979BBF19562FAD_13</vt:lpwstr>
  </property>
</Properties>
</file>