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abb83083dcb4d33" /><Relationship Type="http://schemas.openxmlformats.org/officeDocument/2006/relationships/extended-properties" Target="/docProps/app.xml" Id="Rce3b7e9cb617490f" /><Relationship Type="http://schemas.openxmlformats.org/officeDocument/2006/relationships/officeDocument" Target="/ppt/presentation.xml" Id="Rfea5f03d9f354af2" /></Relationships>
</file>

<file path=ppt/presentation.xml><?xml version="1.0" encoding="utf-8"?>
<p:presentation xmlns:p="http://schemas.openxmlformats.org/presentationml/2006/main">
  <p:sldMasterIdLst>
    <p:sldMasterId xmlns:r="http://schemas.openxmlformats.org/officeDocument/2006/relationships" id="2147483648" r:id="Rc723d2f77cbb48a3"/>
  </p:sldMasterIdLst>
  <p:notesMasterIdLst>
    <p:notesMasterId xmlns:r="http://schemas.openxmlformats.org/officeDocument/2006/relationships" r:id="R9b754ec6b96646dd"/>
  </p:notesMasterIdLst>
  <p:sldIdLst>
    <p:sldId xmlns:r="http://schemas.openxmlformats.org/officeDocument/2006/relationships" id="256" r:id="R73de973f2adc4b3e"/>
    <p:sldId xmlns:r="http://schemas.openxmlformats.org/officeDocument/2006/relationships" id="257" r:id="R1e69e45b2b3c42e0"/>
    <p:sldId xmlns:r="http://schemas.openxmlformats.org/officeDocument/2006/relationships" id="258" r:id="Rcd06ae799a97401d"/>
    <p:sldId xmlns:r="http://schemas.openxmlformats.org/officeDocument/2006/relationships" id="259" r:id="R1aa9b4c4a5434132"/>
    <p:sldId xmlns:r="http://schemas.openxmlformats.org/officeDocument/2006/relationships" id="260" r:id="R46f058cfc23b40e7"/>
    <p:sldId xmlns:r="http://schemas.openxmlformats.org/officeDocument/2006/relationships" id="261" r:id="Rd294eae71eba42c7"/>
    <p:sldId xmlns:r="http://schemas.openxmlformats.org/officeDocument/2006/relationships" id="262" r:id="R70b95dc51f944be6"/>
    <p:sldId xmlns:r="http://schemas.openxmlformats.org/officeDocument/2006/relationships" id="263" r:id="Re183c53d6e9243a3"/>
    <p:sldId xmlns:r="http://schemas.openxmlformats.org/officeDocument/2006/relationships" id="264" r:id="Reba7db094eb848f9"/>
    <p:sldId xmlns:r="http://schemas.openxmlformats.org/officeDocument/2006/relationships" id="265" r:id="R3c0ceed221e74ed2"/>
    <p:sldId xmlns:r="http://schemas.openxmlformats.org/officeDocument/2006/relationships" id="266" r:id="R210284e887d94c06"/>
    <p:sldId xmlns:r="http://schemas.openxmlformats.org/officeDocument/2006/relationships" id="267" r:id="Re128221c4f3a49ff"/>
    <p:sldId xmlns:r="http://schemas.openxmlformats.org/officeDocument/2006/relationships" id="268" r:id="R9c8aac32373742ac"/>
    <p:sldId xmlns:r="http://schemas.openxmlformats.org/officeDocument/2006/relationships" id="269" r:id="Re505251ee43a458f"/>
    <p:sldId xmlns:r="http://schemas.openxmlformats.org/officeDocument/2006/relationships" id="270" r:id="R21a842a50e634507"/>
    <p:sldId xmlns:r="http://schemas.openxmlformats.org/officeDocument/2006/relationships" id="271" r:id="R573e57351920426d"/>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38100" cy="38100"/>
</p:viewPr>
</file>

<file path=ppt/_rels/presentation.xml.rels>&#65279;<?xml version="1.0" encoding="utf-8"?><Relationships xmlns="http://schemas.openxmlformats.org/package/2006/relationships"><Relationship Type="http://schemas.openxmlformats.org/officeDocument/2006/relationships/theme" Target="/ppt/theme/theme1.xml" Id="R45b27332b9e8428c" /><Relationship Type="http://schemas.openxmlformats.org/officeDocument/2006/relationships/slideMaster" Target="/ppt/slideMasters/slideMaster1.xml" Id="Rc723d2f77cbb48a3" /><Relationship Type="http://schemas.openxmlformats.org/officeDocument/2006/relationships/notesMaster" Target="/ppt/notesMasters/notesMaster1.xml" Id="R9b754ec6b96646dd" /><Relationship Type="http://schemas.openxmlformats.org/officeDocument/2006/relationships/presProps" Target="/ppt/presProps.xml" Id="Red77ef094b8b4fec" /><Relationship Type="http://schemas.openxmlformats.org/officeDocument/2006/relationships/viewProps" Target="/ppt/viewProps.xml" Id="R033c39332a8a46a4" /><Relationship Type="http://schemas.openxmlformats.org/officeDocument/2006/relationships/tableStyles" Target="/ppt/tableStyles.xml" Id="R38df683c26534fc1" /><Relationship Type="http://schemas.openxmlformats.org/officeDocument/2006/relationships/slide" Target="/ppt/slides/slide1.xml" Id="R73de973f2adc4b3e" /><Relationship Type="http://schemas.openxmlformats.org/officeDocument/2006/relationships/slide" Target="/ppt/slides/slide2.xml" Id="R1e69e45b2b3c42e0" /><Relationship Type="http://schemas.openxmlformats.org/officeDocument/2006/relationships/slide" Target="/ppt/slides/slide3.xml" Id="Rcd06ae799a97401d" /><Relationship Type="http://schemas.openxmlformats.org/officeDocument/2006/relationships/slide" Target="/ppt/slides/slide4.xml" Id="R1aa9b4c4a5434132" /><Relationship Type="http://schemas.openxmlformats.org/officeDocument/2006/relationships/slide" Target="/ppt/slides/slide5.xml" Id="R46f058cfc23b40e7" /><Relationship Type="http://schemas.openxmlformats.org/officeDocument/2006/relationships/slide" Target="/ppt/slides/slide6.xml" Id="Rd294eae71eba42c7" /><Relationship Type="http://schemas.openxmlformats.org/officeDocument/2006/relationships/slide" Target="/ppt/slides/slide7.xml" Id="R70b95dc51f944be6" /><Relationship Type="http://schemas.openxmlformats.org/officeDocument/2006/relationships/slide" Target="/ppt/slides/slide8.xml" Id="Re183c53d6e9243a3" /><Relationship Type="http://schemas.openxmlformats.org/officeDocument/2006/relationships/slide" Target="/ppt/slides/slide9.xml" Id="Reba7db094eb848f9" /><Relationship Type="http://schemas.openxmlformats.org/officeDocument/2006/relationships/slide" Target="/ppt/slides/slide10.xml" Id="R3c0ceed221e74ed2" /><Relationship Type="http://schemas.openxmlformats.org/officeDocument/2006/relationships/slide" Target="/ppt/slides/slide11.xml" Id="R210284e887d94c06" /><Relationship Type="http://schemas.openxmlformats.org/officeDocument/2006/relationships/slide" Target="/ppt/slides/slide12.xml" Id="Re128221c4f3a49ff" /><Relationship Type="http://schemas.openxmlformats.org/officeDocument/2006/relationships/slide" Target="/ppt/slides/slide13.xml" Id="R9c8aac32373742ac" /><Relationship Type="http://schemas.openxmlformats.org/officeDocument/2006/relationships/slide" Target="/ppt/slides/slide14.xml" Id="Re505251ee43a458f" /><Relationship Type="http://schemas.openxmlformats.org/officeDocument/2006/relationships/slide" Target="/ppt/slides/slide15.xml" Id="R21a842a50e634507" /><Relationship Type="http://schemas.openxmlformats.org/officeDocument/2006/relationships/slide" Target="/ppt/slides/slide16.xml" Id="R573e57351920426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15cf8c0fb9f4d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ACEM">
      <a:dk1>
        <a:sysClr val="windowText" lastClr="000000"/>
      </a:dk1>
      <a:lt1>
        <a:sysClr val="window" lastClr="FFFFFF"/>
      </a:lt1>
      <a:dk2>
        <a:srgbClr val="575757"/>
      </a:dk2>
      <a:lt2>
        <a:srgbClr val="D6C4A6"/>
      </a:lt2>
      <a:accent1>
        <a:srgbClr val="B81C22"/>
      </a:accent1>
      <a:accent2>
        <a:srgbClr val="D55816"/>
      </a:accent2>
      <a:accent3>
        <a:srgbClr val="B88C50"/>
      </a:accent3>
      <a:accent4>
        <a:srgbClr val="A89A7C"/>
      </a:accent4>
      <a:accent5>
        <a:srgbClr val="7F5F52"/>
      </a:accent5>
      <a:accent6>
        <a:srgbClr val="254865"/>
      </a:accent6>
      <a:hlink>
        <a:srgbClr val="6B9F25"/>
      </a:hlink>
      <a:folHlink>
        <a:srgbClr val="E5C243"/>
      </a:folHlink>
    </a:clrScheme>
    <a:fontScheme name="ACEM office">
      <a:majorFont>
        <a:latin typeface="Arial Black"/>
        <a:ea typeface="Microsoft YaHei"/>
        <a:cs typeface=""/>
      </a:majorFont>
      <a:minorFont>
        <a:latin typeface="Arial"/>
        <a:ea typeface="Microsoft YaHei Light"/>
        <a:cs typeface=""/>
      </a:minorFont>
    </a:fontScheme>
    <a:fmtScheme name="ACEM">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61ea852f0c54609" /><Relationship Type="http://schemas.openxmlformats.org/officeDocument/2006/relationships/notesMaster" Target="/ppt/notesMasters/notesMaster1.xml" Id="Rf60403c894ee4bc5" /></Relationships>
</file>

<file path=ppt/notesSlides/_rels/notesSlide2.xml.rels>&#65279;<?xml version="1.0" encoding="utf-8"?><Relationships xmlns="http://schemas.openxmlformats.org/package/2006/relationships"><Relationship Type="http://schemas.openxmlformats.org/officeDocument/2006/relationships/slide" Target="/ppt/slides/slide2.xml" Id="R2a0541cf7f3e475e" /><Relationship Type="http://schemas.openxmlformats.org/officeDocument/2006/relationships/notesMaster" Target="/ppt/notesMasters/notesMaster1.xml" Id="R3e390e975f1a4b5f" /></Relationships>
</file>

<file path=ppt/notesSlides/_rels/notesSlide3.xml.rels>&#65279;<?xml version="1.0" encoding="utf-8"?><Relationships xmlns="http://schemas.openxmlformats.org/package/2006/relationships"><Relationship Type="http://schemas.openxmlformats.org/officeDocument/2006/relationships/slide" Target="/ppt/slides/slide3.xml" Id="R7e1a8d5dd7694971" /><Relationship Type="http://schemas.openxmlformats.org/officeDocument/2006/relationships/notesMaster" Target="/ppt/notesMasters/notesMaster1.xml" Id="R66cfc59b0034476e" /></Relationships>
</file>

<file path=ppt/notesSlides/_rels/notesSlide4.xml.rels>&#65279;<?xml version="1.0" encoding="utf-8"?><Relationships xmlns="http://schemas.openxmlformats.org/package/2006/relationships"><Relationship Type="http://schemas.openxmlformats.org/officeDocument/2006/relationships/slide" Target="/ppt/slides/slide4.xml" Id="Rfe56cdda85064d2a" /><Relationship Type="http://schemas.openxmlformats.org/officeDocument/2006/relationships/notesMaster" Target="/ppt/notesMasters/notesMaster1.xml" Id="R2c7ce2f6a48846db" /></Relationships>
</file>

<file path=ppt/notesSlides/_rels/notesSlide5.xml.rels>&#65279;<?xml version="1.0" encoding="utf-8"?><Relationships xmlns="http://schemas.openxmlformats.org/package/2006/relationships"><Relationship Type="http://schemas.openxmlformats.org/officeDocument/2006/relationships/slide" Target="/ppt/slides/slide5.xml" Id="R75eb0e7887674e7c" /><Relationship Type="http://schemas.openxmlformats.org/officeDocument/2006/relationships/notesMaster" Target="/ppt/notesMasters/notesMaster1.xml" Id="R152751e7a160446c" /></Relationships>
</file>

<file path=ppt/notesSlides/_rels/notesSlide6.xml.rels>&#65279;<?xml version="1.0" encoding="utf-8"?><Relationships xmlns="http://schemas.openxmlformats.org/package/2006/relationships"><Relationship Type="http://schemas.openxmlformats.org/officeDocument/2006/relationships/slide" Target="/ppt/slides/slide6.xml" Id="R8820dc205fdb4f86" /><Relationship Type="http://schemas.openxmlformats.org/officeDocument/2006/relationships/notesMaster" Target="/ppt/notesMasters/notesMaster1.xml" Id="Rf87ddc1525a24ca3" /></Relationships>
</file>

<file path=ppt/notesSlides/_rels/notesSlide7.xml.rels>&#65279;<?xml version="1.0" encoding="utf-8"?><Relationships xmlns="http://schemas.openxmlformats.org/package/2006/relationships"><Relationship Type="http://schemas.openxmlformats.org/officeDocument/2006/relationships/slide" Target="/ppt/slides/slide7.xml" Id="R1728b20f81f84c7e" /><Relationship Type="http://schemas.openxmlformats.org/officeDocument/2006/relationships/notesMaster" Target="/ppt/notesMasters/notesMaster1.xml" Id="R961783205b3e4419" /></Relationships>
</file>

<file path=ppt/notesSlides/_rels/notesSlide8.xml.rels>&#65279;<?xml version="1.0" encoding="utf-8"?><Relationships xmlns="http://schemas.openxmlformats.org/package/2006/relationships"><Relationship Type="http://schemas.openxmlformats.org/officeDocument/2006/relationships/slide" Target="/ppt/slides/slide8.xml" Id="R134080c5fff647ef" /><Relationship Type="http://schemas.openxmlformats.org/officeDocument/2006/relationships/notesMaster" Target="/ppt/notesMasters/notesMaster1.xml" Id="R9c52034b2efc4ec0" /></Relationships>
</file>

<file path=ppt/notesSlides/_rels/notesSlide9.xml.rels>&#65279;<?xml version="1.0" encoding="utf-8"?><Relationships xmlns="http://schemas.openxmlformats.org/package/2006/relationships"><Relationship Type="http://schemas.openxmlformats.org/officeDocument/2006/relationships/slide" Target="/ppt/slides/slide9.xml" Id="R3d0c080cc2404376" /><Relationship Type="http://schemas.openxmlformats.org/officeDocument/2006/relationships/notesMaster" Target="/ppt/notesMasters/notesMaster1.xml" Id="Rd6cccc22864c4a1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ea4cc69699f446f" /><Relationship Type="http://schemas.openxmlformats.org/officeDocument/2006/relationships/notesMaster" Target="/ppt/notesMasters/notesMaster1.xml" Id="R480c956b5b9848e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de626c3d1bc41d1" /><Relationship Type="http://schemas.openxmlformats.org/officeDocument/2006/relationships/notesMaster" Target="/ppt/notesMasters/notesMaster1.xml" Id="R01b8f7fa2a714fe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74c0b974b364398" /><Relationship Type="http://schemas.openxmlformats.org/officeDocument/2006/relationships/notesMaster" Target="/ppt/notesMasters/notesMaster1.xml" Id="R888c169b25ba456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a7fe251d4cc4653" /><Relationship Type="http://schemas.openxmlformats.org/officeDocument/2006/relationships/notesMaster" Target="/ppt/notesMasters/notesMaster1.xml" Id="Rc51c8ab7873344a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af5ef505cea4959" /><Relationship Type="http://schemas.openxmlformats.org/officeDocument/2006/relationships/notesMaster" Target="/ppt/notesMasters/notesMaster1.xml" Id="R6ce5f66cdb944b6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10c8ea04e2543a7" /><Relationship Type="http://schemas.openxmlformats.org/officeDocument/2006/relationships/notesMaster" Target="/ppt/notesMasters/notesMaster1.xml" Id="R0a0915a376c74be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efc62cbb6cd4264" /><Relationship Type="http://schemas.openxmlformats.org/officeDocument/2006/relationships/notesMaster" Target="/ppt/notesMasters/notesMaster1.xml" Id="Rf4fe1b0d7296413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morning. My research examines how analytical agents use business knowledge, and whether additional checks improve reliability enough to justify their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a company asking an agent for its May sales. The company has tables containing orders, amounts, dates and statuses. It also has business context: some is structured, such as metric definitions and data dictionaries; some is scattered across documents, emails and analyst notes. The agent must connect these sources before calculating. Our research studies this problem with public tables and documentation. Let me show why the context changes the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company counts completed orders in the month of completion. All three orders were placed in May and sum to 230. Excluding the cancelled order gives 150. However, the last order completed in June, so only 100 belongs to May under the documented rule. All three programs could run successfully. Choosing the right status filter and the right date column requires business knowledge. These numbers are an illustration, not an experimental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separate failures can preserve that wrong answer. First, the analyst retrieves an old procedure and applies it although the current rules differ. Evidence-checked experience reuse would check that applicability before reuse. Second, the reviewer may confirm that the code runs and the sum is correct, while overlooking the business definition. Source-grounded counterexample review would challenge the interpretation with a small test. Whether these changes help is the question we will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question is how these two mechanisms, separately and together, affect reliability and cost-effectiveness in a hierarchical multi-agent system. We will measure both the targeted failures and final-answer quality. Strong single-agent controls will test whether the hierarchy adds value beyond the procedures themselves. To make the two failure problems precise, I first turn to MAST.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MAST is a taxonomy developed from observed multi-agent failures. It groups fourteen failure modes into system design, inter-agent misalignment and task verification. This gives our practical problems a research vocabulary. A finding not passed on and received evidence ignored have distinct codes. Misapplied experience has no automatic inter-agent label. For review, MAST distinguishes a missing required check from an incorrect judgement on a check that was attempted. We will code observable traces; the experiment, rather than a taxonomy label, tests the repair.</a:t>
            </a:r>
          </a:p>
          <a:p xmlns:a="http://schemas.openxmlformats.org/drawingml/2006/main">
            <a:r>
              <a:t/>
            </a:r>
            <a:endParaRPr/>
          </a:p>
          <a:p xmlns:a="http://schemas.openxmlformats.org/drawingml/2006/main">
            <a:r>
              <a:t>Sources (reference only):</a:t>
            </a:r>
          </a:p>
          <a:p xmlns:a="http://schemas.openxmlformats.org/drawingml/2006/main">
            <a:r>
              <a:t>Cemri et al. · MAST v3: https://arxiv.org/abs/2503.13657v3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DABstep provides a common test for data-analysis agents, with public materials and a leaderboard hosted on Hugging Face. Agents work through payment tables and documentation to answer multi-step questions, such as finding applicable fee rules and calculating merchant fees. The evaluation split contains 450 questions. Final answers are scored for accuracy, allowing systems to be compared. We will use native task scoring for final quality and separate diagnostics for our two mechanisms. Scorer access must be confirmed before the campaign.</a:t>
            </a:r>
          </a:p>
          <a:p xmlns:a="http://schemas.openxmlformats.org/drawingml/2006/main">
            <a:r>
              <a:t/>
            </a:r>
            <a:endParaRPr/>
          </a:p>
          <a:p xmlns:a="http://schemas.openxmlformats.org/drawingml/2006/main">
            <a:r>
              <a:t>Sources (reference only):</a:t>
            </a:r>
          </a:p>
          <a:p xmlns:a="http://schemas.openxmlformats.org/drawingml/2006/main">
            <a:r>
              <a:t>DABstep paper v1: https://arxiv.org/abs/2506.23719v1</a:t>
            </a:r>
          </a:p>
          <a:p xmlns:a="http://schemas.openxmlformats.org/drawingml/2006/main">
            <a:r>
              <a:t>Hugging Face dataset: https://huggingface.co/datasets/adyen/DABstep</a:t>
            </a:r>
            <a:endParaRPr/>
          </a:p>
          <a:p xmlns:a="http://schemas.openxmlformats.org/drawingml/2006/main">
            <a:r>
              <a:t>Public leaderboard: https://huggingface.co/spaces/adyen/DABstep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leading DABstep systems provide different starting points. DataPilot prepares scoped analytical assets and procedures. DS-STAR combines planning, computation and review. NVIDIA shows how effective a prepared single agent can be. Their published scores use different models and resources, so they do not isolate architecture effects. We plan to adapt the public FinHelm engine. SQLDriller and TS-SQL motivate executable tests, while QueryProof already uses business-rule gates. Our contribution concerns a specific adaptation and controlled evaluation, not inventing testing or memory.</a:t>
            </a:r>
          </a:p>
          <a:p xmlns:a="http://schemas.openxmlformats.org/drawingml/2006/main">
            <a:r>
              <a:t/>
            </a:r>
            <a:endParaRPr/>
          </a:p>
          <a:p xmlns:a="http://schemas.openxmlformats.org/drawingml/2006/main">
            <a:r>
              <a:t>Sources (reference only):</a:t>
            </a:r>
          </a:p>
          <a:p xmlns:a="http://schemas.openxmlformats.org/drawingml/2006/main">
            <a:r>
              <a:t>DataPilot: https://en.oceanbase.com/blog/24781555459</a:t>
            </a:r>
          </a:p>
          <a:p xmlns:a="http://schemas.openxmlformats.org/drawingml/2006/main">
            <a:r>
              <a:t>DS-STAR v4: https://arxiv.org/abs/2509.21825v4</a:t>
            </a:r>
            <a:endParaRPr/>
          </a:p>
          <a:p xmlns:a="http://schemas.openxmlformats.org/drawingml/2006/main">
            <a:r>
              <a:t>NVIDIA Data Explorer: https://huggingface.co/blog/nvidia/nemo-agent-toolkit-data-explorer-dabstep-1st-place</a:t>
            </a:r>
          </a:p>
          <a:p xmlns:a="http://schemas.openxmlformats.org/drawingml/2006/main">
            <a:r>
              <a:t>FinHelm · pinned revision: https://github.com/ZhouJiaJun2333/FinHelm/tree/89e1546cab8fdfd9e996e8f6a6efeec933bc1be5</a:t>
            </a:r>
          </a:p>
          <a:p xmlns:a="http://schemas.openxmlformats.org/drawingml/2006/main">
            <a:r>
              <a:t>SQLDriller: https://haoran-ding.github.io/assets/pdf/sqldriller.pdf</a:t>
            </a:r>
          </a:p>
          <a:p xmlns:a="http://schemas.openxmlformats.org/drawingml/2006/main">
            <a:r>
              <a:t>TS-SQL: https://aclanthology.org/2025.findings-emnlp.156/</a:t>
            </a:r>
          </a:p>
          <a:p xmlns:a="http://schemas.openxmlformats.org/drawingml/2006/main">
            <a:r>
              <a:t>QueryProof v1: https://arxiv.org/abs/2608.09254v1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multi-agent system has a main coordinator and three subagents: an evidence worker, a computational analyst and a reviewer. They have separate working contexts and transfer observable results. The same roles remain in all four multi-agent conditions. FinHelm provides the engine to adapt, subject to development checks. The hierarchy offers explicit boundaries for experience admission and source-first review; its advantage over one agent remains an empirical question.</a:t>
            </a:r>
          </a:p>
          <a:p xmlns:a="http://schemas.openxmlformats.org/drawingml/2006/main">
            <a:r>
              <a:t/>
            </a:r>
            <a:endParaRPr/>
          </a:p>
          <a:p xmlns:a="http://schemas.openxmlformats.org/drawingml/2006/main">
            <a:r>
              <a:t>Sources (reference only):</a:t>
            </a:r>
          </a:p>
          <a:p xmlns:a="http://schemas.openxmlformats.org/drawingml/2006/main">
            <a:r>
              <a:t>FinHelm · pinned revision: https://github.com/ZhouJiaJun2333/FinHelm/tree/89e1546cab8fdfd9e996e8f6a6efeec933bc1be5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mechanism checks a retrieved procedure before it enters the analyst’s context. The evidence worker compares its applicability conditions with current documents. Supported experience is admitted; conflicting or unresolved experience is withheld. In the example, an order-date procedure conflicts with the completion-date rule, so analysis continues from current sources instead. We must measure both fewer inappropriate reuses and retention of useful experience. Rejecting everything would not demonstrate success.</a:t>
            </a:r>
          </a:p>
          <a:p xmlns:a="http://schemas.openxmlformats.org/drawingml/2006/main">
            <a:r>
              <a:t/>
            </a:r>
            <a:endParaRPr/>
          </a:p>
          <a:p xmlns:a="http://schemas.openxmlformats.org/drawingml/2006/main">
            <a:r>
              <a:t>Sources (reference only):</a:t>
            </a:r>
          </a:p>
          <a:p xmlns:a="http://schemas.openxmlformats.org/drawingml/2006/main">
            <a:r>
              <a:t>DataPilot: https://en.oceanbase.com/blog/24781555459</a:t>
            </a:r>
          </a:p>
          <a:p xmlns:a="http://schemas.openxmlformats.org/drawingml/2006/main">
            <a:r>
              <a:t>ReasoningBank v2: https://arxiv.org/abs/2509.25140v2</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reviewer first reads the question and sources, then examines the candidate solution. It creates a small case that separates plausible interpretations. Consider one order placed in May but completed in June. An order-date calculation includes fifty in May; the documented completion-date rule requires zero. The reviewer executes the candidate on this case and judges its behaviour. The documents supply the expectation, not a hidden evaluator answer. Test validity and expected answers can still be wrong, so those also require evaluation.</a:t>
            </a:r>
          </a:p>
          <a:p xmlns:a="http://schemas.openxmlformats.org/drawingml/2006/main">
            <a:r>
              <a:t/>
            </a:r>
            <a:endParaRPr/>
          </a:p>
          <a:p xmlns:a="http://schemas.openxmlformats.org/drawingml/2006/main">
            <a:r>
              <a:t>Sources (reference only):</a:t>
            </a:r>
          </a:p>
          <a:p xmlns:a="http://schemas.openxmlformats.org/drawingml/2006/main">
            <a:r>
              <a:t>SQLDriller: https://haoran-ding.github.io/assets/pdf/sqldriller.pdf</a:t>
            </a:r>
          </a:p>
          <a:p xmlns:a="http://schemas.openxmlformats.org/drawingml/2006/main">
            <a:r>
              <a:t>TS-SQL: https://aclanthology.org/2025.findings-emnlp.156/</a:t>
            </a:r>
            <a:endParaRPr/>
          </a:p>
          <a:p xmlns:a="http://schemas.openxmlformats.org/drawingml/2006/main">
            <a:r>
              <a:t>QueryProof v1: https://arxiv.org/abs/2608.09254v1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methodology is a controlled two-by-two factorial experiment with trace-based failure analysis. We compare the baseline, each mechanism separately, and both together. The arrow shows the comparison order, not guaranteed improvement. Tasks, model, source access, initial assets and aggregate resource caps remain comparable. Ordinary and both-mechanism single-agent controls separate procedure effects from architecture effects. DABstep measures final answers. Reviewers also receive the same correct and incorrect candidate solutions, so better solving cannot be mistaken for better checking. We will report false acceptance, false rejection, coverage, failures and uncertainty. A combined win alone does not establish interaction.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research contribution is a reproducible diagnosis and controlled evidence about the two mechanisms, including cases where they fail to help. Recurring trace evidence may justify refinements to MAST. The practical output is guidance for analytics teams: which checks to enable, when preparing knowledge is worthwhile, and when a simpler single agent is sufficient. These are expected outputs. No accuracy improvement has yet been demonstrated.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also a business decision about investment in analytical automation. We separate operating spending from preparation and adaptation effort. Operating measures include model and tool cost, latency, failed runs and retries. Cost per correct answer is reported alongside coverage. Preparation includes the hours needed to organise knowledge and memory, and adapt the system to a task setting. We will compare quality at the same budget and cost at comparable quality. Amortising preparation over future queries requires explicit assumptions. Benchmark findings can guide design choices, but they cannot establish realised workplace productivity savings or return on investment.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reviewer may share the analyst’s mistaken assumptions, or generate an invalid test. Filtering can also discard useful experience and add excessive cost. Too few relevant baseline failures would limit the study’s conclusions. Development validation and honest negative findings are therefore essential. One public benchmark and hierarchy cannot establish universal business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proposal, literature synthesis, problem map and research design are prepared. Implementation and experiments remain future work. Late October covers the minimal harness and model and budget agreement. November covers implementation, validation, the pilot and protocol freeze. Main comparisons follow in December, with failure and cost analysis in January. February through April covers writing and submission, followed by the final defense in May. The study will establish which checks are worth using in business analytics. 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2a592d1f6a64db2" /><Relationship Type="http://schemas.openxmlformats.org/officeDocument/2006/relationships/image" Target="/ppt/media/image.jpeg" Id="R8bd028a7625a441f" /><Relationship Type="http://schemas.openxmlformats.org/officeDocument/2006/relationships/image" Target="/ppt/media/image.png" Id="Rf24cc1bb59184b6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fe63ffc8e2f49f2" /><Relationship Type="http://schemas.openxmlformats.org/officeDocument/2006/relationships/image" Target="/ppt/media/image2.png" Id="Re2601a91f4d24de5" /><Relationship Type="http://schemas.openxmlformats.org/officeDocument/2006/relationships/image" Target="/ppt/media/image3.png" Id="Raf630a3d549441d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2db1ae4812544ae" /><Relationship Type="http://schemas.openxmlformats.org/officeDocument/2006/relationships/image" Target="/ppt/media/image4.png" Id="R9220f6439af34e46" /><Relationship Type="http://schemas.openxmlformats.org/officeDocument/2006/relationships/image" Target="/ppt/media/image3.png" Id="R846c911d9596420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324cc623a474c1b" /><Relationship Type="http://schemas.openxmlformats.org/officeDocument/2006/relationships/image" Target="/ppt/media/image3.png" Id="R72d912c5feb442e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a1a427005d94b0e" /><Relationship Type="http://schemas.openxmlformats.org/officeDocument/2006/relationships/image" Target="/ppt/media/image3.png" Id="Rea5bce442c4c4d67" /><Relationship Type="http://schemas.openxmlformats.org/officeDocument/2006/relationships/image" Target="/ppt/media/image2.jpeg" Id="R9b0a414814904f2b" /><Relationship Type="http://schemas.openxmlformats.org/officeDocument/2006/relationships/image" Target="/ppt/media/image5.png" Id="R7539b2c457b94716" /></Relationships>
</file>

<file path=ppt/slideLayouts/slideLayout1.xml><?xml version="1.0" encoding="utf-8"?>
<p:sldLayout xmlns:p="http://schemas.openxmlformats.org/presentationml/2006/main" preserve="1" userDrawn="1">
  <p:cSld name="1_Cover">
    <p:spTree>
      <p:nvGrpSpPr>
        <p:cNvPr id="1" name=""/>
        <p:cNvGrpSpPr/>
        <p:nvPr/>
      </p:nvGrpSpPr>
      <p:grpSpPr>
        <a:xfrm xmlns:a="http://schemas.openxmlformats.org/drawingml/2006/main"/>
      </p:grpSpPr>
      <p:pic>
        <p:nvPicPr>
          <p:cNvPr id="2" name="Picture 1">
            <a:extLst xmlns:a="http://schemas.openxmlformats.org/drawingml/2006/main">
              <a:ext uri="{FF2B5EF4-FFF2-40B4-BE49-F238E27FC236}">
                <a16:creationId xmlns:a16="http://schemas.microsoft.com/office/drawing/2014/main" id="{3E0DD1EA-07B9-477D-988D-4B83567C5AAC}"/>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8bd028a7625a441f"/>
          <a:srcRect xmlns:a="http://schemas.openxmlformats.org/drawingml/2006/main" l="18380" t="31059" r="0" b="0"/>
          <a:stretch xmlns:a="http://schemas.openxmlformats.org/drawingml/2006/main">
            <a:fillRect l="0" t="0" r="0" b="0"/>
          </a:stretch>
        </p:blipFill>
        <p:spPr>
          <a:xfrm xmlns:a="http://schemas.openxmlformats.org/drawingml/2006/main">
            <a:off x="0" y="0"/>
            <a:ext cx="12192000" cy="6864406"/>
          </a:xfrm>
          <a:prstGeom xmlns:a="http://schemas.openxmlformats.org/drawingml/2006/main" prst="rect">
            <a:avLst/>
          </a:prstGeom>
        </p:spPr>
      </p:pic>
      <p:sp>
        <p:nvSpPr>
          <p:cNvPr id="5" name="Rectangle 4">
            <a:extLst xmlns:a="http://schemas.openxmlformats.org/drawingml/2006/main">
              <a:ext uri="{FF2B5EF4-FFF2-40B4-BE49-F238E27FC236}">
                <a16:creationId xmlns:a16="http://schemas.microsoft.com/office/drawing/2014/main" id="{7AD1F0B0-A69E-4F70-A689-6AF3A2D9E416}"/>
              </a:ext>
            </a:extLst>
          </p:cNvPr>
          <p:cNvSpPr>
            <a:spLocks xmlns:a="http://schemas.openxmlformats.org/drawingml/2006/main" noGrp="1"/>
          </p:cNvSpPr>
          <p:nvPr/>
        </p:nvSpPr>
        <p:spPr>
          <a:xfrm xmlns:a="http://schemas.openxmlformats.org/drawingml/2006/main">
            <a:off x="0" y="3850030"/>
            <a:ext cx="12192000" cy="3033849"/>
          </a:xfrm>
          <a:prstGeom xmlns:a="http://schemas.openxmlformats.org/drawingml/2006/main" prst="rect">
            <a:avLst/>
          </a:prstGeom>
          <a:solidFill xmlns:a="http://schemas.openxmlformats.org/drawingml/2006/main">
            <a:srgbClr val="C00000">
              <a:alpha val="90000"/>
            </a:srgb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Straight Connector 7">
            <a:extLst xmlns:a="http://schemas.openxmlformats.org/drawingml/2006/main">
              <a:ext uri="{FF2B5EF4-FFF2-40B4-BE49-F238E27FC236}">
                <a16:creationId xmlns:a16="http://schemas.microsoft.com/office/drawing/2014/main" id="{861A8FB2-8EAB-4CDA-96DE-511ED827E0FD}"/>
              </a:ext>
            </a:extLst>
          </p:cNvPr>
          <p:cNvSpPr>
            <a:spLocks xmlns:a="http://schemas.openxmlformats.org/drawingml/2006/main" noGrp="1"/>
          </p:cNvSpPr>
          <p:nvPr/>
        </p:nvSpPr>
        <p:spPr>
          <a:xfrm xmlns:a="http://schemas.openxmlformats.org/drawingml/2006/main">
            <a:off x="0" y="3838665"/>
            <a:ext cx="12192000" cy="0"/>
          </a:xfrm>
          <a:prstGeom xmlns:a="http://schemas.openxmlformats.org/drawingml/2006/main" prst="line">
            <a:avLst/>
          </a:prstGeom>
          <a:ln xmlns:a="http://schemas.openxmlformats.org/drawingml/2006/main">
            <a:solidFill>
              <a:srgbClr val="DDB88F"/>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pic>
        <p:nvPicPr>
          <p:cNvPr id="9" name="Picture 8">
            <a:extLst xmlns:a="http://schemas.openxmlformats.org/drawingml/2006/main">
              <a:ext uri="{FF2B5EF4-FFF2-40B4-BE49-F238E27FC236}">
                <a16:creationId xmlns:a16="http://schemas.microsoft.com/office/drawing/2014/main" id="{DAD9A392-BAAB-4C12-8788-1CE93FABF510}"/>
              </a:ext>
            </a:extLst>
          </p:cNvPr>
          <p:cNvPicPr>
            <a:picLocks xmlns:a="http://schemas.openxmlformats.org/drawingml/2006/main" noChangeAspect="1"/>
          </p:cNvPicPr>
          <p:nvPr/>
        </p:nvPicPr>
        <p:blipFill>
          <a:blip xmlns:r="http://schemas.openxmlformats.org/officeDocument/2006/relationships" xmlns:a="http://schemas.openxmlformats.org/drawingml/2006/main" r:embed="Rf24cc1bb59184b66"/>
          <a:stretch xmlns:a="http://schemas.openxmlformats.org/drawingml/2006/main">
            <a:fillRect l="0" t="0" r="0" b="0"/>
          </a:stretch>
        </p:blipFill>
        <p:spPr>
          <a:xfrm xmlns:a="http://schemas.openxmlformats.org/drawingml/2006/main">
            <a:off x="6156960" y="4352838"/>
            <a:ext cx="5930536" cy="1235650"/>
          </a:xfrm>
          <a:prstGeom xmlns:a="http://schemas.openxmlformats.org/drawingml/2006/main" prst="rect">
            <a:avLst/>
          </a:prstGeom>
        </p:spPr>
      </p:pic>
      <p:sp>
        <p:nvSpPr>
          <p:cNvPr id="13" name="Title Placeholder 1">
            <a:extLst xmlns:a="http://schemas.openxmlformats.org/drawingml/2006/main">
              <a:ext uri="{FF2B5EF4-FFF2-40B4-BE49-F238E27FC236}">
                <a16:creationId xmlns:a16="http://schemas.microsoft.com/office/drawing/2014/main" id="{F45D3161-4DA5-4E99-AB3F-B47F5DFF61D8}"/>
              </a:ext>
            </a:extLst>
          </p:cNvPr>
          <p:cNvSpPr>
            <a:spLocks xmlns:a="http://schemas.openxmlformats.org/drawingml/2006/main" noGrp="1"/>
          </p:cNvSpPr>
          <p:nvPr>
            <p:ph type="title" idx="0" hasCustomPrompt="1"/>
          </p:nvPr>
        </p:nvSpPr>
        <p:spPr>
          <a:xfrm xmlns:a="http://schemas.openxmlformats.org/drawingml/2006/main">
            <a:off x="622539" y="4554747"/>
            <a:ext cx="5036389" cy="810883"/>
          </a:xfrm>
          <a:prstGeom xmlns:a="http://schemas.openxmlformats.org/drawingml/2006/main" prst="rect">
            <a:avLst/>
          </a:prstGeom>
        </p:spPr>
        <p:txBody>
          <a:bodyPr xmlns:a="http://schemas.openxmlformats.org/drawingml/2006/main" vert="horz" lIns="91440" tIns="45720" rIns="91440" bIns="45720" anchor="b">
            <a:normAutofit/>
          </a:bodyPr>
          <a:lstStyle xmlns:a="http://schemas.openxmlformats.org/drawingml/2006/main">
            <a:lvl1pPr>
              <a:buNone/>
              <a:defRPr b="1">
                <a:solidFill>
                  <a:schemeClr val="bg1"/>
                </a:solidFill>
              </a:defRPr>
            </a:lvl1pPr>
          </a:lstStyle>
          <a:p xmlns:a="http://schemas.openxmlformats.org/drawingml/2006/main">
            <a:r>
              <a:t>Title / 标题</a:t>
            </a:r>
          </a:p>
        </p:txBody>
      </p:sp>
      <p:sp>
        <p:nvSpPr>
          <p:cNvPr id="12" name="Text Placeholder 5">
            <a:extLst xmlns:a="http://schemas.openxmlformats.org/drawingml/2006/main">
              <a:ext uri="{FF2B5EF4-FFF2-40B4-BE49-F238E27FC236}">
                <a16:creationId xmlns:a16="http://schemas.microsoft.com/office/drawing/2014/main" id="{7C2CD642-8F79-4984-A976-018A09E23BA3}"/>
              </a:ext>
            </a:extLst>
          </p:cNvPr>
          <p:cNvSpPr>
            <a:spLocks xmlns:a="http://schemas.openxmlformats.org/drawingml/2006/main" noGrp="1"/>
          </p:cNvSpPr>
          <p:nvPr>
            <p:ph type="body" idx="10" hasCustomPrompt="1"/>
          </p:nvPr>
        </p:nvSpPr>
        <p:spPr>
          <a:xfrm xmlns:a="http://schemas.openxmlformats.org/drawingml/2006/main">
            <a:off x="629549" y="5425867"/>
            <a:ext cx="2994025" cy="569491"/>
          </a:xfrm>
        </p:spPr>
        <p:txBody>
          <a:bodyPr xmlns:a="http://schemas.openxmlformats.org/drawingml/2006/main"/>
          <a:lstStyle xmlns:a="http://schemas.openxmlformats.org/drawingml/2006/main">
            <a:lvl1pPr marL="0" indent="0">
              <a:buFontTx/>
              <a:buNone/>
              <a:defRPr>
                <a:solidFill>
                  <a:schemeClr val="bg1"/>
                </a:solidFill>
              </a:defRPr>
            </a:lvl1pPr>
          </a:lstStyle>
          <a:p xmlns:a="http://schemas.openxmlformats.org/drawingml/2006/main">
            <a:pPr marL="228600" marR="0" lvl="0" indent="-228600" algn="l" defTabSz="914400">
              <a:lnSpc>
                <a:spcPct val="120000"/>
              </a:lnSpc>
              <a:spcBef>
                <a:spcPts val="1000"/>
              </a:spcBef>
              <a:spcAft>
                <a:spcPts val="0"/>
              </a:spcAft>
              <a:buClrTx/>
              <a:buSzTx/>
              <a:buFont typeface="Arial"/>
              <a:buChar char="•"/>
            </a:pPr>
            <a:r>
              <a:t>Date / 日期</a:t>
            </a:r>
          </a:p>
        </p:txBody>
      </p:sp>
    </p:spTree>
  </p:cSld>
</p:sldLayout>
</file>

<file path=ppt/slideLayouts/slideLayout2.xml><?xml version="1.0" encoding="utf-8"?>
<p:sldLayout xmlns:p="http://schemas.openxmlformats.org/presentationml/2006/main" preserve="1" userDrawn="1">
  <p:cSld name="2_Chapter">
    <p:bg>
      <p:bgPr>
        <a:solidFill xmlns:a="http://schemas.openxmlformats.org/drawingml/2006/main">
          <a:schemeClr val="bg2">
            <a:lumMod val="40000"/>
            <a:lumOff val="60000"/>
          </a:schemeClr>
        </a:solidFill>
      </p:bgPr>
    </p:bg>
    <p:spTree>
      <p:nvGrpSpPr>
        <p:cNvPr id="1" name=""/>
        <p:cNvGrpSpPr/>
        <p:nvPr/>
      </p:nvGrpSpPr>
      <p:grpSpPr>
        <a:xfrm xmlns:a="http://schemas.openxmlformats.org/drawingml/2006/main"/>
      </p:grpSpPr>
      <p:pic>
        <p:nvPicPr>
          <p:cNvPr id="10" name="Picture 3">
            <a:extLst xmlns:a="http://schemas.openxmlformats.org/drawingml/2006/main">
              <a:ext uri="{FF2B5EF4-FFF2-40B4-BE49-F238E27FC236}">
                <a16:creationId xmlns:a16="http://schemas.microsoft.com/office/drawing/2014/main" id="{43A213E6-2EE8-4739-B8A7-38E5713A7744}"/>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2601a91f4d24de5"/>
          <a:srcRect xmlns:a="http://schemas.openxmlformats.org/drawingml/2006/main" l="0" t="0" r="11589" b="3584"/>
          <a:stretch xmlns:a="http://schemas.openxmlformats.org/drawingml/2006/main">
            <a:fillRect l="0" t="0" r="0" b="0"/>
          </a:stretch>
        </p:blipFill>
        <p:spPr>
          <a:xfrm xmlns:a="http://schemas.openxmlformats.org/drawingml/2006/main">
            <a:off x="4635033" y="1604905"/>
            <a:ext cx="7556967" cy="5253096"/>
          </a:xfrm>
          <a:prstGeom xmlns:a="http://schemas.openxmlformats.org/drawingml/2006/main" prst="rect">
            <a:avLst/>
          </a:prstGeom>
        </p:spPr>
      </p:pic>
      <p:sp>
        <p:nvSpPr>
          <p:cNvPr id="7" name="Date Placeholder 6">
            <a:extLst xmlns:a="http://schemas.openxmlformats.org/drawingml/2006/main">
              <a:ext uri="{FF2B5EF4-FFF2-40B4-BE49-F238E27FC236}">
                <a16:creationId xmlns:a16="http://schemas.microsoft.com/office/drawing/2014/main" id="{AB35E6EB-E15E-4445-8006-7CD8DA65231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endParaRPr/>
          </a:p>
        </p:txBody>
      </p:sp>
      <p:sp>
        <p:nvSpPr>
          <p:cNvPr id="8" name="Footer Placeholder 7">
            <a:extLst xmlns:a="http://schemas.openxmlformats.org/drawingml/2006/main">
              <a:ext uri="{FF2B5EF4-FFF2-40B4-BE49-F238E27FC236}">
                <a16:creationId xmlns:a16="http://schemas.microsoft.com/office/drawing/2014/main" id="{F5F0C85B-CCF8-42EC-934D-A9191EE70C8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2AF9A99B-F3AC-45FD-95A5-D84219F2F5A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endParaRPr/>
          </a:p>
        </p:txBody>
      </p:sp>
      <p:pic>
        <p:nvPicPr>
          <p:cNvPr id="28" name="Picture 27">
            <a:extLst xmlns:a="http://schemas.openxmlformats.org/drawingml/2006/main">
              <a:ext uri="{FF2B5EF4-FFF2-40B4-BE49-F238E27FC236}">
                <a16:creationId xmlns:a16="http://schemas.microsoft.com/office/drawing/2014/main" id="{C1547453-48BE-4785-A639-1680B3B10302}"/>
              </a:ext>
            </a:extLst>
          </p:cNvPr>
          <p:cNvPicPr>
            <a:picLocks xmlns:a="http://schemas.openxmlformats.org/drawingml/2006/main" noChangeAspect="1"/>
          </p:cNvPicPr>
          <p:nvPr/>
        </p:nvPicPr>
        <p:blipFill>
          <a:blip xmlns:r="http://schemas.openxmlformats.org/officeDocument/2006/relationships" xmlns:a="http://schemas.openxmlformats.org/drawingml/2006/main" r:embed="Raf630a3d549441d3"/>
          <a:stretch xmlns:a="http://schemas.openxmlformats.org/drawingml/2006/main">
            <a:fillRect l="0" t="0" r="0" b="0"/>
          </a:stretch>
        </p:blipFill>
        <p:spPr>
          <a:xfrm xmlns:a="http://schemas.openxmlformats.org/drawingml/2006/main">
            <a:off x="9206317" y="152400"/>
            <a:ext cx="2894243" cy="603026"/>
          </a:xfrm>
          <a:prstGeom xmlns:a="http://schemas.openxmlformats.org/drawingml/2006/main" prst="rect">
            <a:avLst/>
          </a:prstGeom>
        </p:spPr>
      </p:pic>
      <p:sp>
        <p:nvSpPr>
          <p:cNvPr id="16" name="Title 1">
            <a:extLst xmlns:a="http://schemas.openxmlformats.org/drawingml/2006/main">
              <a:ext uri="{FF2B5EF4-FFF2-40B4-BE49-F238E27FC236}">
                <a16:creationId xmlns:a16="http://schemas.microsoft.com/office/drawing/2014/main" id="{431A70D1-1838-4023-AE58-4DC1EB5BDDFD}"/>
              </a:ext>
            </a:extLst>
          </p:cNvPr>
          <p:cNvSpPr>
            <a:spLocks xmlns:a="http://schemas.openxmlformats.org/drawingml/2006/main" noGrp="1"/>
          </p:cNvSpPr>
          <p:nvPr>
            <p:ph type="title" idx="0" hasCustomPrompt="1"/>
          </p:nvPr>
        </p:nvSpPr>
        <p:spPr>
          <a:xfrm xmlns:a="http://schemas.openxmlformats.org/drawingml/2006/main">
            <a:off x="474785" y="998171"/>
            <a:ext cx="10515600" cy="701675"/>
          </a:xfrm>
        </p:spPr>
        <p:txBody>
          <a:bodyPr xmlns:a="http://schemas.openxmlformats.org/drawingml/2006/main" anchor="b"/>
          <a:lstStyle xmlns:a="http://schemas.openxmlformats.org/drawingml/2006/main">
            <a:lvl1pPr>
              <a:buNone/>
              <a:defRPr>
                <a:solidFill>
                  <a:schemeClr val="accent1"/>
                </a:solidFill>
              </a:defRPr>
            </a:lvl1pPr>
          </a:lstStyle>
          <a:p xmlns:a="http://schemas.openxmlformats.org/drawingml/2006/main">
            <a:r>
              <a:t>Title/标题</a:t>
            </a:r>
          </a:p>
        </p:txBody>
      </p:sp>
      <p:sp>
        <p:nvSpPr>
          <p:cNvPr id="23" name="Content Placeholder 3">
            <a:extLst xmlns:a="http://schemas.openxmlformats.org/drawingml/2006/main">
              <a:ext uri="{FF2B5EF4-FFF2-40B4-BE49-F238E27FC236}">
                <a16:creationId xmlns:a16="http://schemas.microsoft.com/office/drawing/2014/main" id="{A4627B37-BB9C-4727-9857-81D51E1B6015}"/>
              </a:ext>
            </a:extLst>
          </p:cNvPr>
          <p:cNvSpPr>
            <a:spLocks xmlns:a="http://schemas.openxmlformats.org/drawingml/2006/main" noGrp="1"/>
          </p:cNvSpPr>
          <p:nvPr>
            <p:ph idx="2" hasCustomPrompt="1"/>
          </p:nvPr>
        </p:nvSpPr>
        <p:spPr>
          <a:xfrm xmlns:a="http://schemas.openxmlformats.org/drawingml/2006/main">
            <a:off x="476372" y="2235444"/>
            <a:ext cx="5157787" cy="3684588"/>
          </a:xfrm>
        </p:spPr>
        <p:txBody>
          <a:bodyPr xmlns:a="http://schemas.openxmlformats.org/drawingml/2006/main"/>
          <a:lstStyle xmlns:a="http://schemas.openxmlformats.org/drawingml/2006/main">
            <a:lvl1pPr marL="228600" indent="-228600">
              <a:buClr>
                <a:schemeClr val="accent1"/>
              </a:buClr>
              <a:buFont typeface="Wingdings"/>
              <a:buChar char="§"/>
              <a:defRPr sz="2400">
                <a:solidFill>
                  <a:schemeClr val="tx2"/>
                </a:solidFill>
              </a:defRPr>
            </a:lvl1pPr>
            <a:lvl2pPr marL="685800" indent="-228600">
              <a:buClr>
                <a:schemeClr val="accent1"/>
              </a:buClr>
              <a:buFont typeface="Wingdings"/>
              <a:buChar char="§"/>
              <a:defRPr>
                <a:solidFill>
                  <a:schemeClr val="tx2"/>
                </a:solidFill>
              </a:defRPr>
            </a:lvl2pPr>
            <a:lvl3pPr marL="1143000" indent="-228600">
              <a:buClr>
                <a:schemeClr val="accent1"/>
              </a:buClr>
              <a:buFont typeface="Wingdings"/>
              <a:buChar char="§"/>
              <a:defRPr sz="2400">
                <a:solidFill>
                  <a:schemeClr val="tx2"/>
                </a:solidFill>
              </a:defRPr>
            </a:lvl3pPr>
            <a:lvl4pPr marL="1600200" indent="-228600">
              <a:buClr>
                <a:schemeClr val="accent1"/>
              </a:buClr>
              <a:buFont typeface="Wingdings"/>
              <a:buChar char="§"/>
              <a:defRPr sz="2400">
                <a:solidFill>
                  <a:schemeClr val="tx2"/>
                </a:solidFill>
              </a:defRPr>
            </a:lvl4pPr>
            <a:lvl5pPr marL="2057400" indent="-228600">
              <a:buClr>
                <a:schemeClr val="accent1"/>
              </a:buClr>
              <a:buFont typeface="Wingdings"/>
              <a:buChar char="§"/>
              <a:defRPr sz="2400">
                <a:solidFill>
                  <a:schemeClr val="tx2"/>
                </a:solidFill>
              </a:defRPr>
            </a:lvl5pPr>
          </a:lstStyle>
          <a:p xmlns:a="http://schemas.openxmlformats.org/drawingml/2006/main">
            <a:pPr lvl="0">
              <a:buNone/>
            </a:pPr>
            <a:r>
              <a:t>Text / 文字内容</a:t>
            </a:r>
          </a:p>
        </p:txBody>
      </p:sp>
      <p:sp>
        <p:nvSpPr>
          <p:cNvPr id="25" name="TextBox 24">
            <a:extLst xmlns:a="http://schemas.openxmlformats.org/drawingml/2006/main">
              <a:ext uri="{FF2B5EF4-FFF2-40B4-BE49-F238E27FC236}">
                <a16:creationId xmlns:a16="http://schemas.microsoft.com/office/drawing/2014/main" id="{898BB548-234D-43A9-9F1E-C48B54885207}"/>
              </a:ext>
            </a:extLst>
          </p:cNvPr>
          <p:cNvSpPr>
            <a:spLocks xmlns:a="http://schemas.openxmlformats.org/drawingml/2006/main" noGrp="1"/>
          </p:cNvSpPr>
          <p:nvPr/>
        </p:nvSpPr>
        <p:spPr>
          <a:xfrm xmlns:a="http://schemas.openxmlformats.org/drawingml/2006/main">
            <a:off x="413219" y="6295506"/>
            <a:ext cx="1479667" cy="26161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1050">
                <a:solidFill>
                  <a:schemeClr val="accent1"/>
                </a:solidFill>
                <a:latin typeface="+mj-ea"/>
                <a:ea typeface="+mj-ea"/>
                <a:cs typeface="+mj-ea"/>
              </a:rPr>
              <a:t>纵横交错 知行合一</a:t>
            </a:r>
          </a:p>
        </p:txBody>
      </p:sp>
    </p:spTree>
  </p:cSld>
</p:sldLayout>
</file>

<file path=ppt/slideLayouts/slideLayout3.xml><?xml version="1.0" encoding="utf-8"?>
<p:sldLayout xmlns:p="http://schemas.openxmlformats.org/presentationml/2006/main" preserve="1" userDrawn="1">
  <p:cSld name="3_One Column Layout">
    <p:spTree>
      <p:nvGrpSpPr>
        <p:cNvPr id="1" name=""/>
        <p:cNvGrpSpPr/>
        <p:nvPr/>
      </p:nvGrpSpPr>
      <p:grpSpPr>
        <a:xfrm xmlns:a="http://schemas.openxmlformats.org/drawingml/2006/main"/>
      </p:grpSpPr>
      <p:pic>
        <p:nvPicPr>
          <p:cNvPr id="10" name="Picture 4">
            <a:extLst xmlns:a="http://schemas.openxmlformats.org/drawingml/2006/main">
              <a:ext uri="{FF2B5EF4-FFF2-40B4-BE49-F238E27FC236}">
                <a16:creationId xmlns:a16="http://schemas.microsoft.com/office/drawing/2014/main" id="{A418C44D-26F9-45FF-B1A9-E7466F049B6A}"/>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9220f6439af34e46"/>
          <a:srcRect xmlns:a="http://schemas.openxmlformats.org/drawingml/2006/main" l="0" t="0" r="11297" b="3369"/>
          <a:stretch xmlns:a="http://schemas.openxmlformats.org/drawingml/2006/main">
            <a:fillRect l="0" t="0" r="0" b="0"/>
          </a:stretch>
        </p:blipFill>
        <p:spPr>
          <a:xfrm xmlns:a="http://schemas.openxmlformats.org/drawingml/2006/main">
            <a:off x="4638675" y="1613055"/>
            <a:ext cx="7553325" cy="5244945"/>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C8169D75-46E2-42CE-B13F-ACF85B19AB67}"/>
              </a:ext>
            </a:extLst>
          </p:cNvPr>
          <p:cNvSpPr>
            <a:spLocks xmlns:a="http://schemas.openxmlformats.org/drawingml/2006/main" noGrp="1"/>
          </p:cNvSpPr>
          <p:nvPr>
            <p:ph type="title" idx="0" hasCustomPrompt="1"/>
          </p:nvPr>
        </p:nvSpPr>
        <p:spPr>
          <a:xfrm xmlns:a="http://schemas.openxmlformats.org/drawingml/2006/main">
            <a:off x="474785" y="998171"/>
            <a:ext cx="8469923" cy="701675"/>
          </a:xfrm>
        </p:spPr>
        <p:txBody>
          <a:bodyPr xmlns:a="http://schemas.openxmlformats.org/drawingml/2006/main" anchor="b"/>
          <a:lstStyle xmlns:a="http://schemas.openxmlformats.org/drawingml/2006/main">
            <a:lvl1pPr>
              <a:buNone/>
              <a:defRPr>
                <a:solidFill>
                  <a:schemeClr val="accent1"/>
                </a:solidFill>
              </a:defRPr>
            </a:lvl1pPr>
          </a:lstStyle>
          <a:p xmlns:a="http://schemas.openxmlformats.org/drawingml/2006/main">
            <a:r>
              <a:t>Title/标题</a:t>
            </a:r>
          </a:p>
        </p:txBody>
      </p:sp>
      <p:sp>
        <p:nvSpPr>
          <p:cNvPr id="3" name="Content Placeholder 2">
            <a:extLst xmlns:a="http://schemas.openxmlformats.org/drawingml/2006/main">
              <a:ext uri="{FF2B5EF4-FFF2-40B4-BE49-F238E27FC236}">
                <a16:creationId xmlns:a16="http://schemas.microsoft.com/office/drawing/2014/main" id="{C373238C-B00F-4D2F-810A-1ABFB28138E9}"/>
              </a:ext>
            </a:extLst>
          </p:cNvPr>
          <p:cNvSpPr>
            <a:spLocks xmlns:a="http://schemas.openxmlformats.org/drawingml/2006/main" noGrp="1"/>
          </p:cNvSpPr>
          <p:nvPr>
            <p:ph idx="1" hasCustomPrompt="1"/>
          </p:nvPr>
        </p:nvSpPr>
        <p:spPr>
          <a:xfrm xmlns:a="http://schemas.openxmlformats.org/drawingml/2006/main">
            <a:off x="486507" y="1825625"/>
            <a:ext cx="8469923" cy="4351338"/>
          </a:xfrm>
        </p:spPr>
        <p:txBody>
          <a:bodyPr xmlns:a="http://schemas.openxmlformats.org/drawingml/2006/main"/>
          <a:lstStyle xmlns:a="http://schemas.openxmlformats.org/drawingml/2006/main">
            <a:lvl1pPr marL="228600" indent="-228600">
              <a:buClr>
                <a:schemeClr val="accent1"/>
              </a:buClr>
              <a:buFont typeface="Wingdings"/>
              <a:buChar char="§"/>
              <a:defRPr>
                <a:solidFill>
                  <a:schemeClr val="tx2"/>
                </a:solidFill>
              </a:defRPr>
            </a:lvl1pPr>
            <a:lvl2pPr>
              <a:buNone/>
              <a:defRPr>
                <a:solidFill>
                  <a:schemeClr val="tx2"/>
                </a:solidFill>
              </a:defRPr>
            </a:lvl2pPr>
            <a:lvl3pPr>
              <a:buNone/>
              <a:defRPr>
                <a:solidFill>
                  <a:schemeClr val="tx2"/>
                </a:solidFill>
              </a:defRPr>
            </a:lvl3pPr>
            <a:lvl4pPr>
              <a:buNone/>
              <a:defRPr>
                <a:solidFill>
                  <a:schemeClr val="tx2"/>
                </a:solidFill>
              </a:defRPr>
            </a:lvl4pPr>
            <a:lvl5pPr>
              <a:buNone/>
              <a:defRPr>
                <a:solidFill>
                  <a:schemeClr val="tx2"/>
                </a:solidFill>
              </a:defRPr>
            </a:lvl5pPr>
          </a:lstStyle>
          <a:p xmlns:a="http://schemas.openxmlformats.org/drawingml/2006/main">
            <a:pPr lvl="0">
              <a:buNone/>
            </a:pPr>
            <a:r>
              <a:t>Text / 文字内容</a:t>
            </a:r>
          </a:p>
        </p:txBody>
      </p:sp>
      <p:sp>
        <p:nvSpPr>
          <p:cNvPr id="5" name="Date Placeholder 4">
            <a:extLst xmlns:a="http://schemas.openxmlformats.org/drawingml/2006/main">
              <a:ext uri="{FF2B5EF4-FFF2-40B4-BE49-F238E27FC236}">
                <a16:creationId xmlns:a16="http://schemas.microsoft.com/office/drawing/2014/main" id="{DD7D615C-665D-4C33-8AED-068A2D83D897}"/>
              </a:ext>
            </a:extLst>
          </p:cNvPr>
          <p:cNvSpPr>
            <a:spLocks xmlns:a="http://schemas.openxmlformats.org/drawingml/2006/main" noGrp="1"/>
          </p:cNvSpPr>
          <p:nvPr>
            <p:ph type="dt" idx="10"/>
          </p:nvPr>
        </p:nvSpPr>
        <p:spPr>
          <a:xfrm xmlns:a="http://schemas.openxmlformats.org/drawingml/2006/main">
            <a:off x="10187354" y="6356350"/>
            <a:ext cx="943708" cy="365125"/>
          </a:xfrm>
        </p:spPr>
        <p:txBody>
          <a:bodyPr xmlns:a="http://schemas.openxmlformats.org/drawingml/2006/main"/>
          <a:lstStyle xmlns:a="http://schemas.openxmlformats.org/drawingml/2006/main"/>
          <a:p xmlns:a="http://schemas.openxmlformats.org/drawingml/2006/main">
            <a:endParaRPr/>
          </a:p>
        </p:txBody>
      </p:sp>
      <p:sp>
        <p:nvSpPr>
          <p:cNvPr id="6" name="Footer Placeholder 5">
            <a:extLst xmlns:a="http://schemas.openxmlformats.org/drawingml/2006/main">
              <a:ext uri="{FF2B5EF4-FFF2-40B4-BE49-F238E27FC236}">
                <a16:creationId xmlns:a16="http://schemas.microsoft.com/office/drawing/2014/main" id="{09B2295A-4066-4434-AAED-ADEE7806A5D9}"/>
              </a:ext>
            </a:extLst>
          </p:cNvPr>
          <p:cNvSpPr>
            <a:spLocks xmlns:a="http://schemas.openxmlformats.org/drawingml/2006/main" noGrp="1"/>
          </p:cNvSpPr>
          <p:nvPr>
            <p:ph type="ftr" idx="11"/>
          </p:nvPr>
        </p:nvSpPr>
        <p:spPr>
          <a:xfrm xmlns:a="http://schemas.openxmlformats.org/drawingml/2006/main">
            <a:off x="9108830" y="6356350"/>
            <a:ext cx="978877" cy="365125"/>
          </a:xfrm>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F9AEC537-E373-4D9A-8BDA-6836D2C198A9}"/>
              </a:ext>
            </a:extLst>
          </p:cNvPr>
          <p:cNvSpPr>
            <a:spLocks xmlns:a="http://schemas.openxmlformats.org/drawingml/2006/main" noGrp="1"/>
          </p:cNvSpPr>
          <p:nvPr>
            <p:ph type="sldNum" idx="12"/>
          </p:nvPr>
        </p:nvSpPr>
        <p:spPr>
          <a:xfrm xmlns:a="http://schemas.openxmlformats.org/drawingml/2006/main">
            <a:off x="11230707" y="6356350"/>
            <a:ext cx="504093" cy="365125"/>
          </a:xfrm>
        </p:spPr>
        <p:txBody>
          <a:bodyPr xmlns:a="http://schemas.openxmlformats.org/drawingml/2006/main"/>
          <a:lstStyle xmlns:a="http://schemas.openxmlformats.org/drawingml/2006/main"/>
          <a:p xmlns:a="http://schemas.openxmlformats.org/drawingml/2006/main">
            <a:endParaRPr/>
          </a:p>
        </p:txBody>
      </p:sp>
      <p:pic>
        <p:nvPicPr>
          <p:cNvPr id="14" name="Picture 13">
            <a:extLst xmlns:a="http://schemas.openxmlformats.org/drawingml/2006/main">
              <a:ext uri="{FF2B5EF4-FFF2-40B4-BE49-F238E27FC236}">
                <a16:creationId xmlns:a16="http://schemas.microsoft.com/office/drawing/2014/main" id="{19C7EB61-AB38-42D7-890B-CD1C51EBA8E1}"/>
              </a:ext>
            </a:extLst>
          </p:cNvPr>
          <p:cNvPicPr>
            <a:picLocks xmlns:a="http://schemas.openxmlformats.org/drawingml/2006/main" noChangeAspect="1"/>
          </p:cNvPicPr>
          <p:nvPr/>
        </p:nvPicPr>
        <p:blipFill>
          <a:blip xmlns:r="http://schemas.openxmlformats.org/officeDocument/2006/relationships" xmlns:a="http://schemas.openxmlformats.org/drawingml/2006/main" r:embed="R846c911d95964204"/>
          <a:stretch xmlns:a="http://schemas.openxmlformats.org/drawingml/2006/main">
            <a:fillRect l="0" t="0" r="0" b="0"/>
          </a:stretch>
        </p:blipFill>
        <p:spPr>
          <a:xfrm xmlns:a="http://schemas.openxmlformats.org/drawingml/2006/main">
            <a:off x="9206317" y="152400"/>
            <a:ext cx="2894243" cy="603026"/>
          </a:xfrm>
          <a:prstGeom xmlns:a="http://schemas.openxmlformats.org/drawingml/2006/main" prst="rect">
            <a:avLst/>
          </a:prstGeom>
        </p:spPr>
      </p:pic>
      <p:sp>
        <p:nvSpPr>
          <p:cNvPr id="20" name="TextBox 19">
            <a:extLst xmlns:a="http://schemas.openxmlformats.org/drawingml/2006/main">
              <a:ext uri="{FF2B5EF4-FFF2-40B4-BE49-F238E27FC236}">
                <a16:creationId xmlns:a16="http://schemas.microsoft.com/office/drawing/2014/main" id="{D71618D9-808B-4A5F-A5D4-6EAAB651B86A}"/>
              </a:ext>
            </a:extLst>
          </p:cNvPr>
          <p:cNvSpPr>
            <a:spLocks xmlns:a="http://schemas.openxmlformats.org/drawingml/2006/main" noGrp="1"/>
          </p:cNvSpPr>
          <p:nvPr/>
        </p:nvSpPr>
        <p:spPr>
          <a:xfrm xmlns:a="http://schemas.openxmlformats.org/drawingml/2006/main">
            <a:off x="413219" y="6295506"/>
            <a:ext cx="1479667" cy="26161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1050">
                <a:solidFill>
                  <a:schemeClr val="accent1"/>
                </a:solidFill>
                <a:latin typeface="+mj-ea"/>
                <a:ea typeface="+mj-ea"/>
                <a:cs typeface="+mj-ea"/>
              </a:rPr>
              <a:t>纵横交错 知行合一</a:t>
            </a:r>
          </a:p>
        </p:txBody>
      </p:sp>
    </p:spTree>
  </p:cSld>
</p:sldLayout>
</file>

<file path=ppt/slideLayouts/slideLayout4.xml><?xml version="1.0" encoding="utf-8"?>
<p:sldLayout xmlns:p="http://schemas.openxmlformats.org/presentationml/2006/main" preserve="1" userDrawn="1">
  <p:cSld name="4_Two Column Layout">
    <p:spTree>
      <p:nvGrpSpPr>
        <p:cNvPr id="1" name=""/>
        <p:cNvGrpSpPr/>
        <p:nvPr/>
      </p:nvGrpSpPr>
      <p:grpSpPr>
        <a:xfrm xmlns:a="http://schemas.openxmlformats.org/drawingml/2006/main"/>
      </p:grpSpPr>
      <p:sp>
        <p:nvSpPr>
          <p:cNvPr id="7" name="Date Placeholder 6">
            <a:extLst xmlns:a="http://schemas.openxmlformats.org/drawingml/2006/main">
              <a:ext uri="{FF2B5EF4-FFF2-40B4-BE49-F238E27FC236}">
                <a16:creationId xmlns:a16="http://schemas.microsoft.com/office/drawing/2014/main" id="{30199F6C-D098-4C02-831B-F6A6B32879C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endParaRPr/>
          </a:p>
        </p:txBody>
      </p:sp>
      <p:sp>
        <p:nvSpPr>
          <p:cNvPr id="8" name="Footer Placeholder 7">
            <a:extLst xmlns:a="http://schemas.openxmlformats.org/drawingml/2006/main">
              <a:ext uri="{FF2B5EF4-FFF2-40B4-BE49-F238E27FC236}">
                <a16:creationId xmlns:a16="http://schemas.microsoft.com/office/drawing/2014/main" id="{D62D5598-AAC1-4C9F-800C-0FACEDA9447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254689F2-8E23-4552-A68D-E968123689F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endParaRPr/>
          </a:p>
        </p:txBody>
      </p:sp>
      <p:pic>
        <p:nvPicPr>
          <p:cNvPr id="16" name="Picture 15">
            <a:extLst xmlns:a="http://schemas.openxmlformats.org/drawingml/2006/main">
              <a:ext uri="{FF2B5EF4-FFF2-40B4-BE49-F238E27FC236}">
                <a16:creationId xmlns:a16="http://schemas.microsoft.com/office/drawing/2014/main" id="{58582614-006C-470C-AB40-3D880864C8AD}"/>
              </a:ext>
            </a:extLst>
          </p:cNvPr>
          <p:cNvPicPr>
            <a:picLocks xmlns:a="http://schemas.openxmlformats.org/drawingml/2006/main" noChangeAspect="1"/>
          </p:cNvPicPr>
          <p:nvPr/>
        </p:nvPicPr>
        <p:blipFill>
          <a:blip xmlns:r="http://schemas.openxmlformats.org/officeDocument/2006/relationships" xmlns:a="http://schemas.openxmlformats.org/drawingml/2006/main" r:embed="R72d912c5feb442e7"/>
          <a:stretch xmlns:a="http://schemas.openxmlformats.org/drawingml/2006/main">
            <a:fillRect l="0" t="0" r="0" b="0"/>
          </a:stretch>
        </p:blipFill>
        <p:spPr>
          <a:xfrm xmlns:a="http://schemas.openxmlformats.org/drawingml/2006/main">
            <a:off x="9206317" y="152400"/>
            <a:ext cx="2894243" cy="603026"/>
          </a:xfrm>
          <a:prstGeom xmlns:a="http://schemas.openxmlformats.org/drawingml/2006/main" prst="rect">
            <a:avLst/>
          </a:prstGeom>
        </p:spPr>
      </p:pic>
      <p:sp>
        <p:nvSpPr>
          <p:cNvPr id="13" name="Title 1">
            <a:extLst xmlns:a="http://schemas.openxmlformats.org/drawingml/2006/main">
              <a:ext uri="{FF2B5EF4-FFF2-40B4-BE49-F238E27FC236}">
                <a16:creationId xmlns:a16="http://schemas.microsoft.com/office/drawing/2014/main" id="{209C5985-A3E4-4178-B1CE-D68E7D3D5958}"/>
              </a:ext>
            </a:extLst>
          </p:cNvPr>
          <p:cNvSpPr>
            <a:spLocks xmlns:a="http://schemas.openxmlformats.org/drawingml/2006/main" noGrp="1"/>
          </p:cNvSpPr>
          <p:nvPr>
            <p:ph type="title" idx="0" hasCustomPrompt="1"/>
          </p:nvPr>
        </p:nvSpPr>
        <p:spPr>
          <a:xfrm xmlns:a="http://schemas.openxmlformats.org/drawingml/2006/main">
            <a:off x="474785" y="998171"/>
            <a:ext cx="10515600" cy="701675"/>
          </a:xfrm>
        </p:spPr>
        <p:txBody>
          <a:bodyPr xmlns:a="http://schemas.openxmlformats.org/drawingml/2006/main" anchor="b"/>
          <a:lstStyle xmlns:a="http://schemas.openxmlformats.org/drawingml/2006/main">
            <a:lvl1pPr>
              <a:buNone/>
              <a:defRPr>
                <a:solidFill>
                  <a:schemeClr val="accent1"/>
                </a:solidFill>
              </a:defRPr>
            </a:lvl1pPr>
          </a:lstStyle>
          <a:p xmlns:a="http://schemas.openxmlformats.org/drawingml/2006/main">
            <a:r>
              <a:t>Title/标题</a:t>
            </a:r>
          </a:p>
        </p:txBody>
      </p:sp>
      <p:sp>
        <p:nvSpPr>
          <p:cNvPr id="14" name="Content Placeholder 2">
            <a:extLst xmlns:a="http://schemas.openxmlformats.org/drawingml/2006/main">
              <a:ext uri="{FF2B5EF4-FFF2-40B4-BE49-F238E27FC236}">
                <a16:creationId xmlns:a16="http://schemas.microsoft.com/office/drawing/2014/main" id="{364CD0F8-0DDF-46F2-86DF-CCA5C3D5084E}"/>
              </a:ext>
            </a:extLst>
          </p:cNvPr>
          <p:cNvSpPr>
            <a:spLocks xmlns:a="http://schemas.openxmlformats.org/drawingml/2006/main" noGrp="1"/>
          </p:cNvSpPr>
          <p:nvPr>
            <p:ph idx="1" hasCustomPrompt="1"/>
          </p:nvPr>
        </p:nvSpPr>
        <p:spPr>
          <a:xfrm xmlns:a="http://schemas.openxmlformats.org/drawingml/2006/main">
            <a:off x="486507" y="1825625"/>
            <a:ext cx="4214447" cy="4351338"/>
          </a:xfrm>
        </p:spPr>
        <p:txBody>
          <a:bodyPr xmlns:a="http://schemas.openxmlformats.org/drawingml/2006/main"/>
          <a:lstStyle xmlns:a="http://schemas.openxmlformats.org/drawingml/2006/main">
            <a:lvl1pPr marL="457200" indent="-457200">
              <a:buClr>
                <a:schemeClr val="accent1"/>
              </a:buClr>
              <a:buFont typeface="Wingdings"/>
              <a:buChar char="§"/>
              <a:defRPr>
                <a:solidFill>
                  <a:schemeClr val="tx2"/>
                </a:solidFill>
              </a:defRPr>
            </a:lvl1pPr>
            <a:lvl2pPr>
              <a:buNone/>
              <a:defRPr>
                <a:solidFill>
                  <a:schemeClr val="tx2"/>
                </a:solidFill>
              </a:defRPr>
            </a:lvl2pPr>
            <a:lvl3pPr>
              <a:buNone/>
              <a:defRPr>
                <a:solidFill>
                  <a:schemeClr val="tx2"/>
                </a:solidFill>
              </a:defRPr>
            </a:lvl3pPr>
            <a:lvl4pPr>
              <a:buNone/>
              <a:defRPr>
                <a:solidFill>
                  <a:schemeClr val="tx2"/>
                </a:solidFill>
              </a:defRPr>
            </a:lvl4pPr>
            <a:lvl5pPr>
              <a:buNone/>
              <a:defRPr>
                <a:solidFill>
                  <a:schemeClr val="tx2"/>
                </a:solidFill>
              </a:defRPr>
            </a:lvl5pPr>
          </a:lstStyle>
          <a:p xmlns:a="http://schemas.openxmlformats.org/drawingml/2006/main">
            <a:pPr lvl="0">
              <a:buNone/>
            </a:pPr>
            <a:r>
              <a:t>Text / 文字内容</a:t>
            </a:r>
          </a:p>
        </p:txBody>
      </p:sp>
      <p:sp>
        <p:nvSpPr>
          <p:cNvPr id="15" name="Picture Placeholder 2">
            <a:extLst xmlns:a="http://schemas.openxmlformats.org/drawingml/2006/main">
              <a:ext uri="{FF2B5EF4-FFF2-40B4-BE49-F238E27FC236}">
                <a16:creationId xmlns:a16="http://schemas.microsoft.com/office/drawing/2014/main" id="{9118915E-9E7B-4450-9A63-5C20D5F31FD0}"/>
              </a:ext>
            </a:extLst>
          </p:cNvPr>
          <p:cNvSpPr>
            <a:spLocks xmlns:a="http://schemas.openxmlformats.org/drawingml/2006/main" noGrp="1"/>
          </p:cNvSpPr>
          <p:nvPr>
            <p:ph type="pic" idx="13" hasCustomPrompt="1"/>
          </p:nvPr>
        </p:nvSpPr>
        <p:spPr>
          <a:xfrm xmlns:a="http://schemas.openxmlformats.org/drawingml/2006/main">
            <a:off x="4911969" y="1817077"/>
            <a:ext cx="7280031" cy="4360985"/>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r>
              <a:t>Picture/图片</a:t>
            </a:r>
          </a:p>
        </p:txBody>
      </p:sp>
      <p:sp>
        <p:nvSpPr>
          <p:cNvPr id="12" name="TextBox 11">
            <a:extLst xmlns:a="http://schemas.openxmlformats.org/drawingml/2006/main">
              <a:ext uri="{FF2B5EF4-FFF2-40B4-BE49-F238E27FC236}">
                <a16:creationId xmlns:a16="http://schemas.microsoft.com/office/drawing/2014/main" id="{4AFD43D5-84AD-43C4-AB9F-03727F5F64EB}"/>
              </a:ext>
            </a:extLst>
          </p:cNvPr>
          <p:cNvSpPr>
            <a:spLocks xmlns:a="http://schemas.openxmlformats.org/drawingml/2006/main" noGrp="1"/>
          </p:cNvSpPr>
          <p:nvPr/>
        </p:nvSpPr>
        <p:spPr>
          <a:xfrm xmlns:a="http://schemas.openxmlformats.org/drawingml/2006/main">
            <a:off x="413219" y="6295506"/>
            <a:ext cx="1479667" cy="26161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1050">
                <a:solidFill>
                  <a:schemeClr val="accent1"/>
                </a:solidFill>
                <a:latin typeface="+mj-ea"/>
                <a:ea typeface="+mj-ea"/>
                <a:cs typeface="+mj-ea"/>
              </a:rPr>
              <a:t>纵横交错 知行合一</a:t>
            </a:r>
          </a:p>
        </p:txBody>
      </p:sp>
    </p:spTree>
  </p:cSld>
</p:sldLayout>
</file>

<file path=ppt/slideLayouts/slideLayout5.xml><?xml version="1.0" encoding="utf-8"?>
<p:sldLayout xmlns:p="http://schemas.openxmlformats.org/presentationml/2006/main" preserve="1" userDrawn="1">
  <p:cSld name="2_Cover">
    <p:spTree>
      <p:nvGrpSpPr>
        <p:cNvPr id="1" name=""/>
        <p:cNvGrpSpPr/>
        <p:nvPr/>
      </p:nvGrpSpPr>
      <p:grpSpPr>
        <a:xfrm xmlns:a="http://schemas.openxmlformats.org/drawingml/2006/main"/>
      </p:grpSpPr>
      <p:pic>
        <p:nvPicPr>
          <p:cNvPr id="3" name="Picture 2">
            <a:extLst xmlns:a="http://schemas.openxmlformats.org/drawingml/2006/main">
              <a:ext uri="{FF2B5EF4-FFF2-40B4-BE49-F238E27FC236}">
                <a16:creationId xmlns:a16="http://schemas.microsoft.com/office/drawing/2014/main" id="{5BA38618-A229-4575-A2B6-5329737B35AF}"/>
              </a:ext>
            </a:extLst>
          </p:cNvPr>
          <p:cNvPicPr>
            <a:picLocks xmlns:a="http://schemas.openxmlformats.org/drawingml/2006/main" noChangeAspect="1"/>
          </p:cNvPicPr>
          <p:nvPr/>
        </p:nvPicPr>
        <p:blipFill>
          <a:blip xmlns:r="http://schemas.openxmlformats.org/officeDocument/2006/relationships" xmlns:a="http://schemas.openxmlformats.org/drawingml/2006/main" r:embed="Rea5bce442c4c4d67"/>
          <a:stretch xmlns:a="http://schemas.openxmlformats.org/drawingml/2006/main">
            <a:fillRect l="0" t="0" r="0" b="0"/>
          </a:stretch>
        </p:blipFill>
        <p:spPr>
          <a:xfrm xmlns:a="http://schemas.openxmlformats.org/drawingml/2006/main">
            <a:off x="9206317" y="152400"/>
            <a:ext cx="2894243" cy="603026"/>
          </a:xfrm>
          <a:prstGeom xmlns:a="http://schemas.openxmlformats.org/drawingml/2006/main" prst="rect">
            <a:avLst/>
          </a:prstGeom>
        </p:spPr>
      </p:pic>
      <p:pic>
        <p:nvPicPr>
          <p:cNvPr id="2" name="Picture 1">
            <a:extLst xmlns:a="http://schemas.openxmlformats.org/drawingml/2006/main">
              <a:ext uri="{FF2B5EF4-FFF2-40B4-BE49-F238E27FC236}">
                <a16:creationId xmlns:a16="http://schemas.microsoft.com/office/drawing/2014/main" id="{4749CD5C-1E5C-4974-A1C3-78DDF1F3BF70}"/>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9b0a414814904f2b"/>
          <a:srcRect xmlns:a="http://schemas.openxmlformats.org/drawingml/2006/main" l="1891" t="38137" r="23803"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6" name="Rectangle 5">
            <a:extLst xmlns:a="http://schemas.openxmlformats.org/drawingml/2006/main">
              <a:ext uri="{FF2B5EF4-FFF2-40B4-BE49-F238E27FC236}">
                <a16:creationId xmlns:a16="http://schemas.microsoft.com/office/drawing/2014/main" id="{C9F66760-CA8D-4A2A-ADF6-B40F7A202C17}"/>
              </a:ext>
            </a:extLst>
          </p:cNvPr>
          <p:cNvSpPr>
            <a:spLocks xmlns:a="http://schemas.openxmlformats.org/drawingml/2006/main" noGrp="1"/>
          </p:cNvSpPr>
          <p:nvPr/>
        </p:nvSpPr>
        <p:spPr>
          <a:xfrm xmlns:a="http://schemas.openxmlformats.org/drawingml/2006/main">
            <a:off x="0" y="4953896"/>
            <a:ext cx="12192000" cy="1904104"/>
          </a:xfrm>
          <a:prstGeom xmlns:a="http://schemas.openxmlformats.org/drawingml/2006/main" prst="rect">
            <a:avLst/>
          </a:prstGeom>
          <a:solidFill xmlns:a="http://schemas.openxmlformats.org/drawingml/2006/main">
            <a:srgbClr val="C00000">
              <a:alpha val="90000"/>
            </a:srgb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Rectangle 7">
            <a:extLst xmlns:a="http://schemas.openxmlformats.org/drawingml/2006/main">
              <a:ext uri="{FF2B5EF4-FFF2-40B4-BE49-F238E27FC236}">
                <a16:creationId xmlns:a16="http://schemas.microsoft.com/office/drawing/2014/main" id="{3C4BEED9-3C9D-4C17-A1D0-BAB36CE6BA63}"/>
              </a:ext>
            </a:extLst>
          </p:cNvPr>
          <p:cNvSpPr>
            <a:spLocks xmlns:a="http://schemas.openxmlformats.org/drawingml/2006/main" noGrp="1"/>
          </p:cNvSpPr>
          <p:nvPr/>
        </p:nvSpPr>
        <p:spPr>
          <a:xfrm xmlns:a="http://schemas.openxmlformats.org/drawingml/2006/main">
            <a:off x="0" y="0"/>
            <a:ext cx="12192000" cy="1904104"/>
          </a:xfrm>
          <a:prstGeom xmlns:a="http://schemas.openxmlformats.org/drawingml/2006/main" prst="rect">
            <a:avLst/>
          </a:prstGeom>
          <a:solidFill xmlns:a="http://schemas.openxmlformats.org/drawingml/2006/main">
            <a:srgbClr val="C00000">
              <a:alpha val="90000"/>
            </a:srgb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10" name="Picture 9">
            <a:extLst xmlns:a="http://schemas.openxmlformats.org/drawingml/2006/main">
              <a:ext uri="{FF2B5EF4-FFF2-40B4-BE49-F238E27FC236}">
                <a16:creationId xmlns:a16="http://schemas.microsoft.com/office/drawing/2014/main" id="{551626A9-806E-42D8-BCE7-377B5FB8C46E}"/>
              </a:ext>
            </a:extLst>
          </p:cNvPr>
          <p:cNvPicPr>
            <a:picLocks xmlns:a="http://schemas.openxmlformats.org/drawingml/2006/main" noChangeAspect="1"/>
          </p:cNvPicPr>
          <p:nvPr/>
        </p:nvPicPr>
        <p:blipFill>
          <a:blip xmlns:r="http://schemas.openxmlformats.org/officeDocument/2006/relationships" xmlns:a="http://schemas.openxmlformats.org/drawingml/2006/main" r:embed="R7539b2c457b94716"/>
          <a:stretch xmlns:a="http://schemas.openxmlformats.org/drawingml/2006/main">
            <a:fillRect l="0" t="0" r="0" b="0"/>
          </a:stretch>
        </p:blipFill>
        <p:spPr>
          <a:xfrm xmlns:a="http://schemas.openxmlformats.org/drawingml/2006/main">
            <a:off x="3415774" y="5343477"/>
            <a:ext cx="5350017" cy="1114697"/>
          </a:xfrm>
          <a:prstGeom xmlns:a="http://schemas.openxmlformats.org/drawingml/2006/main" prst="rect">
            <a:avLst/>
          </a:prstGeom>
        </p:spPr>
      </p:pic>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fe4664c2db44896" /><Relationship Type="http://schemas.openxmlformats.org/officeDocument/2006/relationships/slideLayout" Target="/ppt/slideLayouts/slideLayout1.xml" Id="Rc53cc5cf5c80439d" /><Relationship Type="http://schemas.openxmlformats.org/officeDocument/2006/relationships/slideLayout" Target="/ppt/slideLayouts/slideLayout2.xml" Id="Rb9fe29222031467a" /><Relationship Type="http://schemas.openxmlformats.org/officeDocument/2006/relationships/slideLayout" Target="/ppt/slideLayouts/slideLayout3.xml" Id="R52e167836f48442e" /><Relationship Type="http://schemas.openxmlformats.org/officeDocument/2006/relationships/slideLayout" Target="/ppt/slideLayouts/slideLayout4.xml" Id="Rb7e71c5519224970" /><Relationship Type="http://schemas.openxmlformats.org/officeDocument/2006/relationships/slideLayout" Target="/ppt/slideLayouts/slideLayout5.xml" Id="R04077ce32df248e4"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611370E-72F6-4FE0-898C-44ED50D95119}"/>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38390320-C306-4952-BAB1-7AC0B1E6FDCE}"/>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BE7AAA27-BA54-4CE3-B78E-6A08B5723841}"/>
              </a:ext>
            </a:extLst>
          </p:cNvPr>
          <p:cNvSpPr>
            <a:spLocks xmlns:a="http://schemas.openxmlformats.org/drawingml/2006/main" noGrp="1"/>
          </p:cNvSpPr>
          <p:nvPr>
            <p:ph type="dt" idx="2"/>
          </p:nvPr>
        </p:nvSpPr>
        <p:spPr>
          <a:xfrm xmlns:a="http://schemas.openxmlformats.org/drawingml/2006/main">
            <a:off x="9788769" y="6356350"/>
            <a:ext cx="1019908"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endParaRPr/>
          </a:p>
        </p:txBody>
      </p:sp>
      <p:sp>
        <p:nvSpPr>
          <p:cNvPr id="5" name="Footer Placeholder 4">
            <a:extLst xmlns:a="http://schemas.openxmlformats.org/drawingml/2006/main">
              <a:ext uri="{FF2B5EF4-FFF2-40B4-BE49-F238E27FC236}">
                <a16:creationId xmlns:a16="http://schemas.microsoft.com/office/drawing/2014/main" id="{44CCE7E1-9859-4BD6-A8C9-CB3042997FCF}"/>
              </a:ext>
            </a:extLst>
          </p:cNvPr>
          <p:cNvSpPr>
            <a:spLocks xmlns:a="http://schemas.openxmlformats.org/drawingml/2006/main" noGrp="1"/>
          </p:cNvSpPr>
          <p:nvPr>
            <p:ph type="ftr" idx="3"/>
          </p:nvPr>
        </p:nvSpPr>
        <p:spPr>
          <a:xfrm xmlns:a="http://schemas.openxmlformats.org/drawingml/2006/main">
            <a:off x="8710245" y="6356350"/>
            <a:ext cx="978877"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6C59642-3CD4-42ED-A83C-A13B2F2E0815}"/>
              </a:ext>
            </a:extLst>
          </p:cNvPr>
          <p:cNvSpPr>
            <a:spLocks xmlns:a="http://schemas.openxmlformats.org/drawingml/2006/main" noGrp="1"/>
          </p:cNvSpPr>
          <p:nvPr>
            <p:ph type="sldNum" idx="4"/>
          </p:nvPr>
        </p:nvSpPr>
        <p:spPr>
          <a:xfrm xmlns:a="http://schemas.openxmlformats.org/drawingml/2006/main">
            <a:off x="10832122" y="6356350"/>
            <a:ext cx="521677"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3cc5cf5c80439d"/>
    <p:sldLayoutId xmlns:r="http://schemas.openxmlformats.org/officeDocument/2006/relationships" id="2147483650" r:id="Rb9fe29222031467a"/>
    <p:sldLayoutId xmlns:r="http://schemas.openxmlformats.org/officeDocument/2006/relationships" id="2147483651" r:id="R52e167836f48442e"/>
    <p:sldLayoutId xmlns:r="http://schemas.openxmlformats.org/officeDocument/2006/relationships" id="2147483652" r:id="Rb7e71c5519224970"/>
    <p:sldLayoutId xmlns:r="http://schemas.openxmlformats.org/officeDocument/2006/relationships" id="2147483653" r:id="R04077ce32df248e4"/>
  </p:sldLayoutIdLst>
  <p:txStyles>
    <p:titleStyle>
      <a:lvl1pPr xmlns:a="http://schemas.openxmlformats.org/drawingml/2006/main" algn="l" defTabSz="914400">
        <a:lnSpc>
          <a:spcPct val="90000"/>
        </a:lnSpc>
        <a:spcBef>
          <a:spcPct val="0"/>
        </a:spcBef>
        <a:buNone/>
        <a:defRPr sz="4400" kern="1200">
          <a:solidFill>
            <a:schemeClr val="accent1"/>
          </a:solidFill>
          <a:latin typeface="+mj-ea"/>
          <a:ea typeface="+mj-ea"/>
          <a:cs typeface="+mj-ea"/>
        </a:defRPr>
      </a:lvl1pPr>
    </p:titleStyle>
    <p:bodyStyle>
      <a:lvl1pPr xmlns:a="http://schemas.openxmlformats.org/drawingml/2006/main" marL="228600" indent="-228600" algn="l" defTabSz="914400">
        <a:lnSpc>
          <a:spcPct val="120000"/>
        </a:lnSpc>
        <a:spcBef>
          <a:spcPts val="1000"/>
        </a:spcBef>
        <a:buFont typeface="Arial"/>
        <a:buChar char="•"/>
        <a:defRPr sz="2800" kern="1200">
          <a:solidFill>
            <a:schemeClr val="tx2"/>
          </a:solidFill>
          <a:latin typeface="+mj-ea"/>
          <a:ea typeface="+mj-ea"/>
          <a:cs typeface="+mj-ea"/>
        </a:defRPr>
      </a:lvl1pPr>
      <a:lvl2pPr xmlns:a="http://schemas.openxmlformats.org/drawingml/2006/main" marL="685800" indent="-228600" algn="l" defTabSz="914400">
        <a:lnSpc>
          <a:spcPct val="120000"/>
        </a:lnSpc>
        <a:spcBef>
          <a:spcPts val="500"/>
        </a:spcBef>
        <a:buFont typeface="Arial"/>
        <a:buChar char="•"/>
        <a:defRPr sz="2400" kern="1200">
          <a:solidFill>
            <a:schemeClr val="tx2"/>
          </a:solidFill>
          <a:latin typeface="+mj-ea"/>
          <a:ea typeface="+mj-ea"/>
          <a:cs typeface="+mj-ea"/>
        </a:defRPr>
      </a:lvl2pPr>
      <a:lvl3pPr xmlns:a="http://schemas.openxmlformats.org/drawingml/2006/main" marL="1143000" indent="-228600" algn="l" defTabSz="914400">
        <a:lnSpc>
          <a:spcPct val="120000"/>
        </a:lnSpc>
        <a:spcBef>
          <a:spcPts val="500"/>
        </a:spcBef>
        <a:buFont typeface="Arial"/>
        <a:buChar char="•"/>
        <a:defRPr sz="2000" kern="1200">
          <a:solidFill>
            <a:schemeClr val="tx2"/>
          </a:solidFill>
          <a:latin typeface="+mj-ea"/>
          <a:ea typeface="+mj-ea"/>
          <a:cs typeface="+mj-ea"/>
        </a:defRPr>
      </a:lvl3pPr>
      <a:lvl4pPr xmlns:a="http://schemas.openxmlformats.org/drawingml/2006/main" marL="1600200" indent="-228600" algn="l" defTabSz="914400">
        <a:lnSpc>
          <a:spcPct val="120000"/>
        </a:lnSpc>
        <a:spcBef>
          <a:spcPts val="500"/>
        </a:spcBef>
        <a:buFont typeface="Arial"/>
        <a:buChar char="•"/>
        <a:defRPr sz="1800" kern="1200">
          <a:solidFill>
            <a:schemeClr val="tx2"/>
          </a:solidFill>
          <a:latin typeface="+mj-ea"/>
          <a:ea typeface="+mj-ea"/>
          <a:cs typeface="+mj-ea"/>
        </a:defRPr>
      </a:lvl4pPr>
      <a:lvl5pPr xmlns:a="http://schemas.openxmlformats.org/drawingml/2006/main" marL="2057400" indent="-228600" algn="l" defTabSz="914400">
        <a:lnSpc>
          <a:spcPct val="120000"/>
        </a:lnSpc>
        <a:spcBef>
          <a:spcPts val="500"/>
        </a:spcBef>
        <a:buFont typeface="Arial"/>
        <a:buChar char="•"/>
        <a:defRPr sz="1800" kern="1200">
          <a:solidFill>
            <a:schemeClr val="tx2"/>
          </a:solidFill>
          <a:latin typeface="+mj-ea"/>
          <a:ea typeface="+mj-ea"/>
          <a:cs typeface="+mj-ea"/>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ACEM">
      <a:dk1>
        <a:sysClr val="windowText" lastClr="000000"/>
      </a:dk1>
      <a:lt1>
        <a:sysClr val="window" lastClr="FFFFFF"/>
      </a:lt1>
      <a:dk2>
        <a:srgbClr val="575757"/>
      </a:dk2>
      <a:lt2>
        <a:srgbClr val="D6C4A6"/>
      </a:lt2>
      <a:accent1>
        <a:srgbClr val="B81C22"/>
      </a:accent1>
      <a:accent2>
        <a:srgbClr val="D55816"/>
      </a:accent2>
      <a:accent3>
        <a:srgbClr val="B88C50"/>
      </a:accent3>
      <a:accent4>
        <a:srgbClr val="A89A7C"/>
      </a:accent4>
      <a:accent5>
        <a:srgbClr val="7F5F52"/>
      </a:accent5>
      <a:accent6>
        <a:srgbClr val="254865"/>
      </a:accent6>
      <a:hlink>
        <a:srgbClr val="6B9F25"/>
      </a:hlink>
      <a:folHlink>
        <a:srgbClr val="E5C243"/>
      </a:folHlink>
    </a:clrScheme>
    <a:fontScheme name="ACEM office">
      <a:majorFont>
        <a:latin typeface="Arial Black"/>
        <a:ea typeface="Microsoft YaHei"/>
        <a:cs typeface=""/>
      </a:majorFont>
      <a:minorFont>
        <a:latin typeface="Arial"/>
        <a:ea typeface="Microsoft YaHei Light"/>
        <a:cs typeface=""/>
      </a:minorFont>
    </a:fontScheme>
    <a:fmtScheme name="ACEM">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dfc6065abf148fb" /><Relationship Type="http://schemas.openxmlformats.org/officeDocument/2006/relationships/notesSlide" Target="/ppt/notesSlides/notesSlide1.xml" Id="Rb82c7753b9854535"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2aac3e71175e4ff5" /><Relationship Type="http://schemas.openxmlformats.org/officeDocument/2006/relationships/notesSlide" Target="/ppt/notesSlides/notesSlide2.xml" Id="R03e2af0f3611423b"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7405b11511bd4a3f" /><Relationship Type="http://schemas.openxmlformats.org/officeDocument/2006/relationships/notesSlide" Target="/ppt/notesSlides/notesSlide3.xml" Id="R568cd0cccb194b5c"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3da1ad1264a14e3e" /><Relationship Type="http://schemas.openxmlformats.org/officeDocument/2006/relationships/notesSlide" Target="/ppt/notesSlides/notesSlide4.xml" Id="Raa57c67486314444"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8f3f9e28a90746af" /><Relationship Type="http://schemas.openxmlformats.org/officeDocument/2006/relationships/notesSlide" Target="/ppt/notesSlides/notesSlide5.xml" Id="R132abe70c0ad44f3"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230571d45c21429c" /><Relationship Type="http://schemas.openxmlformats.org/officeDocument/2006/relationships/hyperlink" Target="https://arxiv.org/abs/2503.13657v3" TargetMode="External" Id="Rc9d2ac47f1954271" /><Relationship Type="http://schemas.openxmlformats.org/officeDocument/2006/relationships/notesSlide" Target="/ppt/notesSlides/notesSlide6.xml" Id="R223dc608d1464214"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8e6f5f7ea90d4f9e" /><Relationship Type="http://schemas.openxmlformats.org/officeDocument/2006/relationships/hyperlink" Target="https://arxiv.org/abs/2506.23719v1" TargetMode="External" Id="R37b8ea270b1a4b78" /><Relationship Type="http://schemas.openxmlformats.org/officeDocument/2006/relationships/hyperlink" Target="https://huggingface.co/datasets/adyen/DABstep" TargetMode="External" Id="R0a29dd824e624f9c" /><Relationship Type="http://schemas.openxmlformats.org/officeDocument/2006/relationships/hyperlink" Target="https://huggingface.co/spaces/adyen/DABstep" TargetMode="External" Id="Reab8d2664690487f" /><Relationship Type="http://schemas.openxmlformats.org/officeDocument/2006/relationships/notesSlide" Target="/ppt/notesSlides/notesSlide7.xml" Id="Rd0d7427f3f634066"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386725c3ea2c4b67" /><Relationship Type="http://schemas.openxmlformats.org/officeDocument/2006/relationships/hyperlink" Target="https://en.oceanbase.com/blog/24781555459" TargetMode="External" Id="R40496b3270384e96" /><Relationship Type="http://schemas.openxmlformats.org/officeDocument/2006/relationships/hyperlink" Target="https://arxiv.org/abs/2509.21825v4" TargetMode="External" Id="R4339c80235574917" /><Relationship Type="http://schemas.openxmlformats.org/officeDocument/2006/relationships/hyperlink" Target="https://huggingface.co/blog/nvidia/nemo-agent-toolkit-data-explorer-dabstep-1st-place" TargetMode="External" Id="Rea4f16125fdc49aa" /><Relationship Type="http://schemas.openxmlformats.org/officeDocument/2006/relationships/hyperlink" Target="https://github.com/ZhouJiaJun2333/FinHelm/tree/89e1546cab8fdfd9e996e8f6a6efeec933bc1be5" TargetMode="External" Id="R8229097995684a59" /><Relationship Type="http://schemas.openxmlformats.org/officeDocument/2006/relationships/hyperlink" Target="https://haoran-ding.github.io/assets/pdf/sqldriller.pdf" TargetMode="External" Id="R156b5d0ace1a49a0" /><Relationship Type="http://schemas.openxmlformats.org/officeDocument/2006/relationships/hyperlink" Target="https://aclanthology.org/2025.findings-emnlp.156/" TargetMode="External" Id="R01e77a267ffd4228" /><Relationship Type="http://schemas.openxmlformats.org/officeDocument/2006/relationships/hyperlink" Target="https://arxiv.org/abs/2608.09254v1" TargetMode="External" Id="Rbb04fdf4f9fe4a26" /><Relationship Type="http://schemas.openxmlformats.org/officeDocument/2006/relationships/notesSlide" Target="/ppt/notesSlides/notesSlide8.xml" Id="Rdeb29bf3e1814650"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f4323050d57c447f" /><Relationship Type="http://schemas.openxmlformats.org/officeDocument/2006/relationships/hyperlink" Target="https://github.com/ZhouJiaJun2333/FinHelm/tree/89e1546cab8fdfd9e996e8f6a6efeec933bc1be5" TargetMode="External" Id="R318d1e21a158462a" /><Relationship Type="http://schemas.openxmlformats.org/officeDocument/2006/relationships/notesSlide" Target="/ppt/notesSlides/notesSlide9.xml" Id="Rea33ce031802491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20a92342d951498b" /><Relationship Type="http://schemas.openxmlformats.org/officeDocument/2006/relationships/hyperlink" Target="https://en.oceanbase.com/blog/24781555459" TargetMode="External" Id="R892c496268c14145" /><Relationship Type="http://schemas.openxmlformats.org/officeDocument/2006/relationships/hyperlink" Target="https://arxiv.org/abs/2509.25140v2" TargetMode="External" Id="R9f7b49d1eb0646e0" /><Relationship Type="http://schemas.openxmlformats.org/officeDocument/2006/relationships/notesSlide" Target="/ppt/notesSlides/notesSlide10.xml" Id="R8fae75ad2adb428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12cfcb7622d041c3" /><Relationship Type="http://schemas.openxmlformats.org/officeDocument/2006/relationships/hyperlink" Target="https://haoran-ding.github.io/assets/pdf/sqldriller.pdf" TargetMode="External" Id="R9a732006fbbb4459" /><Relationship Type="http://schemas.openxmlformats.org/officeDocument/2006/relationships/hyperlink" Target="https://aclanthology.org/2025.findings-emnlp.156/" TargetMode="External" Id="R7bba0cbf5a5d4f3a" /><Relationship Type="http://schemas.openxmlformats.org/officeDocument/2006/relationships/hyperlink" Target="https://arxiv.org/abs/2608.09254v1" TargetMode="External" Id="R2c187f50535a46c4" /><Relationship Type="http://schemas.openxmlformats.org/officeDocument/2006/relationships/notesSlide" Target="/ppt/notesSlides/notesSlide11.xml" Id="Rfefd264561984ec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67ed0671ba9245a3" /><Relationship Type="http://schemas.openxmlformats.org/officeDocument/2006/relationships/notesSlide" Target="/ppt/notesSlides/notesSlide12.xml" Id="Ra6954302e5144c3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103220d1eb7a42b8" /><Relationship Type="http://schemas.openxmlformats.org/officeDocument/2006/relationships/notesSlide" Target="/ppt/notesSlides/notesSlide13.xml" Id="Rd09a7927d2274e4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71bb2d970cf34544" /><Relationship Type="http://schemas.openxmlformats.org/officeDocument/2006/relationships/notesSlide" Target="/ppt/notesSlides/notesSlide14.xml" Id="R10f17f2c90614aa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3.xml" Id="Rb5e3fd656c7b4508" /><Relationship Type="http://schemas.openxmlformats.org/officeDocument/2006/relationships/notesSlide" Target="/ppt/notesSlides/notesSlide15.xml" Id="Rc1a19d681b0c4f7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3.xml" Id="Rc55642e210124ef0" /><Relationship Type="http://schemas.openxmlformats.org/officeDocument/2006/relationships/notesSlide" Target="/ppt/notesSlides/notesSlide16.xml" Id="R53a38449a4cb42db"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 name="research-title">
            <a:extLst xmlns:a="http://schemas.openxmlformats.org/drawingml/2006/main">
              <a:ext uri="{FF2B5EF4-FFF2-40B4-BE49-F238E27FC236}">
                <a16:creationId xmlns:a16="http://schemas.microsoft.com/office/drawing/2014/main" id="{FECF22BE-BC8E-4A3A-88D5-B762173AC273}"/>
              </a:ext>
            </a:extLst>
          </p:cNvPr>
          <p:cNvSpPr>
            <a:spLocks xmlns:a="http://schemas.openxmlformats.org/drawingml/2006/main" noGrp="1"/>
          </p:cNvSpPr>
          <p:nvPr/>
        </p:nvSpPr>
        <p:spPr>
          <a:xfrm xmlns:a="http://schemas.openxmlformats.org/drawingml/2006/main">
            <a:off x="495300" y="4019550"/>
            <a:ext cx="60007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550" b="1">
                <a:solidFill>
                  <a:srgbClr val="FFFFFF"/>
                </a:solidFill>
                <a:latin typeface="Microsoft YaHei"/>
                <a:ea typeface="Microsoft YaHei"/>
                <a:cs typeface="Microsoft YaHei"/>
              </a:defRPr>
            </a:defPPr>
            <a:lvl1pPr>
              <a:buNone/>
              <a:defRPr sz="2550" b="1">
                <a:solidFill>
                  <a:srgbClr val="FFFFFF"/>
                </a:solidFill>
                <a:latin typeface="Microsoft YaHei"/>
                <a:ea typeface="Microsoft YaHei"/>
                <a:cs typeface="Microsoft YaHei"/>
              </a:defRPr>
            </a:lvl1pPr>
            <a:lvl2pPr>
              <a:buNone/>
              <a:defRPr sz="2550" b="1">
                <a:solidFill>
                  <a:srgbClr val="FFFFFF"/>
                </a:solidFill>
                <a:latin typeface="Microsoft YaHei"/>
                <a:ea typeface="Microsoft YaHei"/>
                <a:cs typeface="Microsoft YaHei"/>
              </a:defRPr>
            </a:lvl2pPr>
            <a:lvl3pPr>
              <a:buNone/>
              <a:defRPr sz="2550" b="1">
                <a:solidFill>
                  <a:srgbClr val="FFFFFF"/>
                </a:solidFill>
                <a:latin typeface="Microsoft YaHei"/>
                <a:ea typeface="Microsoft YaHei"/>
                <a:cs typeface="Microsoft YaHei"/>
              </a:defRPr>
            </a:lvl3pPr>
            <a:lvl4pPr>
              <a:buNone/>
              <a:defRPr sz="2550" b="1">
                <a:solidFill>
                  <a:srgbClr val="FFFFFF"/>
                </a:solidFill>
                <a:latin typeface="Microsoft YaHei"/>
                <a:ea typeface="Microsoft YaHei"/>
                <a:cs typeface="Microsoft YaHei"/>
              </a:defRPr>
            </a:lvl4pPr>
            <a:lvl5pPr>
              <a:buNone/>
              <a:defRPr sz="2550" b="1">
                <a:solidFill>
                  <a:srgbClr val="FFFFFF"/>
                </a:solidFill>
                <a:latin typeface="Microsoft YaHei"/>
                <a:ea typeface="Microsoft YaHei"/>
                <a:cs typeface="Microsoft YaHei"/>
              </a:defRPr>
            </a:lvl5pPr>
            <a:lvl6pPr>
              <a:buNone/>
              <a:defRPr sz="2550" b="1">
                <a:solidFill>
                  <a:srgbClr val="FFFFFF"/>
                </a:solidFill>
                <a:latin typeface="Microsoft YaHei"/>
                <a:ea typeface="Microsoft YaHei"/>
                <a:cs typeface="Microsoft YaHei"/>
              </a:defRPr>
            </a:lvl6pPr>
            <a:lvl7pPr>
              <a:buNone/>
              <a:defRPr sz="2550" b="1">
                <a:solidFill>
                  <a:srgbClr val="FFFFFF"/>
                </a:solidFill>
                <a:latin typeface="Microsoft YaHei"/>
                <a:ea typeface="Microsoft YaHei"/>
                <a:cs typeface="Microsoft YaHei"/>
              </a:defRPr>
            </a:lvl7pPr>
            <a:lvl8pPr>
              <a:buNone/>
              <a:defRPr sz="2550" b="1">
                <a:solidFill>
                  <a:srgbClr val="FFFFFF"/>
                </a:solidFill>
                <a:latin typeface="Microsoft YaHei"/>
                <a:ea typeface="Microsoft YaHei"/>
                <a:cs typeface="Microsoft YaHei"/>
              </a:defRPr>
            </a:lvl8pPr>
            <a:lvl9pPr>
              <a:buNone/>
              <a:defRPr sz="2550" b="1">
                <a:solidFill>
                  <a:srgbClr val="FFFFFF"/>
                </a:solidFill>
                <a:latin typeface="Microsoft YaHei"/>
                <a:ea typeface="Microsoft YaHei"/>
                <a:cs typeface="Microsoft YaHei"/>
              </a:defRPr>
            </a:lvl9pPr>
          </a:lstStyle>
          <a:p xmlns:a="http://schemas.openxmlformats.org/drawingml/2006/main">
            <a:pPr>
              <a:buNone/>
              <a:defRPr sz="2550" b="1">
                <a:solidFill>
                  <a:srgbClr val="FFFFFF"/>
                </a:solidFill>
                <a:latin typeface="Microsoft YaHei"/>
                <a:ea typeface="Microsoft YaHei"/>
                <a:cs typeface="Microsoft YaHei"/>
              </a:defRPr>
            </a:pPr>
            <a:r>
              <a:rPr sz="2550" b="1">
                <a:solidFill>
                  <a:srgbClr val="FFFFFF"/>
                </a:solidFill>
                <a:latin typeface="Microsoft YaHei"/>
                <a:ea typeface="Microsoft YaHei"/>
                <a:cs typeface="Microsoft YaHei"/>
              </a:rPr>
              <a:t>Improving Evidence Use and</a:t>
            </a:r>
          </a:p>
          <a:p xmlns:a="http://schemas.openxmlformats.org/drawingml/2006/main">
            <a:pPr>
              <a:buNone/>
              <a:defRPr sz="2550" b="1">
                <a:solidFill>
                  <a:srgbClr val="FFFFFF"/>
                </a:solidFill>
                <a:latin typeface="Microsoft YaHei"/>
                <a:ea typeface="Microsoft YaHei"/>
                <a:cs typeface="Microsoft YaHei"/>
              </a:defRPr>
            </a:pPr>
            <a:r>
              <a:rPr sz="2550" b="1">
                <a:solidFill>
                  <a:srgbClr val="FFFFFF"/>
                </a:solidFill>
                <a:latin typeface="Microsoft YaHei"/>
                <a:ea typeface="Microsoft YaHei"/>
                <a:cs typeface="Microsoft YaHei"/>
              </a:rPr>
              <a:t>Semantic Verification in</a:t>
            </a:r>
          </a:p>
          <a:p xmlns:a="http://schemas.openxmlformats.org/drawingml/2006/main">
            <a:pPr>
              <a:buNone/>
              <a:defRPr sz="2550" b="1">
                <a:solidFill>
                  <a:srgbClr val="FFFFFF"/>
                </a:solidFill>
                <a:latin typeface="Microsoft YaHei"/>
                <a:ea typeface="Microsoft YaHei"/>
                <a:cs typeface="Microsoft YaHei"/>
              </a:defRPr>
            </a:pPr>
            <a:r>
              <a:rPr sz="2550" b="1">
                <a:solidFill>
                  <a:srgbClr val="FFFFFF"/>
                </a:solidFill>
                <a:latin typeface="Microsoft YaHei"/>
                <a:ea typeface="Microsoft YaHei"/>
                <a:cs typeface="Microsoft YaHei"/>
              </a:rPr>
              <a:t>Multi-Agent Business Analytics</a:t>
            </a:r>
          </a:p>
        </p:txBody>
      </p:sp>
      <p:sp>
        <p:nvSpPr>
          <p:cNvPr id="2" name="research-subtitle">
            <a:extLst xmlns:a="http://schemas.openxmlformats.org/drawingml/2006/main">
              <a:ext uri="{FF2B5EF4-FFF2-40B4-BE49-F238E27FC236}">
                <a16:creationId xmlns:a16="http://schemas.microsoft.com/office/drawing/2014/main" id="{3AE2B4C3-C996-4148-9EC3-2186E25443D9}"/>
              </a:ext>
            </a:extLst>
          </p:cNvPr>
          <p:cNvSpPr>
            <a:spLocks xmlns:a="http://schemas.openxmlformats.org/drawingml/2006/main" noGrp="1"/>
          </p:cNvSpPr>
          <p:nvPr/>
        </p:nvSpPr>
        <p:spPr>
          <a:xfrm xmlns:a="http://schemas.openxmlformats.org/drawingml/2006/main">
            <a:off x="504825" y="5467350"/>
            <a:ext cx="60483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FFFFFF"/>
                </a:solidFill>
                <a:latin typeface="Microsoft YaHei"/>
                <a:ea typeface="Microsoft YaHei"/>
                <a:cs typeface="Microsoft YaHei"/>
              </a:defRPr>
            </a:defPPr>
            <a:lvl1pPr>
              <a:buNone/>
              <a:defRPr sz="1875" b="0">
                <a:solidFill>
                  <a:srgbClr val="FFFFFF"/>
                </a:solidFill>
                <a:latin typeface="Microsoft YaHei"/>
                <a:ea typeface="Microsoft YaHei"/>
                <a:cs typeface="Microsoft YaHei"/>
              </a:defRPr>
            </a:lvl1pPr>
            <a:lvl2pPr>
              <a:buNone/>
              <a:defRPr sz="1875" b="0">
                <a:solidFill>
                  <a:srgbClr val="FFFFFF"/>
                </a:solidFill>
                <a:latin typeface="Microsoft YaHei"/>
                <a:ea typeface="Microsoft YaHei"/>
                <a:cs typeface="Microsoft YaHei"/>
              </a:defRPr>
            </a:lvl2pPr>
            <a:lvl3pPr>
              <a:buNone/>
              <a:defRPr sz="1875" b="0">
                <a:solidFill>
                  <a:srgbClr val="FFFFFF"/>
                </a:solidFill>
                <a:latin typeface="Microsoft YaHei"/>
                <a:ea typeface="Microsoft YaHei"/>
                <a:cs typeface="Microsoft YaHei"/>
              </a:defRPr>
            </a:lvl3pPr>
            <a:lvl4pPr>
              <a:buNone/>
              <a:defRPr sz="1875" b="0">
                <a:solidFill>
                  <a:srgbClr val="FFFFFF"/>
                </a:solidFill>
                <a:latin typeface="Microsoft YaHei"/>
                <a:ea typeface="Microsoft YaHei"/>
                <a:cs typeface="Microsoft YaHei"/>
              </a:defRPr>
            </a:lvl4pPr>
            <a:lvl5pPr>
              <a:buNone/>
              <a:defRPr sz="1875" b="0">
                <a:solidFill>
                  <a:srgbClr val="FFFFFF"/>
                </a:solidFill>
                <a:latin typeface="Microsoft YaHei"/>
                <a:ea typeface="Microsoft YaHei"/>
                <a:cs typeface="Microsoft YaHei"/>
              </a:defRPr>
            </a:lvl5pPr>
            <a:lvl6pPr>
              <a:buNone/>
              <a:defRPr sz="1875" b="0">
                <a:solidFill>
                  <a:srgbClr val="FFFFFF"/>
                </a:solidFill>
                <a:latin typeface="Microsoft YaHei"/>
                <a:ea typeface="Microsoft YaHei"/>
                <a:cs typeface="Microsoft YaHei"/>
              </a:defRPr>
            </a:lvl6pPr>
            <a:lvl7pPr>
              <a:buNone/>
              <a:defRPr sz="1875" b="0">
                <a:solidFill>
                  <a:srgbClr val="FFFFFF"/>
                </a:solidFill>
                <a:latin typeface="Microsoft YaHei"/>
                <a:ea typeface="Microsoft YaHei"/>
                <a:cs typeface="Microsoft YaHei"/>
              </a:defRPr>
            </a:lvl7pPr>
            <a:lvl8pPr>
              <a:buNone/>
              <a:defRPr sz="1875" b="0">
                <a:solidFill>
                  <a:srgbClr val="FFFFFF"/>
                </a:solidFill>
                <a:latin typeface="Microsoft YaHei"/>
                <a:ea typeface="Microsoft YaHei"/>
                <a:cs typeface="Microsoft YaHei"/>
              </a:defRPr>
            </a:lvl8pPr>
            <a:lvl9pPr>
              <a:buNone/>
              <a:defRPr sz="1875" b="0">
                <a:solidFill>
                  <a:srgbClr val="FFFFFF"/>
                </a:solidFill>
                <a:latin typeface="Microsoft YaHei"/>
                <a:ea typeface="Microsoft YaHei"/>
                <a:cs typeface="Microsoft YaHei"/>
              </a:defRPr>
            </a:lvl9pPr>
          </a:lstStyle>
          <a:p xmlns:a="http://schemas.openxmlformats.org/drawingml/2006/main">
            <a:pPr>
              <a:buNone/>
              <a:defRPr sz="1875" b="0">
                <a:solidFill>
                  <a:srgbClr val="FFFFFF"/>
                </a:solidFill>
                <a:latin typeface="Microsoft YaHei"/>
                <a:ea typeface="Microsoft YaHei"/>
                <a:cs typeface="Microsoft YaHei"/>
              </a:defRPr>
            </a:pPr>
            <a:r>
              <a:rPr sz="1875" b="0">
                <a:solidFill>
                  <a:srgbClr val="FFFFFF"/>
                </a:solidFill>
                <a:latin typeface="Microsoft YaHei"/>
                <a:ea typeface="Microsoft YaHei"/>
                <a:cs typeface="Microsoft YaHei"/>
              </a:rPr>
              <a:t>A Failure-Guided Controlled Study</a:t>
            </a:r>
          </a:p>
        </p:txBody>
      </p:sp>
      <p:sp>
        <p:nvSpPr>
          <p:cNvPr id="3" name="author">
            <a:extLst xmlns:a="http://schemas.openxmlformats.org/drawingml/2006/main">
              <a:ext uri="{FF2B5EF4-FFF2-40B4-BE49-F238E27FC236}">
                <a16:creationId xmlns:a16="http://schemas.microsoft.com/office/drawing/2014/main" id="{E1A49651-E2FC-46E7-81E3-A3AEE528A2DD}"/>
              </a:ext>
            </a:extLst>
          </p:cNvPr>
          <p:cNvSpPr>
            <a:spLocks xmlns:a="http://schemas.openxmlformats.org/drawingml/2006/main" noGrp="1"/>
          </p:cNvSpPr>
          <p:nvPr/>
        </p:nvSpPr>
        <p:spPr>
          <a:xfrm xmlns:a="http://schemas.openxmlformats.org/drawingml/2006/main">
            <a:off x="504825" y="588645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FFFFF"/>
                </a:solidFill>
                <a:latin typeface="Microsoft YaHei"/>
                <a:ea typeface="Microsoft YaHei"/>
                <a:cs typeface="Microsoft YaHei"/>
              </a:defRPr>
            </a:defPPr>
            <a:lvl1pPr>
              <a:buNone/>
              <a:defRPr sz="2100" b="0">
                <a:solidFill>
                  <a:srgbClr val="FFFFFF"/>
                </a:solidFill>
                <a:latin typeface="Microsoft YaHei"/>
                <a:ea typeface="Microsoft YaHei"/>
                <a:cs typeface="Microsoft YaHei"/>
              </a:defRPr>
            </a:lvl1pPr>
            <a:lvl2pPr>
              <a:buNone/>
              <a:defRPr sz="2100" b="0">
                <a:solidFill>
                  <a:srgbClr val="FFFFFF"/>
                </a:solidFill>
                <a:latin typeface="Microsoft YaHei"/>
                <a:ea typeface="Microsoft YaHei"/>
                <a:cs typeface="Microsoft YaHei"/>
              </a:defRPr>
            </a:lvl2pPr>
            <a:lvl3pPr>
              <a:buNone/>
              <a:defRPr sz="2100" b="0">
                <a:solidFill>
                  <a:srgbClr val="FFFFFF"/>
                </a:solidFill>
                <a:latin typeface="Microsoft YaHei"/>
                <a:ea typeface="Microsoft YaHei"/>
                <a:cs typeface="Microsoft YaHei"/>
              </a:defRPr>
            </a:lvl3pPr>
            <a:lvl4pPr>
              <a:buNone/>
              <a:defRPr sz="2100" b="0">
                <a:solidFill>
                  <a:srgbClr val="FFFFFF"/>
                </a:solidFill>
                <a:latin typeface="Microsoft YaHei"/>
                <a:ea typeface="Microsoft YaHei"/>
                <a:cs typeface="Microsoft YaHei"/>
              </a:defRPr>
            </a:lvl4pPr>
            <a:lvl5pPr>
              <a:buNone/>
              <a:defRPr sz="2100" b="0">
                <a:solidFill>
                  <a:srgbClr val="FFFFFF"/>
                </a:solidFill>
                <a:latin typeface="Microsoft YaHei"/>
                <a:ea typeface="Microsoft YaHei"/>
                <a:cs typeface="Microsoft YaHei"/>
              </a:defRPr>
            </a:lvl5pPr>
            <a:lvl6pPr>
              <a:buNone/>
              <a:defRPr sz="2100" b="0">
                <a:solidFill>
                  <a:srgbClr val="FFFFFF"/>
                </a:solidFill>
                <a:latin typeface="Microsoft YaHei"/>
                <a:ea typeface="Microsoft YaHei"/>
                <a:cs typeface="Microsoft YaHei"/>
              </a:defRPr>
            </a:lvl6pPr>
            <a:lvl7pPr>
              <a:buNone/>
              <a:defRPr sz="2100" b="0">
                <a:solidFill>
                  <a:srgbClr val="FFFFFF"/>
                </a:solidFill>
                <a:latin typeface="Microsoft YaHei"/>
                <a:ea typeface="Microsoft YaHei"/>
                <a:cs typeface="Microsoft YaHei"/>
              </a:defRPr>
            </a:lvl7pPr>
            <a:lvl8pPr>
              <a:buNone/>
              <a:defRPr sz="2100" b="0">
                <a:solidFill>
                  <a:srgbClr val="FFFFFF"/>
                </a:solidFill>
                <a:latin typeface="Microsoft YaHei"/>
                <a:ea typeface="Microsoft YaHei"/>
                <a:cs typeface="Microsoft YaHei"/>
              </a:defRPr>
            </a:lvl8pPr>
            <a:lvl9pPr>
              <a:buNone/>
              <a:defRPr sz="2100" b="0">
                <a:solidFill>
                  <a:srgbClr val="FFFFFF"/>
                </a:solidFill>
                <a:latin typeface="Microsoft YaHei"/>
                <a:ea typeface="Microsoft YaHei"/>
                <a:cs typeface="Microsoft YaHei"/>
              </a:defRPr>
            </a:lvl9pPr>
          </a:lstStyle>
          <a:p xmlns:a="http://schemas.openxmlformats.org/drawingml/2006/main">
            <a:pPr>
              <a:buNone/>
              <a:defRPr sz="2100" b="0">
                <a:solidFill>
                  <a:srgbClr val="FFFFFF"/>
                </a:solidFill>
                <a:latin typeface="Microsoft YaHei"/>
                <a:ea typeface="Microsoft YaHei"/>
                <a:cs typeface="Microsoft YaHei"/>
              </a:defRPr>
            </a:pPr>
            <a:r>
              <a:rPr sz="2100" b="0">
                <a:solidFill>
                  <a:srgbClr val="FFFFFF"/>
                </a:solidFill>
                <a:latin typeface="Microsoft YaHei"/>
                <a:ea typeface="Microsoft YaHei"/>
                <a:cs typeface="Microsoft YaHei"/>
              </a:rPr>
              <a:t>Mikhail Dushkin</a:t>
            </a:r>
          </a:p>
        </p:txBody>
      </p:sp>
      <p:sp>
        <p:nvSpPr>
          <p:cNvPr id="4" name="date">
            <a:extLst xmlns:a="http://schemas.openxmlformats.org/drawingml/2006/main">
              <a:ext uri="{FF2B5EF4-FFF2-40B4-BE49-F238E27FC236}">
                <a16:creationId xmlns:a16="http://schemas.microsoft.com/office/drawing/2014/main" id="{F4E5DA44-C630-4B6C-B9C2-248A01FA5952}"/>
              </a:ext>
            </a:extLst>
          </p:cNvPr>
          <p:cNvSpPr>
            <a:spLocks xmlns:a="http://schemas.openxmlformats.org/drawingml/2006/main" noGrp="1"/>
          </p:cNvSpPr>
          <p:nvPr/>
        </p:nvSpPr>
        <p:spPr>
          <a:xfrm xmlns:a="http://schemas.openxmlformats.org/drawingml/2006/main">
            <a:off x="504825" y="6362700"/>
            <a:ext cx="381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0">
                <a:solidFill>
                  <a:srgbClr val="FFFFFF"/>
                </a:solidFill>
                <a:latin typeface="Microsoft YaHei"/>
                <a:ea typeface="Microsoft YaHei"/>
                <a:cs typeface="Microsoft YaHei"/>
              </a:defRPr>
            </a:defPPr>
            <a:lvl1pPr>
              <a:buNone/>
              <a:defRPr sz="1575" b="0">
                <a:solidFill>
                  <a:srgbClr val="FFFFFF"/>
                </a:solidFill>
                <a:latin typeface="Microsoft YaHei"/>
                <a:ea typeface="Microsoft YaHei"/>
                <a:cs typeface="Microsoft YaHei"/>
              </a:defRPr>
            </a:lvl1pPr>
            <a:lvl2pPr>
              <a:buNone/>
              <a:defRPr sz="1575" b="0">
                <a:solidFill>
                  <a:srgbClr val="FFFFFF"/>
                </a:solidFill>
                <a:latin typeface="Microsoft YaHei"/>
                <a:ea typeface="Microsoft YaHei"/>
                <a:cs typeface="Microsoft YaHei"/>
              </a:defRPr>
            </a:lvl2pPr>
            <a:lvl3pPr>
              <a:buNone/>
              <a:defRPr sz="1575" b="0">
                <a:solidFill>
                  <a:srgbClr val="FFFFFF"/>
                </a:solidFill>
                <a:latin typeface="Microsoft YaHei"/>
                <a:ea typeface="Microsoft YaHei"/>
                <a:cs typeface="Microsoft YaHei"/>
              </a:defRPr>
            </a:lvl3pPr>
            <a:lvl4pPr>
              <a:buNone/>
              <a:defRPr sz="1575" b="0">
                <a:solidFill>
                  <a:srgbClr val="FFFFFF"/>
                </a:solidFill>
                <a:latin typeface="Microsoft YaHei"/>
                <a:ea typeface="Microsoft YaHei"/>
                <a:cs typeface="Microsoft YaHei"/>
              </a:defRPr>
            </a:lvl4pPr>
            <a:lvl5pPr>
              <a:buNone/>
              <a:defRPr sz="1575" b="0">
                <a:solidFill>
                  <a:srgbClr val="FFFFFF"/>
                </a:solidFill>
                <a:latin typeface="Microsoft YaHei"/>
                <a:ea typeface="Microsoft YaHei"/>
                <a:cs typeface="Microsoft YaHei"/>
              </a:defRPr>
            </a:lvl5pPr>
            <a:lvl6pPr>
              <a:buNone/>
              <a:defRPr sz="1575" b="0">
                <a:solidFill>
                  <a:srgbClr val="FFFFFF"/>
                </a:solidFill>
                <a:latin typeface="Microsoft YaHei"/>
                <a:ea typeface="Microsoft YaHei"/>
                <a:cs typeface="Microsoft YaHei"/>
              </a:defRPr>
            </a:lvl6pPr>
            <a:lvl7pPr>
              <a:buNone/>
              <a:defRPr sz="1575" b="0">
                <a:solidFill>
                  <a:srgbClr val="FFFFFF"/>
                </a:solidFill>
                <a:latin typeface="Microsoft YaHei"/>
                <a:ea typeface="Microsoft YaHei"/>
                <a:cs typeface="Microsoft YaHei"/>
              </a:defRPr>
            </a:lvl7pPr>
            <a:lvl8pPr>
              <a:buNone/>
              <a:defRPr sz="1575" b="0">
                <a:solidFill>
                  <a:srgbClr val="FFFFFF"/>
                </a:solidFill>
                <a:latin typeface="Microsoft YaHei"/>
                <a:ea typeface="Microsoft YaHei"/>
                <a:cs typeface="Microsoft YaHei"/>
              </a:defRPr>
            </a:lvl8pPr>
            <a:lvl9pPr>
              <a:buNone/>
              <a:defRPr sz="1575" b="0">
                <a:solidFill>
                  <a:srgbClr val="FFFFFF"/>
                </a:solidFill>
                <a:latin typeface="Microsoft YaHei"/>
                <a:ea typeface="Microsoft YaHei"/>
                <a:cs typeface="Microsoft YaHei"/>
              </a:defRPr>
            </a:lvl9pPr>
          </a:lstStyle>
          <a:p xmlns:a="http://schemas.openxmlformats.org/drawingml/2006/main">
            <a:pPr>
              <a:buNone/>
              <a:defRPr sz="1575" b="0">
                <a:solidFill>
                  <a:srgbClr val="FFFFFF"/>
                </a:solidFill>
                <a:latin typeface="Microsoft YaHei"/>
                <a:ea typeface="Microsoft YaHei"/>
                <a:cs typeface="Microsoft YaHei"/>
              </a:defRPr>
            </a:pPr>
            <a:r>
              <a:rPr sz="1575" b="0">
                <a:solidFill>
                  <a:srgbClr val="FFFFFF"/>
                </a:solidFill>
                <a:latin typeface="Microsoft YaHei"/>
                <a:ea typeface="Microsoft YaHei"/>
                <a:cs typeface="Microsoft YaHei"/>
              </a:rPr>
              <a:t>23 October 2026</a:t>
            </a:r>
          </a:p>
        </p:txBody>
      </p:sp>
      <p:sp>
        <p:nvSpPr>
          <p:cNvPr id="5" name="programme">
            <a:extLst xmlns:a="http://schemas.openxmlformats.org/drawingml/2006/main">
              <a:ext uri="{FF2B5EF4-FFF2-40B4-BE49-F238E27FC236}">
                <a16:creationId xmlns:a16="http://schemas.microsoft.com/office/drawing/2014/main" id="{8EA23044-E28D-4478-948D-6BF0AA067753}"/>
              </a:ext>
            </a:extLst>
          </p:cNvPr>
          <p:cNvSpPr>
            <a:spLocks xmlns:a="http://schemas.openxmlformats.org/drawingml/2006/main" noGrp="1"/>
          </p:cNvSpPr>
          <p:nvPr/>
        </p:nvSpPr>
        <p:spPr>
          <a:xfrm xmlns:a="http://schemas.openxmlformats.org/drawingml/2006/main">
            <a:off x="6762750" y="5572125"/>
            <a:ext cx="4953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FFFFFF"/>
                </a:solidFill>
                <a:latin typeface="Microsoft YaHei"/>
                <a:ea typeface="Microsoft YaHei"/>
                <a:cs typeface="Microsoft YaHei"/>
              </a:defRPr>
            </a:defPPr>
            <a:lvl1pPr>
              <a:buNone/>
              <a:defRPr sz="1650" b="0">
                <a:solidFill>
                  <a:srgbClr val="FFFFFF"/>
                </a:solidFill>
                <a:latin typeface="Microsoft YaHei"/>
                <a:ea typeface="Microsoft YaHei"/>
                <a:cs typeface="Microsoft YaHei"/>
              </a:defRPr>
            </a:lvl1pPr>
            <a:lvl2pPr>
              <a:buNone/>
              <a:defRPr sz="1650" b="0">
                <a:solidFill>
                  <a:srgbClr val="FFFFFF"/>
                </a:solidFill>
                <a:latin typeface="Microsoft YaHei"/>
                <a:ea typeface="Microsoft YaHei"/>
                <a:cs typeface="Microsoft YaHei"/>
              </a:defRPr>
            </a:lvl2pPr>
            <a:lvl3pPr>
              <a:buNone/>
              <a:defRPr sz="1650" b="0">
                <a:solidFill>
                  <a:srgbClr val="FFFFFF"/>
                </a:solidFill>
                <a:latin typeface="Microsoft YaHei"/>
                <a:ea typeface="Microsoft YaHei"/>
                <a:cs typeface="Microsoft YaHei"/>
              </a:defRPr>
            </a:lvl3pPr>
            <a:lvl4pPr>
              <a:buNone/>
              <a:defRPr sz="1650" b="0">
                <a:solidFill>
                  <a:srgbClr val="FFFFFF"/>
                </a:solidFill>
                <a:latin typeface="Microsoft YaHei"/>
                <a:ea typeface="Microsoft YaHei"/>
                <a:cs typeface="Microsoft YaHei"/>
              </a:defRPr>
            </a:lvl4pPr>
            <a:lvl5pPr>
              <a:buNone/>
              <a:defRPr sz="1650" b="0">
                <a:solidFill>
                  <a:srgbClr val="FFFFFF"/>
                </a:solidFill>
                <a:latin typeface="Microsoft YaHei"/>
                <a:ea typeface="Microsoft YaHei"/>
                <a:cs typeface="Microsoft YaHei"/>
              </a:defRPr>
            </a:lvl5pPr>
            <a:lvl6pPr>
              <a:buNone/>
              <a:defRPr sz="1650" b="0">
                <a:solidFill>
                  <a:srgbClr val="FFFFFF"/>
                </a:solidFill>
                <a:latin typeface="Microsoft YaHei"/>
                <a:ea typeface="Microsoft YaHei"/>
                <a:cs typeface="Microsoft YaHei"/>
              </a:defRPr>
            </a:lvl6pPr>
            <a:lvl7pPr>
              <a:buNone/>
              <a:defRPr sz="1650" b="0">
                <a:solidFill>
                  <a:srgbClr val="FFFFFF"/>
                </a:solidFill>
                <a:latin typeface="Microsoft YaHei"/>
                <a:ea typeface="Microsoft YaHei"/>
                <a:cs typeface="Microsoft YaHei"/>
              </a:defRPr>
            </a:lvl7pPr>
            <a:lvl8pPr>
              <a:buNone/>
              <a:defRPr sz="1650" b="0">
                <a:solidFill>
                  <a:srgbClr val="FFFFFF"/>
                </a:solidFill>
                <a:latin typeface="Microsoft YaHei"/>
                <a:ea typeface="Microsoft YaHei"/>
                <a:cs typeface="Microsoft YaHei"/>
              </a:defRPr>
            </a:lvl8pPr>
            <a:lvl9pPr>
              <a:buNone/>
              <a:defRPr sz="1650" b="0">
                <a:solidFill>
                  <a:srgbClr val="FFFFFF"/>
                </a:solidFill>
                <a:latin typeface="Microsoft YaHei"/>
                <a:ea typeface="Microsoft YaHei"/>
                <a:cs typeface="Microsoft YaHei"/>
              </a:defRPr>
            </a:lvl9pPr>
          </a:lstStyle>
          <a:p xmlns:a="http://schemas.openxmlformats.org/drawingml/2006/main">
            <a:pPr>
              <a:buNone/>
              <a:defRPr sz="1650" b="0">
                <a:solidFill>
                  <a:srgbClr val="FFFFFF"/>
                </a:solidFill>
                <a:latin typeface="Microsoft YaHei"/>
                <a:ea typeface="Microsoft YaHei"/>
                <a:cs typeface="Microsoft YaHei"/>
              </a:defRPr>
            </a:pPr>
            <a:r>
              <a:rPr sz="1650" b="0">
                <a:solidFill>
                  <a:srgbClr val="FFFFFF"/>
                </a:solidFill>
                <a:latin typeface="Microsoft YaHei"/>
                <a:ea typeface="Microsoft YaHei"/>
                <a:cs typeface="Microsoft YaHei"/>
              </a:rPr>
              <a:t>Master of International Business</a:t>
            </a:r>
          </a:p>
          <a:p xmlns:a="http://schemas.openxmlformats.org/drawingml/2006/main">
            <a:pPr>
              <a:buNone/>
              <a:defRPr sz="1650" b="0">
                <a:solidFill>
                  <a:srgbClr val="FFFFFF"/>
                </a:solidFill>
                <a:latin typeface="Microsoft YaHei"/>
                <a:ea typeface="Microsoft YaHei"/>
                <a:cs typeface="Microsoft YaHei"/>
              </a:defRPr>
            </a:pPr>
            <a:r>
              <a:rPr sz="1650" b="0">
                <a:solidFill>
                  <a:srgbClr val="FFFFFF"/>
                </a:solidFill>
                <a:latin typeface="Microsoft YaHei"/>
                <a:ea typeface="Microsoft YaHei"/>
                <a:cs typeface="Microsoft YaHei"/>
              </a:rPr>
              <a:t>Supervisor: Prof. Liu Jialu</a:t>
            </a:r>
          </a:p>
        </p:txBody>
      </p:sp>
    </p:spTree>
    <p:extLst>
      <p:ext uri="{BB962C8B-B14F-4D97-AF65-F5344CB8AC3E}">
        <p14:creationId xmlns:p14="http://schemas.microsoft.com/office/powerpoint/2010/main" val="87268419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cxnSp>
        <p:nvCxnSpPr>
          <p:cNvPr id="11" name="">
            <a:extLst xmlns:a="http://schemas.openxmlformats.org/drawingml/2006/main">
              <a:ext uri="{FF2B5EF4-FFF2-40B4-BE49-F238E27FC236}">
                <a16:creationId xmlns:a16="http://schemas.microsoft.com/office/drawing/2014/main" id="{A53FF1D4-BCEF-4539-9DA4-7E35A516CF47}"/>
              </a:ext>
            </a:extLst>
          </p:cNvPr>
          <p:cNvCxnSpPr>
            <a:stCxn xmlns:a="http://schemas.openxmlformats.org/drawingml/2006/main" id="7" idx="2"/>
            <a:endCxn xmlns:a="http://schemas.openxmlformats.org/drawingml/2006/main" id="8" idx="3"/>
          </p:cNvCxnSpPr>
          <p:nvPr/>
        </p:nvCxnSpPr>
        <p:spPr>
          <a:xfrm xmlns:a="http://schemas.openxmlformats.org/drawingml/2006/main" flipH="1">
            <a:off x="8953500" y="4267200"/>
            <a:ext cx="904875" cy="923925"/>
          </a:xfrm>
          <a:prstGeom xmlns:a="http://schemas.openxmlformats.org/drawingml/2006/main" prst="bentConnector5">
            <a:avLst>
              <a:gd name="adj1" fmla="val 0"/>
              <a:gd name="adj2" fmla="val 24742"/>
              <a:gd name="adj3" fmla="val 74737"/>
            </a:avLst>
          </a:prstGeom>
          <a:ln xmlns:a="http://schemas.openxmlformats.org/drawingml/2006/main" w="14288">
            <a:solidFill>
              <a:srgbClr val="8D8D8D"/>
            </a:solidFill>
            <a:tailEnd type="arrow" w="med" len="med"/>
          </a:ln>
        </p:spPr>
      </p:cxnSp>
      <p:cxnSp>
        <p:nvCxnSpPr>
          <p:cNvPr id="10" name="">
            <a:extLst xmlns:a="http://schemas.openxmlformats.org/drawingml/2006/main">
              <a:ext uri="{FF2B5EF4-FFF2-40B4-BE49-F238E27FC236}">
                <a16:creationId xmlns:a16="http://schemas.microsoft.com/office/drawing/2014/main" id="{AF4F2139-B2D5-4517-9BAF-B5D7CC5BEE9B}"/>
              </a:ext>
            </a:extLst>
          </p:cNvPr>
          <p:cNvCxnSpPr>
            <a:stCxn xmlns:a="http://schemas.openxmlformats.org/drawingml/2006/main" id="6" idx="2"/>
            <a:endCxn xmlns:a="http://schemas.openxmlformats.org/drawingml/2006/main" id="8" idx="0"/>
          </p:cNvCxnSpPr>
          <p:nvPr/>
        </p:nvCxnSpPr>
        <p:spPr>
          <a:xfrm xmlns:a="http://schemas.openxmlformats.org/drawingml/2006/main">
            <a:off x="6048375" y="4267200"/>
            <a:ext cx="47625" cy="514350"/>
          </a:xfrm>
          <a:prstGeom xmlns:a="http://schemas.openxmlformats.org/drawingml/2006/main" prst="bentConnector4">
            <a:avLst>
              <a:gd name="adj1" fmla="val 0"/>
              <a:gd name="adj2" fmla="val 50000"/>
            </a:avLst>
          </a:prstGeom>
          <a:ln xmlns:a="http://schemas.openxmlformats.org/drawingml/2006/main" w="14288">
            <a:solidFill>
              <a:srgbClr val="8D8D8D"/>
            </a:solidFill>
            <a:tailEnd type="arrow" w="med" len="med"/>
          </a:ln>
        </p:spPr>
      </p:cxnSp>
      <p:cxnSp>
        <p:nvCxnSpPr>
          <p:cNvPr id="9" name="">
            <a:extLst xmlns:a="http://schemas.openxmlformats.org/drawingml/2006/main">
              <a:ext uri="{FF2B5EF4-FFF2-40B4-BE49-F238E27FC236}">
                <a16:creationId xmlns:a16="http://schemas.microsoft.com/office/drawing/2014/main" id="{447FFE9A-A98C-416E-B8A4-7796EE7B03B6}"/>
              </a:ext>
            </a:extLst>
          </p:cNvPr>
          <p:cNvCxnSpPr>
            <a:stCxn xmlns:a="http://schemas.openxmlformats.org/drawingml/2006/main" id="5" idx="2"/>
            <a:endCxn xmlns:a="http://schemas.openxmlformats.org/drawingml/2006/main" id="8" idx="1"/>
          </p:cNvCxnSpPr>
          <p:nvPr/>
        </p:nvCxnSpPr>
        <p:spPr>
          <a:xfrm xmlns:a="http://schemas.openxmlformats.org/drawingml/2006/main">
            <a:off x="2238375" y="4267200"/>
            <a:ext cx="1000125" cy="923925"/>
          </a:xfrm>
          <a:prstGeom xmlns:a="http://schemas.openxmlformats.org/drawingml/2006/main" prst="bentConnector5">
            <a:avLst>
              <a:gd name="adj1" fmla="val 0"/>
              <a:gd name="adj2" fmla="val 24742"/>
              <a:gd name="adj3" fmla="val 77143"/>
            </a:avLst>
          </a:prstGeom>
          <a:ln xmlns:a="http://schemas.openxmlformats.org/drawingml/2006/main" w="14288">
            <a:solidFill>
              <a:srgbClr val="8D8D8D"/>
            </a:solidFill>
            <a:tailEnd type="arrow" w="med" len="med"/>
          </a:ln>
        </p:spPr>
      </p:cxnSp>
      <p:sp>
        <p:nvSpPr>
          <p:cNvPr id="13" name="section">
            <a:extLst xmlns:a="http://schemas.openxmlformats.org/drawingml/2006/main">
              <a:ext uri="{FF2B5EF4-FFF2-40B4-BE49-F238E27FC236}">
                <a16:creationId xmlns:a16="http://schemas.microsoft.com/office/drawing/2014/main" id="{86749E8F-9CB8-457B-8F91-9CABCBC3DAF1}"/>
              </a:ext>
            </a:extLst>
          </p:cNvPr>
          <p:cNvSpPr>
            <a:spLocks xmlns:a="http://schemas.openxmlformats.org/drawingml/2006/main" noGrp="1"/>
          </p:cNvSpPr>
          <p:nvPr/>
        </p:nvSpPr>
        <p:spPr>
          <a:xfrm xmlns:a="http://schemas.openxmlformats.org/drawingml/2006/main">
            <a:off x="571500" y="8667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B71920"/>
                </a:solidFill>
                <a:latin typeface="Microsoft YaHei"/>
                <a:ea typeface="Microsoft YaHei"/>
                <a:cs typeface="Microsoft YaHei"/>
              </a:defRPr>
            </a:defPPr>
            <a:lvl1pPr algn="l">
              <a:defRPr sz="1650" b="0">
                <a:solidFill>
                  <a:srgbClr val="B71920"/>
                </a:solidFill>
                <a:latin typeface="Microsoft YaHei"/>
                <a:ea typeface="Microsoft YaHei"/>
                <a:cs typeface="Microsoft YaHei"/>
              </a:defRPr>
            </a:lvl1pPr>
            <a:lvl2pPr algn="l">
              <a:defRPr sz="1650" b="0">
                <a:solidFill>
                  <a:srgbClr val="B71920"/>
                </a:solidFill>
                <a:latin typeface="Microsoft YaHei"/>
                <a:ea typeface="Microsoft YaHei"/>
                <a:cs typeface="Microsoft YaHei"/>
              </a:defRPr>
            </a:lvl2pPr>
            <a:lvl3pPr algn="l">
              <a:defRPr sz="1650" b="0">
                <a:solidFill>
                  <a:srgbClr val="B71920"/>
                </a:solidFill>
                <a:latin typeface="Microsoft YaHei"/>
                <a:ea typeface="Microsoft YaHei"/>
                <a:cs typeface="Microsoft YaHei"/>
              </a:defRPr>
            </a:lvl3pPr>
            <a:lvl4pPr algn="l">
              <a:defRPr sz="1650" b="0">
                <a:solidFill>
                  <a:srgbClr val="B71920"/>
                </a:solidFill>
                <a:latin typeface="Microsoft YaHei"/>
                <a:ea typeface="Microsoft YaHei"/>
                <a:cs typeface="Microsoft YaHei"/>
              </a:defRPr>
            </a:lvl4pPr>
            <a:lvl5pPr algn="l">
              <a:defRPr sz="1650" b="0">
                <a:solidFill>
                  <a:srgbClr val="B71920"/>
                </a:solidFill>
                <a:latin typeface="Microsoft YaHei"/>
                <a:ea typeface="Microsoft YaHei"/>
                <a:cs typeface="Microsoft YaHei"/>
              </a:defRPr>
            </a:lvl5pPr>
            <a:lvl6pPr algn="l">
              <a:defRPr sz="1650" b="0">
                <a:solidFill>
                  <a:srgbClr val="B71920"/>
                </a:solidFill>
                <a:latin typeface="Microsoft YaHei"/>
                <a:ea typeface="Microsoft YaHei"/>
                <a:cs typeface="Microsoft YaHei"/>
              </a:defRPr>
            </a:lvl6pPr>
            <a:lvl7pPr algn="l">
              <a:defRPr sz="1650" b="0">
                <a:solidFill>
                  <a:srgbClr val="B71920"/>
                </a:solidFill>
                <a:latin typeface="Microsoft YaHei"/>
                <a:ea typeface="Microsoft YaHei"/>
                <a:cs typeface="Microsoft YaHei"/>
              </a:defRPr>
            </a:lvl7pPr>
            <a:lvl8pPr algn="l">
              <a:defRPr sz="1650" b="0">
                <a:solidFill>
                  <a:srgbClr val="B71920"/>
                </a:solidFill>
                <a:latin typeface="Microsoft YaHei"/>
                <a:ea typeface="Microsoft YaHei"/>
                <a:cs typeface="Microsoft YaHei"/>
              </a:defRPr>
            </a:lvl8pPr>
            <a:lvl9pPr algn="l">
              <a:defRPr sz="1650" b="0">
                <a:solidFill>
                  <a:srgbClr val="B71920"/>
                </a:solidFill>
                <a:latin typeface="Microsoft YaHei"/>
                <a:ea typeface="Microsoft YaHei"/>
                <a:cs typeface="Microsoft YaHei"/>
              </a:defRPr>
            </a:lvl9pPr>
          </a:lstStyle>
          <a:p xmlns:a="http://schemas.openxmlformats.org/drawingml/2006/main">
            <a:pPr algn="l">
              <a:defRPr sz="1650" b="0">
                <a:solidFill>
                  <a:srgbClr val="B71920"/>
                </a:solidFill>
                <a:latin typeface="Microsoft YaHei"/>
                <a:ea typeface="Microsoft YaHei"/>
                <a:cs typeface="Microsoft YaHei"/>
              </a:defRPr>
            </a:pPr>
            <a:r>
              <a:rPr sz="1650" b="0">
                <a:solidFill>
                  <a:srgbClr val="B71920"/>
                </a:solidFill>
                <a:latin typeface="Microsoft YaHei"/>
                <a:ea typeface="Microsoft YaHei"/>
                <a:cs typeface="Microsoft YaHei"/>
              </a:rPr>
              <a:t>Background</a:t>
            </a:r>
          </a:p>
        </p:txBody>
      </p:sp>
      <p:sp>
        <p:nvSpPr>
          <p:cNvPr id="2" name="slide-title">
            <a:extLst xmlns:a="http://schemas.openxmlformats.org/drawingml/2006/main">
              <a:ext uri="{FF2B5EF4-FFF2-40B4-BE49-F238E27FC236}">
                <a16:creationId xmlns:a16="http://schemas.microsoft.com/office/drawing/2014/main" id="{21604A09-5DC9-4F64-827E-1A85F8B5ED0C}"/>
              </a:ext>
            </a:extLst>
          </p:cNvPr>
          <p:cNvSpPr>
            <a:spLocks xmlns:a="http://schemas.openxmlformats.org/drawingml/2006/main" noGrp="1"/>
          </p:cNvSpPr>
          <p:nvPr/>
        </p:nvSpPr>
        <p:spPr>
          <a:xfrm xmlns:a="http://schemas.openxmlformats.org/drawingml/2006/main">
            <a:off x="571500" y="132397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303030"/>
                </a:solidFill>
                <a:latin typeface="Microsoft YaHei"/>
                <a:ea typeface="Microsoft YaHei"/>
                <a:cs typeface="Microsoft YaHei"/>
              </a:defRPr>
            </a:defPPr>
            <a:lvl1pPr algn="l">
              <a:defRPr sz="2625" b="0">
                <a:solidFill>
                  <a:srgbClr val="303030"/>
                </a:solidFill>
                <a:latin typeface="Microsoft YaHei"/>
                <a:ea typeface="Microsoft YaHei"/>
                <a:cs typeface="Microsoft YaHei"/>
              </a:defRPr>
            </a:lvl1pPr>
            <a:lvl2pPr algn="l">
              <a:defRPr sz="2625" b="0">
                <a:solidFill>
                  <a:srgbClr val="303030"/>
                </a:solidFill>
                <a:latin typeface="Microsoft YaHei"/>
                <a:ea typeface="Microsoft YaHei"/>
                <a:cs typeface="Microsoft YaHei"/>
              </a:defRPr>
            </a:lvl2pPr>
            <a:lvl3pPr algn="l">
              <a:defRPr sz="2625" b="0">
                <a:solidFill>
                  <a:srgbClr val="303030"/>
                </a:solidFill>
                <a:latin typeface="Microsoft YaHei"/>
                <a:ea typeface="Microsoft YaHei"/>
                <a:cs typeface="Microsoft YaHei"/>
              </a:defRPr>
            </a:lvl3pPr>
            <a:lvl4pPr algn="l">
              <a:defRPr sz="2625" b="0">
                <a:solidFill>
                  <a:srgbClr val="303030"/>
                </a:solidFill>
                <a:latin typeface="Microsoft YaHei"/>
                <a:ea typeface="Microsoft YaHei"/>
                <a:cs typeface="Microsoft YaHei"/>
              </a:defRPr>
            </a:lvl4pPr>
            <a:lvl5pPr algn="l">
              <a:defRPr sz="2625" b="0">
                <a:solidFill>
                  <a:srgbClr val="303030"/>
                </a:solidFill>
                <a:latin typeface="Microsoft YaHei"/>
                <a:ea typeface="Microsoft YaHei"/>
                <a:cs typeface="Microsoft YaHei"/>
              </a:defRPr>
            </a:lvl5pPr>
            <a:lvl6pPr algn="l">
              <a:defRPr sz="2625" b="0">
                <a:solidFill>
                  <a:srgbClr val="303030"/>
                </a:solidFill>
                <a:latin typeface="Microsoft YaHei"/>
                <a:ea typeface="Microsoft YaHei"/>
                <a:cs typeface="Microsoft YaHei"/>
              </a:defRPr>
            </a:lvl6pPr>
            <a:lvl7pPr algn="l">
              <a:defRPr sz="2625" b="0">
                <a:solidFill>
                  <a:srgbClr val="303030"/>
                </a:solidFill>
                <a:latin typeface="Microsoft YaHei"/>
                <a:ea typeface="Microsoft YaHei"/>
                <a:cs typeface="Microsoft YaHei"/>
              </a:defRPr>
            </a:lvl7pPr>
            <a:lvl8pPr algn="l">
              <a:defRPr sz="2625" b="0">
                <a:solidFill>
                  <a:srgbClr val="303030"/>
                </a:solidFill>
                <a:latin typeface="Microsoft YaHei"/>
                <a:ea typeface="Microsoft YaHei"/>
                <a:cs typeface="Microsoft YaHei"/>
              </a:defRPr>
            </a:lvl8pPr>
            <a:lvl9pPr algn="l">
              <a:defRPr sz="2625" b="0">
                <a:solidFill>
                  <a:srgbClr val="303030"/>
                </a:solidFill>
                <a:latin typeface="Microsoft YaHei"/>
                <a:ea typeface="Microsoft YaHei"/>
                <a:cs typeface="Microsoft YaHei"/>
              </a:defRPr>
            </a:lvl9pPr>
          </a:lstStyle>
          <a:p xmlns:a="http://schemas.openxmlformats.org/drawingml/2006/main">
            <a:pPr algn="l">
              <a:defRPr sz="2625" b="0">
                <a:solidFill>
                  <a:srgbClr val="303030"/>
                </a:solidFill>
                <a:latin typeface="Microsoft YaHei"/>
                <a:ea typeface="Microsoft YaHei"/>
                <a:cs typeface="Microsoft YaHei"/>
              </a:defRPr>
            </a:pPr>
            <a:r>
              <a:rPr sz="2625" b="0">
                <a:solidFill>
                  <a:srgbClr val="303030"/>
                </a:solidFill>
                <a:latin typeface="Microsoft YaHei"/>
                <a:ea typeface="Microsoft YaHei"/>
                <a:cs typeface="Microsoft YaHei"/>
              </a:rPr>
              <a:t>Company data and business context</a:t>
            </a:r>
          </a:p>
        </p:txBody>
      </p:sp>
      <p:sp>
        <p:nvSpPr>
          <p:cNvPr id="3" name="page">
            <a:extLst xmlns:a="http://schemas.openxmlformats.org/drawingml/2006/main">
              <a:ext uri="{FF2B5EF4-FFF2-40B4-BE49-F238E27FC236}">
                <a16:creationId xmlns:a16="http://schemas.microsoft.com/office/drawing/2014/main" id="{B1E293D2-AFDB-4395-8006-7F8AFEDF9B3A}"/>
              </a:ext>
            </a:extLst>
          </p:cNvPr>
          <p:cNvSpPr>
            <a:spLocks xmlns:a="http://schemas.openxmlformats.org/drawingml/2006/main" noGrp="1"/>
          </p:cNvSpPr>
          <p:nvPr/>
        </p:nvSpPr>
        <p:spPr>
          <a:xfrm xmlns:a="http://schemas.openxmlformats.org/drawingml/2006/main">
            <a:off x="10801350" y="6353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55555"/>
                </a:solidFill>
                <a:latin typeface="Microsoft YaHei"/>
                <a:ea typeface="Microsoft YaHei"/>
                <a:cs typeface="Microsoft YaHei"/>
              </a:defRPr>
            </a:defPPr>
            <a:lvl1pPr algn="r">
              <a:defRPr sz="1125" b="0">
                <a:solidFill>
                  <a:srgbClr val="555555"/>
                </a:solidFill>
                <a:latin typeface="Microsoft YaHei"/>
                <a:ea typeface="Microsoft YaHei"/>
                <a:cs typeface="Microsoft YaHei"/>
              </a:defRPr>
            </a:lvl1pPr>
            <a:lvl2pPr algn="r">
              <a:defRPr sz="1125" b="0">
                <a:solidFill>
                  <a:srgbClr val="555555"/>
                </a:solidFill>
                <a:latin typeface="Microsoft YaHei"/>
                <a:ea typeface="Microsoft YaHei"/>
                <a:cs typeface="Microsoft YaHei"/>
              </a:defRPr>
            </a:lvl2pPr>
            <a:lvl3pPr algn="r">
              <a:defRPr sz="1125" b="0">
                <a:solidFill>
                  <a:srgbClr val="555555"/>
                </a:solidFill>
                <a:latin typeface="Microsoft YaHei"/>
                <a:ea typeface="Microsoft YaHei"/>
                <a:cs typeface="Microsoft YaHei"/>
              </a:defRPr>
            </a:lvl3pPr>
            <a:lvl4pPr algn="r">
              <a:defRPr sz="1125" b="0">
                <a:solidFill>
                  <a:srgbClr val="555555"/>
                </a:solidFill>
                <a:latin typeface="Microsoft YaHei"/>
                <a:ea typeface="Microsoft YaHei"/>
                <a:cs typeface="Microsoft YaHei"/>
              </a:defRPr>
            </a:lvl4pPr>
            <a:lvl5pPr algn="r">
              <a:defRPr sz="1125" b="0">
                <a:solidFill>
                  <a:srgbClr val="555555"/>
                </a:solidFill>
                <a:latin typeface="Microsoft YaHei"/>
                <a:ea typeface="Microsoft YaHei"/>
                <a:cs typeface="Microsoft YaHei"/>
              </a:defRPr>
            </a:lvl5pPr>
            <a:lvl6pPr algn="r">
              <a:defRPr sz="1125" b="0">
                <a:solidFill>
                  <a:srgbClr val="555555"/>
                </a:solidFill>
                <a:latin typeface="Microsoft YaHei"/>
                <a:ea typeface="Microsoft YaHei"/>
                <a:cs typeface="Microsoft YaHei"/>
              </a:defRPr>
            </a:lvl6pPr>
            <a:lvl7pPr algn="r">
              <a:defRPr sz="1125" b="0">
                <a:solidFill>
                  <a:srgbClr val="555555"/>
                </a:solidFill>
                <a:latin typeface="Microsoft YaHei"/>
                <a:ea typeface="Microsoft YaHei"/>
                <a:cs typeface="Microsoft YaHei"/>
              </a:defRPr>
            </a:lvl7pPr>
            <a:lvl8pPr algn="r">
              <a:defRPr sz="1125" b="0">
                <a:solidFill>
                  <a:srgbClr val="555555"/>
                </a:solidFill>
                <a:latin typeface="Microsoft YaHei"/>
                <a:ea typeface="Microsoft YaHei"/>
                <a:cs typeface="Microsoft YaHei"/>
              </a:defRPr>
            </a:lvl8pPr>
            <a:lvl9pPr algn="r">
              <a:defRPr sz="1125" b="0">
                <a:solidFill>
                  <a:srgbClr val="555555"/>
                </a:solidFill>
                <a:latin typeface="Microsoft YaHei"/>
                <a:ea typeface="Microsoft YaHei"/>
                <a:cs typeface="Microsoft YaHei"/>
              </a:defRPr>
            </a:lvl9pPr>
          </a:lstStyle>
          <a:p xmlns:a="http://schemas.openxmlformats.org/drawingml/2006/main">
            <a:pPr algn="r">
              <a:defRPr sz="1125" b="0">
                <a:solidFill>
                  <a:srgbClr val="555555"/>
                </a:solidFill>
                <a:latin typeface="Microsoft YaHei"/>
                <a:ea typeface="Microsoft YaHei"/>
                <a:cs typeface="Microsoft YaHei"/>
              </a:defRPr>
            </a:pPr>
            <a:r>
              <a:rPr sz="1125" b="0">
                <a:solidFill>
                  <a:srgbClr val="555555"/>
                </a:solidFill>
                <a:latin typeface="Microsoft YaHei"/>
                <a:ea typeface="Microsoft YaHei"/>
                <a:cs typeface="Microsoft YaHei"/>
              </a:rPr>
              <a:t>2 / 16</a:t>
            </a:r>
          </a:p>
        </p:txBody>
      </p:sp>
      <p:sp>
        <p:nvSpPr>
          <p:cNvPr id="4" name="manager-question">
            <a:extLst xmlns:a="http://schemas.openxmlformats.org/drawingml/2006/main">
              <a:ext uri="{FF2B5EF4-FFF2-40B4-BE49-F238E27FC236}">
                <a16:creationId xmlns:a16="http://schemas.microsoft.com/office/drawing/2014/main" id="{497069CB-49C4-41EE-9134-D5D5B3AFD317}"/>
              </a:ext>
            </a:extLst>
          </p:cNvPr>
          <p:cNvSpPr>
            <a:spLocks xmlns:a="http://schemas.openxmlformats.org/drawingml/2006/main" noGrp="1"/>
          </p:cNvSpPr>
          <p:nvPr/>
        </p:nvSpPr>
        <p:spPr>
          <a:xfrm xmlns:a="http://schemas.openxmlformats.org/drawingml/2006/main">
            <a:off x="571500" y="2171700"/>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303030"/>
                </a:solidFill>
                <a:latin typeface="Microsoft YaHei"/>
                <a:ea typeface="Microsoft YaHei"/>
                <a:cs typeface="Microsoft YaHei"/>
              </a:defRPr>
            </a:defPPr>
            <a:lvl1pPr algn="l">
              <a:defRPr sz="2025" b="0">
                <a:solidFill>
                  <a:srgbClr val="303030"/>
                </a:solidFill>
                <a:latin typeface="Microsoft YaHei"/>
                <a:ea typeface="Microsoft YaHei"/>
                <a:cs typeface="Microsoft YaHei"/>
              </a:defRPr>
            </a:lvl1pPr>
            <a:lvl2pPr algn="l">
              <a:defRPr sz="2025" b="0">
                <a:solidFill>
                  <a:srgbClr val="303030"/>
                </a:solidFill>
                <a:latin typeface="Microsoft YaHei"/>
                <a:ea typeface="Microsoft YaHei"/>
                <a:cs typeface="Microsoft YaHei"/>
              </a:defRPr>
            </a:lvl2pPr>
            <a:lvl3pPr algn="l">
              <a:defRPr sz="2025" b="0">
                <a:solidFill>
                  <a:srgbClr val="303030"/>
                </a:solidFill>
                <a:latin typeface="Microsoft YaHei"/>
                <a:ea typeface="Microsoft YaHei"/>
                <a:cs typeface="Microsoft YaHei"/>
              </a:defRPr>
            </a:lvl3pPr>
            <a:lvl4pPr algn="l">
              <a:defRPr sz="2025" b="0">
                <a:solidFill>
                  <a:srgbClr val="303030"/>
                </a:solidFill>
                <a:latin typeface="Microsoft YaHei"/>
                <a:ea typeface="Microsoft YaHei"/>
                <a:cs typeface="Microsoft YaHei"/>
              </a:defRPr>
            </a:lvl4pPr>
            <a:lvl5pPr algn="l">
              <a:defRPr sz="2025" b="0">
                <a:solidFill>
                  <a:srgbClr val="303030"/>
                </a:solidFill>
                <a:latin typeface="Microsoft YaHei"/>
                <a:ea typeface="Microsoft YaHei"/>
                <a:cs typeface="Microsoft YaHei"/>
              </a:defRPr>
            </a:lvl5pPr>
            <a:lvl6pPr algn="l">
              <a:defRPr sz="2025" b="0">
                <a:solidFill>
                  <a:srgbClr val="303030"/>
                </a:solidFill>
                <a:latin typeface="Microsoft YaHei"/>
                <a:ea typeface="Microsoft YaHei"/>
                <a:cs typeface="Microsoft YaHei"/>
              </a:defRPr>
            </a:lvl6pPr>
            <a:lvl7pPr algn="l">
              <a:defRPr sz="2025" b="0">
                <a:solidFill>
                  <a:srgbClr val="303030"/>
                </a:solidFill>
                <a:latin typeface="Microsoft YaHei"/>
                <a:ea typeface="Microsoft YaHei"/>
                <a:cs typeface="Microsoft YaHei"/>
              </a:defRPr>
            </a:lvl7pPr>
            <a:lvl8pPr algn="l">
              <a:defRPr sz="2025" b="0">
                <a:solidFill>
                  <a:srgbClr val="303030"/>
                </a:solidFill>
                <a:latin typeface="Microsoft YaHei"/>
                <a:ea typeface="Microsoft YaHei"/>
                <a:cs typeface="Microsoft YaHei"/>
              </a:defRPr>
            </a:lvl8pPr>
            <a:lvl9pPr algn="l">
              <a:defRPr sz="2025" b="0">
                <a:solidFill>
                  <a:srgbClr val="303030"/>
                </a:solidFill>
                <a:latin typeface="Microsoft YaHei"/>
                <a:ea typeface="Microsoft YaHei"/>
                <a:cs typeface="Microsoft YaHei"/>
              </a:defRPr>
            </a:lvl9pPr>
          </a:lstStyle>
          <a:p xmlns:a="http://schemas.openxmlformats.org/drawingml/2006/main">
            <a:pPr algn="l">
              <a:defRPr sz="2025" b="0">
                <a:solidFill>
                  <a:srgbClr val="303030"/>
                </a:solidFill>
                <a:latin typeface="Microsoft YaHei"/>
                <a:ea typeface="Microsoft YaHei"/>
                <a:cs typeface="Microsoft YaHei"/>
              </a:defRPr>
            </a:pPr>
            <a:r>
              <a:rPr sz="2025" b="0">
                <a:solidFill>
                  <a:srgbClr val="303030"/>
                </a:solidFill>
                <a:latin typeface="Microsoft YaHei"/>
                <a:ea typeface="Microsoft YaHei"/>
                <a:cs typeface="Microsoft YaHei"/>
              </a:rPr>
              <a:t>A manager asks: “What were our May sales?”</a:t>
            </a:r>
          </a:p>
        </p:txBody>
      </p:sp>
      <p:sp>
        <p:nvSpPr>
          <p:cNvPr id="5" name="data">
            <a:extLst xmlns:a="http://schemas.openxmlformats.org/drawingml/2006/main">
              <a:ext uri="{FF2B5EF4-FFF2-40B4-BE49-F238E27FC236}">
                <a16:creationId xmlns:a16="http://schemas.microsoft.com/office/drawing/2014/main" id="{48B0B4B5-A068-47BD-8437-976786008ACE}"/>
              </a:ext>
            </a:extLst>
          </p:cNvPr>
          <p:cNvSpPr>
            <a:spLocks xmlns:a="http://schemas.openxmlformats.org/drawingml/2006/main" noGrp="1"/>
          </p:cNvSpPr>
          <p:nvPr/>
        </p:nvSpPr>
        <p:spPr>
          <a:xfrm xmlns:a="http://schemas.openxmlformats.org/drawingml/2006/main">
            <a:off x="571500" y="2886075"/>
            <a:ext cx="333375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725" b="0">
                <a:solidFill>
                  <a:srgbClr val="303030"/>
                </a:solidFill>
                <a:latin typeface="Microsoft YaHei"/>
                <a:ea typeface="Microsoft YaHei"/>
                <a:cs typeface="Microsoft YaHei"/>
              </a:defRPr>
            </a:defPPr>
            <a:lvl1pPr algn="ctr">
              <a:defRPr sz="1725" b="0">
                <a:solidFill>
                  <a:srgbClr val="303030"/>
                </a:solidFill>
                <a:latin typeface="Microsoft YaHei"/>
                <a:ea typeface="Microsoft YaHei"/>
                <a:cs typeface="Microsoft YaHei"/>
              </a:defRPr>
            </a:lvl1pPr>
            <a:lvl2pPr algn="ctr">
              <a:defRPr sz="1725" b="0">
                <a:solidFill>
                  <a:srgbClr val="303030"/>
                </a:solidFill>
                <a:latin typeface="Microsoft YaHei"/>
                <a:ea typeface="Microsoft YaHei"/>
                <a:cs typeface="Microsoft YaHei"/>
              </a:defRPr>
            </a:lvl2pPr>
            <a:lvl3pPr algn="ctr">
              <a:defRPr sz="1725" b="0">
                <a:solidFill>
                  <a:srgbClr val="303030"/>
                </a:solidFill>
                <a:latin typeface="Microsoft YaHei"/>
                <a:ea typeface="Microsoft YaHei"/>
                <a:cs typeface="Microsoft YaHei"/>
              </a:defRPr>
            </a:lvl3pPr>
            <a:lvl4pPr algn="ctr">
              <a:defRPr sz="1725" b="0">
                <a:solidFill>
                  <a:srgbClr val="303030"/>
                </a:solidFill>
                <a:latin typeface="Microsoft YaHei"/>
                <a:ea typeface="Microsoft YaHei"/>
                <a:cs typeface="Microsoft YaHei"/>
              </a:defRPr>
            </a:lvl4pPr>
            <a:lvl5pPr algn="ctr">
              <a:defRPr sz="1725" b="0">
                <a:solidFill>
                  <a:srgbClr val="303030"/>
                </a:solidFill>
                <a:latin typeface="Microsoft YaHei"/>
                <a:ea typeface="Microsoft YaHei"/>
                <a:cs typeface="Microsoft YaHei"/>
              </a:defRPr>
            </a:lvl5pPr>
            <a:lvl6pPr algn="ctr">
              <a:defRPr sz="1725" b="0">
                <a:solidFill>
                  <a:srgbClr val="303030"/>
                </a:solidFill>
                <a:latin typeface="Microsoft YaHei"/>
                <a:ea typeface="Microsoft YaHei"/>
                <a:cs typeface="Microsoft YaHei"/>
              </a:defRPr>
            </a:lvl6pPr>
            <a:lvl7pPr algn="ctr">
              <a:defRPr sz="1725" b="0">
                <a:solidFill>
                  <a:srgbClr val="303030"/>
                </a:solidFill>
                <a:latin typeface="Microsoft YaHei"/>
                <a:ea typeface="Microsoft YaHei"/>
                <a:cs typeface="Microsoft YaHei"/>
              </a:defRPr>
            </a:lvl7pPr>
            <a:lvl8pPr algn="ctr">
              <a:defRPr sz="1725" b="0">
                <a:solidFill>
                  <a:srgbClr val="303030"/>
                </a:solidFill>
                <a:latin typeface="Microsoft YaHei"/>
                <a:ea typeface="Microsoft YaHei"/>
                <a:cs typeface="Microsoft YaHei"/>
              </a:defRPr>
            </a:lvl8pPr>
            <a:lvl9pPr algn="ctr">
              <a:defRPr sz="1725" b="0">
                <a:solidFill>
                  <a:srgbClr val="303030"/>
                </a:solidFill>
                <a:latin typeface="Microsoft YaHei"/>
                <a:ea typeface="Microsoft YaHei"/>
                <a:cs typeface="Microsoft YaHei"/>
              </a:defRPr>
            </a:lvl9pPr>
          </a:lstStyle>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Tables</a:t>
            </a:r>
          </a:p>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Orders, customers, payments</a:t>
            </a:r>
          </a:p>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Amounts, dates, status</a:t>
            </a:r>
          </a:p>
        </p:txBody>
      </p:sp>
      <p:sp>
        <p:nvSpPr>
          <p:cNvPr id="6" name="structured">
            <a:extLst xmlns:a="http://schemas.openxmlformats.org/drawingml/2006/main">
              <a:ext uri="{FF2B5EF4-FFF2-40B4-BE49-F238E27FC236}">
                <a16:creationId xmlns:a16="http://schemas.microsoft.com/office/drawing/2014/main" id="{25EA4B28-E9DA-4C8A-B022-F2A8246A65D5}"/>
              </a:ext>
            </a:extLst>
          </p:cNvPr>
          <p:cNvSpPr>
            <a:spLocks xmlns:a="http://schemas.openxmlformats.org/drawingml/2006/main" noGrp="1"/>
          </p:cNvSpPr>
          <p:nvPr/>
        </p:nvSpPr>
        <p:spPr>
          <a:xfrm xmlns:a="http://schemas.openxmlformats.org/drawingml/2006/main">
            <a:off x="4381500" y="2886075"/>
            <a:ext cx="333375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725" b="0">
                <a:solidFill>
                  <a:srgbClr val="303030"/>
                </a:solidFill>
                <a:latin typeface="Microsoft YaHei"/>
                <a:ea typeface="Microsoft YaHei"/>
                <a:cs typeface="Microsoft YaHei"/>
              </a:defRPr>
            </a:defPPr>
            <a:lvl1pPr algn="ctr">
              <a:defRPr sz="1725" b="0">
                <a:solidFill>
                  <a:srgbClr val="303030"/>
                </a:solidFill>
                <a:latin typeface="Microsoft YaHei"/>
                <a:ea typeface="Microsoft YaHei"/>
                <a:cs typeface="Microsoft YaHei"/>
              </a:defRPr>
            </a:lvl1pPr>
            <a:lvl2pPr algn="ctr">
              <a:defRPr sz="1725" b="0">
                <a:solidFill>
                  <a:srgbClr val="303030"/>
                </a:solidFill>
                <a:latin typeface="Microsoft YaHei"/>
                <a:ea typeface="Microsoft YaHei"/>
                <a:cs typeface="Microsoft YaHei"/>
              </a:defRPr>
            </a:lvl2pPr>
            <a:lvl3pPr algn="ctr">
              <a:defRPr sz="1725" b="0">
                <a:solidFill>
                  <a:srgbClr val="303030"/>
                </a:solidFill>
                <a:latin typeface="Microsoft YaHei"/>
                <a:ea typeface="Microsoft YaHei"/>
                <a:cs typeface="Microsoft YaHei"/>
              </a:defRPr>
            </a:lvl3pPr>
            <a:lvl4pPr algn="ctr">
              <a:defRPr sz="1725" b="0">
                <a:solidFill>
                  <a:srgbClr val="303030"/>
                </a:solidFill>
                <a:latin typeface="Microsoft YaHei"/>
                <a:ea typeface="Microsoft YaHei"/>
                <a:cs typeface="Microsoft YaHei"/>
              </a:defRPr>
            </a:lvl4pPr>
            <a:lvl5pPr algn="ctr">
              <a:defRPr sz="1725" b="0">
                <a:solidFill>
                  <a:srgbClr val="303030"/>
                </a:solidFill>
                <a:latin typeface="Microsoft YaHei"/>
                <a:ea typeface="Microsoft YaHei"/>
                <a:cs typeface="Microsoft YaHei"/>
              </a:defRPr>
            </a:lvl5pPr>
            <a:lvl6pPr algn="ctr">
              <a:defRPr sz="1725" b="0">
                <a:solidFill>
                  <a:srgbClr val="303030"/>
                </a:solidFill>
                <a:latin typeface="Microsoft YaHei"/>
                <a:ea typeface="Microsoft YaHei"/>
                <a:cs typeface="Microsoft YaHei"/>
              </a:defRPr>
            </a:lvl6pPr>
            <a:lvl7pPr algn="ctr">
              <a:defRPr sz="1725" b="0">
                <a:solidFill>
                  <a:srgbClr val="303030"/>
                </a:solidFill>
                <a:latin typeface="Microsoft YaHei"/>
                <a:ea typeface="Microsoft YaHei"/>
                <a:cs typeface="Microsoft YaHei"/>
              </a:defRPr>
            </a:lvl7pPr>
            <a:lvl8pPr algn="ctr">
              <a:defRPr sz="1725" b="0">
                <a:solidFill>
                  <a:srgbClr val="303030"/>
                </a:solidFill>
                <a:latin typeface="Microsoft YaHei"/>
                <a:ea typeface="Microsoft YaHei"/>
                <a:cs typeface="Microsoft YaHei"/>
              </a:defRPr>
            </a:lvl8pPr>
            <a:lvl9pPr algn="ctr">
              <a:defRPr sz="1725" b="0">
                <a:solidFill>
                  <a:srgbClr val="303030"/>
                </a:solidFill>
                <a:latin typeface="Microsoft YaHei"/>
                <a:ea typeface="Microsoft YaHei"/>
                <a:cs typeface="Microsoft YaHei"/>
              </a:defRPr>
            </a:lvl9pPr>
          </a:lstStyle>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Structured context</a:t>
            </a:r>
          </a:p>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Metric definitions</a:t>
            </a:r>
          </a:p>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Data dictionaries and rules</a:t>
            </a:r>
          </a:p>
        </p:txBody>
      </p:sp>
      <p:sp>
        <p:nvSpPr>
          <p:cNvPr id="7" name="unstructured">
            <a:extLst xmlns:a="http://schemas.openxmlformats.org/drawingml/2006/main">
              <a:ext uri="{FF2B5EF4-FFF2-40B4-BE49-F238E27FC236}">
                <a16:creationId xmlns:a16="http://schemas.microsoft.com/office/drawing/2014/main" id="{2251DE2C-7546-48BB-8609-EBCE3AFDD84B}"/>
              </a:ext>
            </a:extLst>
          </p:cNvPr>
          <p:cNvSpPr>
            <a:spLocks xmlns:a="http://schemas.openxmlformats.org/drawingml/2006/main" noGrp="1"/>
          </p:cNvSpPr>
          <p:nvPr/>
        </p:nvSpPr>
        <p:spPr>
          <a:xfrm xmlns:a="http://schemas.openxmlformats.org/drawingml/2006/main">
            <a:off x="8191500" y="2886075"/>
            <a:ext cx="333375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725" b="0">
                <a:solidFill>
                  <a:srgbClr val="303030"/>
                </a:solidFill>
                <a:latin typeface="Microsoft YaHei"/>
                <a:ea typeface="Microsoft YaHei"/>
                <a:cs typeface="Microsoft YaHei"/>
              </a:defRPr>
            </a:defPPr>
            <a:lvl1pPr algn="ctr">
              <a:defRPr sz="1725" b="0">
                <a:solidFill>
                  <a:srgbClr val="303030"/>
                </a:solidFill>
                <a:latin typeface="Microsoft YaHei"/>
                <a:ea typeface="Microsoft YaHei"/>
                <a:cs typeface="Microsoft YaHei"/>
              </a:defRPr>
            </a:lvl1pPr>
            <a:lvl2pPr algn="ctr">
              <a:defRPr sz="1725" b="0">
                <a:solidFill>
                  <a:srgbClr val="303030"/>
                </a:solidFill>
                <a:latin typeface="Microsoft YaHei"/>
                <a:ea typeface="Microsoft YaHei"/>
                <a:cs typeface="Microsoft YaHei"/>
              </a:defRPr>
            </a:lvl2pPr>
            <a:lvl3pPr algn="ctr">
              <a:defRPr sz="1725" b="0">
                <a:solidFill>
                  <a:srgbClr val="303030"/>
                </a:solidFill>
                <a:latin typeface="Microsoft YaHei"/>
                <a:ea typeface="Microsoft YaHei"/>
                <a:cs typeface="Microsoft YaHei"/>
              </a:defRPr>
            </a:lvl3pPr>
            <a:lvl4pPr algn="ctr">
              <a:defRPr sz="1725" b="0">
                <a:solidFill>
                  <a:srgbClr val="303030"/>
                </a:solidFill>
                <a:latin typeface="Microsoft YaHei"/>
                <a:ea typeface="Microsoft YaHei"/>
                <a:cs typeface="Microsoft YaHei"/>
              </a:defRPr>
            </a:lvl4pPr>
            <a:lvl5pPr algn="ctr">
              <a:defRPr sz="1725" b="0">
                <a:solidFill>
                  <a:srgbClr val="303030"/>
                </a:solidFill>
                <a:latin typeface="Microsoft YaHei"/>
                <a:ea typeface="Microsoft YaHei"/>
                <a:cs typeface="Microsoft YaHei"/>
              </a:defRPr>
            </a:lvl5pPr>
            <a:lvl6pPr algn="ctr">
              <a:defRPr sz="1725" b="0">
                <a:solidFill>
                  <a:srgbClr val="303030"/>
                </a:solidFill>
                <a:latin typeface="Microsoft YaHei"/>
                <a:ea typeface="Microsoft YaHei"/>
                <a:cs typeface="Microsoft YaHei"/>
              </a:defRPr>
            </a:lvl6pPr>
            <a:lvl7pPr algn="ctr">
              <a:defRPr sz="1725" b="0">
                <a:solidFill>
                  <a:srgbClr val="303030"/>
                </a:solidFill>
                <a:latin typeface="Microsoft YaHei"/>
                <a:ea typeface="Microsoft YaHei"/>
                <a:cs typeface="Microsoft YaHei"/>
              </a:defRPr>
            </a:lvl7pPr>
            <a:lvl8pPr algn="ctr">
              <a:defRPr sz="1725" b="0">
                <a:solidFill>
                  <a:srgbClr val="303030"/>
                </a:solidFill>
                <a:latin typeface="Microsoft YaHei"/>
                <a:ea typeface="Microsoft YaHei"/>
                <a:cs typeface="Microsoft YaHei"/>
              </a:defRPr>
            </a:lvl8pPr>
            <a:lvl9pPr algn="ctr">
              <a:defRPr sz="1725" b="0">
                <a:solidFill>
                  <a:srgbClr val="303030"/>
                </a:solidFill>
                <a:latin typeface="Microsoft YaHei"/>
                <a:ea typeface="Microsoft YaHei"/>
                <a:cs typeface="Microsoft YaHei"/>
              </a:defRPr>
            </a:lvl9pPr>
          </a:lstStyle>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Unstructured context</a:t>
            </a:r>
          </a:p>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Wiki pages and email threads</a:t>
            </a:r>
          </a:p>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Exceptions and analyst notes</a:t>
            </a:r>
          </a:p>
        </p:txBody>
      </p:sp>
      <p:sp>
        <p:nvSpPr>
          <p:cNvPr id="8" name="agent">
            <a:extLst xmlns:a="http://schemas.openxmlformats.org/drawingml/2006/main">
              <a:ext uri="{FF2B5EF4-FFF2-40B4-BE49-F238E27FC236}">
                <a16:creationId xmlns:a16="http://schemas.microsoft.com/office/drawing/2014/main" id="{E8355E0F-EC6D-43C0-8337-240CCA76A571}"/>
              </a:ext>
            </a:extLst>
          </p:cNvPr>
          <p:cNvSpPr>
            <a:spLocks xmlns:a="http://schemas.openxmlformats.org/drawingml/2006/main" noGrp="1"/>
          </p:cNvSpPr>
          <p:nvPr/>
        </p:nvSpPr>
        <p:spPr>
          <a:xfrm xmlns:a="http://schemas.openxmlformats.org/drawingml/2006/main">
            <a:off x="3238500" y="4781550"/>
            <a:ext cx="5715000" cy="819150"/>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800" b="0">
                <a:solidFill>
                  <a:srgbClr val="303030"/>
                </a:solidFill>
                <a:latin typeface="Microsoft YaHei"/>
                <a:ea typeface="Microsoft YaHei"/>
                <a:cs typeface="Microsoft YaHei"/>
              </a:defRPr>
            </a:defPPr>
            <a:lvl1pPr algn="ctr">
              <a:defRPr sz="1800" b="0">
                <a:solidFill>
                  <a:srgbClr val="303030"/>
                </a:solidFill>
                <a:latin typeface="Microsoft YaHei"/>
                <a:ea typeface="Microsoft YaHei"/>
                <a:cs typeface="Microsoft YaHei"/>
              </a:defRPr>
            </a:lvl1pPr>
            <a:lvl2pPr algn="ctr">
              <a:defRPr sz="1800" b="0">
                <a:solidFill>
                  <a:srgbClr val="303030"/>
                </a:solidFill>
                <a:latin typeface="Microsoft YaHei"/>
                <a:ea typeface="Microsoft YaHei"/>
                <a:cs typeface="Microsoft YaHei"/>
              </a:defRPr>
            </a:lvl2pPr>
            <a:lvl3pPr algn="ctr">
              <a:defRPr sz="1800" b="0">
                <a:solidFill>
                  <a:srgbClr val="303030"/>
                </a:solidFill>
                <a:latin typeface="Microsoft YaHei"/>
                <a:ea typeface="Microsoft YaHei"/>
                <a:cs typeface="Microsoft YaHei"/>
              </a:defRPr>
            </a:lvl3pPr>
            <a:lvl4pPr algn="ctr">
              <a:defRPr sz="1800" b="0">
                <a:solidFill>
                  <a:srgbClr val="303030"/>
                </a:solidFill>
                <a:latin typeface="Microsoft YaHei"/>
                <a:ea typeface="Microsoft YaHei"/>
                <a:cs typeface="Microsoft YaHei"/>
              </a:defRPr>
            </a:lvl4pPr>
            <a:lvl5pPr algn="ctr">
              <a:defRPr sz="1800" b="0">
                <a:solidFill>
                  <a:srgbClr val="303030"/>
                </a:solidFill>
                <a:latin typeface="Microsoft YaHei"/>
                <a:ea typeface="Microsoft YaHei"/>
                <a:cs typeface="Microsoft YaHei"/>
              </a:defRPr>
            </a:lvl5pPr>
            <a:lvl6pPr algn="ctr">
              <a:defRPr sz="1800" b="0">
                <a:solidFill>
                  <a:srgbClr val="303030"/>
                </a:solidFill>
                <a:latin typeface="Microsoft YaHei"/>
                <a:ea typeface="Microsoft YaHei"/>
                <a:cs typeface="Microsoft YaHei"/>
              </a:defRPr>
            </a:lvl6pPr>
            <a:lvl7pPr algn="ctr">
              <a:defRPr sz="1800" b="0">
                <a:solidFill>
                  <a:srgbClr val="303030"/>
                </a:solidFill>
                <a:latin typeface="Microsoft YaHei"/>
                <a:ea typeface="Microsoft YaHei"/>
                <a:cs typeface="Microsoft YaHei"/>
              </a:defRPr>
            </a:lvl7pPr>
            <a:lvl8pPr algn="ctr">
              <a:defRPr sz="1800" b="0">
                <a:solidFill>
                  <a:srgbClr val="303030"/>
                </a:solidFill>
                <a:latin typeface="Microsoft YaHei"/>
                <a:ea typeface="Microsoft YaHei"/>
                <a:cs typeface="Microsoft YaHei"/>
              </a:defRPr>
            </a:lvl8pPr>
            <a:lvl9pPr algn="ctr">
              <a:defRPr sz="1800" b="0">
                <a:solidFill>
                  <a:srgbClr val="303030"/>
                </a:solidFill>
                <a:latin typeface="Microsoft YaHei"/>
                <a:ea typeface="Microsoft YaHei"/>
                <a:cs typeface="Microsoft YaHei"/>
              </a:defRPr>
            </a:lvl9pPr>
          </a:lstStyle>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Analytical agent</a:t>
            </a:r>
          </a:p>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Interprets the request and runs SQL / Python</a:t>
            </a:r>
          </a:p>
        </p:txBody>
      </p:sp>
      <p:sp>
        <p:nvSpPr>
          <p:cNvPr id="12" name="takeaway">
            <a:extLst xmlns:a="http://schemas.openxmlformats.org/drawingml/2006/main">
              <a:ext uri="{FF2B5EF4-FFF2-40B4-BE49-F238E27FC236}">
                <a16:creationId xmlns:a16="http://schemas.microsoft.com/office/drawing/2014/main" id="{941A6FDB-A624-4350-B10E-94A61EE4A587}"/>
              </a:ext>
            </a:extLst>
          </p:cNvPr>
          <p:cNvSpPr>
            <a:spLocks xmlns:a="http://schemas.openxmlformats.org/drawingml/2006/main" noGrp="1"/>
          </p:cNvSpPr>
          <p:nvPr/>
        </p:nvSpPr>
        <p:spPr>
          <a:xfrm xmlns:a="http://schemas.openxmlformats.org/drawingml/2006/main">
            <a:off x="571500" y="5800725"/>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B71920"/>
                </a:solidFill>
                <a:latin typeface="Microsoft YaHei"/>
                <a:ea typeface="Microsoft YaHei"/>
                <a:cs typeface="Microsoft YaHei"/>
              </a:defRPr>
            </a:defPPr>
            <a:lvl1pPr algn="l">
              <a:defRPr sz="1725" b="0">
                <a:solidFill>
                  <a:srgbClr val="B71920"/>
                </a:solidFill>
                <a:latin typeface="Microsoft YaHei"/>
                <a:ea typeface="Microsoft YaHei"/>
                <a:cs typeface="Microsoft YaHei"/>
              </a:defRPr>
            </a:lvl1pPr>
            <a:lvl2pPr algn="l">
              <a:defRPr sz="1725" b="0">
                <a:solidFill>
                  <a:srgbClr val="B71920"/>
                </a:solidFill>
                <a:latin typeface="Microsoft YaHei"/>
                <a:ea typeface="Microsoft YaHei"/>
                <a:cs typeface="Microsoft YaHei"/>
              </a:defRPr>
            </a:lvl2pPr>
            <a:lvl3pPr algn="l">
              <a:defRPr sz="1725" b="0">
                <a:solidFill>
                  <a:srgbClr val="B71920"/>
                </a:solidFill>
                <a:latin typeface="Microsoft YaHei"/>
                <a:ea typeface="Microsoft YaHei"/>
                <a:cs typeface="Microsoft YaHei"/>
              </a:defRPr>
            </a:lvl3pPr>
            <a:lvl4pPr algn="l">
              <a:defRPr sz="1725" b="0">
                <a:solidFill>
                  <a:srgbClr val="B71920"/>
                </a:solidFill>
                <a:latin typeface="Microsoft YaHei"/>
                <a:ea typeface="Microsoft YaHei"/>
                <a:cs typeface="Microsoft YaHei"/>
              </a:defRPr>
            </a:lvl4pPr>
            <a:lvl5pPr algn="l">
              <a:defRPr sz="1725" b="0">
                <a:solidFill>
                  <a:srgbClr val="B71920"/>
                </a:solidFill>
                <a:latin typeface="Microsoft YaHei"/>
                <a:ea typeface="Microsoft YaHei"/>
                <a:cs typeface="Microsoft YaHei"/>
              </a:defRPr>
            </a:lvl5pPr>
            <a:lvl6pPr algn="l">
              <a:defRPr sz="1725" b="0">
                <a:solidFill>
                  <a:srgbClr val="B71920"/>
                </a:solidFill>
                <a:latin typeface="Microsoft YaHei"/>
                <a:ea typeface="Microsoft YaHei"/>
                <a:cs typeface="Microsoft YaHei"/>
              </a:defRPr>
            </a:lvl6pPr>
            <a:lvl7pPr algn="l">
              <a:defRPr sz="1725" b="0">
                <a:solidFill>
                  <a:srgbClr val="B71920"/>
                </a:solidFill>
                <a:latin typeface="Microsoft YaHei"/>
                <a:ea typeface="Microsoft YaHei"/>
                <a:cs typeface="Microsoft YaHei"/>
              </a:defRPr>
            </a:lvl7pPr>
            <a:lvl8pPr algn="l">
              <a:defRPr sz="1725" b="0">
                <a:solidFill>
                  <a:srgbClr val="B71920"/>
                </a:solidFill>
                <a:latin typeface="Microsoft YaHei"/>
                <a:ea typeface="Microsoft YaHei"/>
                <a:cs typeface="Microsoft YaHei"/>
              </a:defRPr>
            </a:lvl8pPr>
            <a:lvl9pPr algn="l">
              <a:defRPr sz="1725" b="0">
                <a:solidFill>
                  <a:srgbClr val="B71920"/>
                </a:solidFill>
                <a:latin typeface="Microsoft YaHei"/>
                <a:ea typeface="Microsoft YaHei"/>
                <a:cs typeface="Microsoft YaHei"/>
              </a:defRPr>
            </a:lvl9pPr>
          </a:lstStyle>
          <a:p xmlns:a="http://schemas.openxmlformats.org/drawingml/2006/main">
            <a:pPr algn="l">
              <a:defRPr sz="1725" b="0">
                <a:solidFill>
                  <a:srgbClr val="B71920"/>
                </a:solidFill>
                <a:latin typeface="Microsoft YaHei"/>
                <a:ea typeface="Microsoft YaHei"/>
                <a:cs typeface="Microsoft YaHei"/>
              </a:defRPr>
            </a:pPr>
            <a:r>
              <a:rPr sz="1725" b="0">
                <a:solidFill>
                  <a:srgbClr val="B71920"/>
                </a:solidFill>
                <a:latin typeface="Microsoft YaHei"/>
                <a:ea typeface="Microsoft YaHei"/>
                <a:cs typeface="Microsoft YaHei"/>
              </a:rPr>
              <a:t>The agent needs the applicable business meaning, as well as the records.</a:t>
            </a:r>
          </a:p>
        </p:txBody>
      </p:sp>
    </p:spTree>
    <p:extLst>
      <p:ext uri="{BB962C8B-B14F-4D97-AF65-F5344CB8AC3E}">
        <p14:creationId xmlns:p14="http://schemas.microsoft.com/office/powerpoint/2010/main" val="91057728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cxnSp>
        <p:nvCxnSpPr>
          <p:cNvPr id="10" name="">
            <a:extLst xmlns:a="http://schemas.openxmlformats.org/drawingml/2006/main">
              <a:ext uri="{FF2B5EF4-FFF2-40B4-BE49-F238E27FC236}">
                <a16:creationId xmlns:a16="http://schemas.microsoft.com/office/drawing/2014/main" id="{E49086F9-A813-4D32-BE92-0FC58FA65D82}"/>
              </a:ext>
            </a:extLst>
          </p:cNvPr>
          <p:cNvCxnSpPr>
            <a:stCxn xmlns:a="http://schemas.openxmlformats.org/drawingml/2006/main" id="7" idx="3"/>
            <a:endCxn xmlns:a="http://schemas.openxmlformats.org/drawingml/2006/main" id="8" idx="1"/>
          </p:cNvCxnSpPr>
          <p:nvPr/>
        </p:nvCxnSpPr>
        <p:spPr>
          <a:xfrm xmlns:a="http://schemas.openxmlformats.org/drawingml/2006/main">
            <a:off x="7715250" y="5505450"/>
            <a:ext cx="476250" cy="0"/>
          </a:xfrm>
          <a:prstGeom xmlns:a="http://schemas.openxmlformats.org/drawingml/2006/main" prst="straightConnector1">
            <a:avLst/>
          </a:prstGeom>
          <a:ln xmlns:a="http://schemas.openxmlformats.org/drawingml/2006/main" w="14288">
            <a:solidFill>
              <a:srgbClr val="8D8D8D"/>
            </a:solidFill>
            <a:tailEnd type="arrow" w="med" len="med"/>
          </a:ln>
        </p:spPr>
      </p:cxnSp>
      <p:cxnSp>
        <p:nvCxnSpPr>
          <p:cNvPr id="9" name="">
            <a:extLst xmlns:a="http://schemas.openxmlformats.org/drawingml/2006/main">
              <a:ext uri="{FF2B5EF4-FFF2-40B4-BE49-F238E27FC236}">
                <a16:creationId xmlns:a16="http://schemas.microsoft.com/office/drawing/2014/main" id="{682672E4-98DC-499B-A42E-5831D2E9F30D}"/>
              </a:ext>
            </a:extLst>
          </p:cNvPr>
          <p:cNvCxnSpPr>
            <a:stCxn xmlns:a="http://schemas.openxmlformats.org/drawingml/2006/main" id="6" idx="3"/>
            <a:endCxn xmlns:a="http://schemas.openxmlformats.org/drawingml/2006/main" id="7" idx="1"/>
          </p:cNvCxnSpPr>
          <p:nvPr/>
        </p:nvCxnSpPr>
        <p:spPr>
          <a:xfrm xmlns:a="http://schemas.openxmlformats.org/drawingml/2006/main">
            <a:off x="3905250" y="5505450"/>
            <a:ext cx="476250" cy="0"/>
          </a:xfrm>
          <a:prstGeom xmlns:a="http://schemas.openxmlformats.org/drawingml/2006/main" prst="straightConnector1">
            <a:avLst/>
          </a:prstGeom>
          <a:ln xmlns:a="http://schemas.openxmlformats.org/drawingml/2006/main" w="14288">
            <a:solidFill>
              <a:srgbClr val="8D8D8D"/>
            </a:solidFill>
            <a:tailEnd type="arrow" w="med" len="med"/>
          </a:ln>
        </p:spPr>
      </p:cxnSp>
      <p:sp>
        <p:nvSpPr>
          <p:cNvPr id="12" name="section">
            <a:extLst xmlns:a="http://schemas.openxmlformats.org/drawingml/2006/main">
              <a:ext uri="{FF2B5EF4-FFF2-40B4-BE49-F238E27FC236}">
                <a16:creationId xmlns:a16="http://schemas.microsoft.com/office/drawing/2014/main" id="{1E54BAAD-CEEB-4716-B168-974A063C14DC}"/>
              </a:ext>
            </a:extLst>
          </p:cNvPr>
          <p:cNvSpPr>
            <a:spLocks xmlns:a="http://schemas.openxmlformats.org/drawingml/2006/main" noGrp="1"/>
          </p:cNvSpPr>
          <p:nvPr/>
        </p:nvSpPr>
        <p:spPr>
          <a:xfrm xmlns:a="http://schemas.openxmlformats.org/drawingml/2006/main">
            <a:off x="571500" y="8667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B71920"/>
                </a:solidFill>
                <a:latin typeface="Microsoft YaHei"/>
                <a:ea typeface="Microsoft YaHei"/>
                <a:cs typeface="Microsoft YaHei"/>
              </a:defRPr>
            </a:defPPr>
            <a:lvl1pPr algn="l">
              <a:defRPr sz="1650" b="0">
                <a:solidFill>
                  <a:srgbClr val="B71920"/>
                </a:solidFill>
                <a:latin typeface="Microsoft YaHei"/>
                <a:ea typeface="Microsoft YaHei"/>
                <a:cs typeface="Microsoft YaHei"/>
              </a:defRPr>
            </a:lvl1pPr>
            <a:lvl2pPr algn="l">
              <a:defRPr sz="1650" b="0">
                <a:solidFill>
                  <a:srgbClr val="B71920"/>
                </a:solidFill>
                <a:latin typeface="Microsoft YaHei"/>
                <a:ea typeface="Microsoft YaHei"/>
                <a:cs typeface="Microsoft YaHei"/>
              </a:defRPr>
            </a:lvl2pPr>
            <a:lvl3pPr algn="l">
              <a:defRPr sz="1650" b="0">
                <a:solidFill>
                  <a:srgbClr val="B71920"/>
                </a:solidFill>
                <a:latin typeface="Microsoft YaHei"/>
                <a:ea typeface="Microsoft YaHei"/>
                <a:cs typeface="Microsoft YaHei"/>
              </a:defRPr>
            </a:lvl3pPr>
            <a:lvl4pPr algn="l">
              <a:defRPr sz="1650" b="0">
                <a:solidFill>
                  <a:srgbClr val="B71920"/>
                </a:solidFill>
                <a:latin typeface="Microsoft YaHei"/>
                <a:ea typeface="Microsoft YaHei"/>
                <a:cs typeface="Microsoft YaHei"/>
              </a:defRPr>
            </a:lvl4pPr>
            <a:lvl5pPr algn="l">
              <a:defRPr sz="1650" b="0">
                <a:solidFill>
                  <a:srgbClr val="B71920"/>
                </a:solidFill>
                <a:latin typeface="Microsoft YaHei"/>
                <a:ea typeface="Microsoft YaHei"/>
                <a:cs typeface="Microsoft YaHei"/>
              </a:defRPr>
            </a:lvl5pPr>
            <a:lvl6pPr algn="l">
              <a:defRPr sz="1650" b="0">
                <a:solidFill>
                  <a:srgbClr val="B71920"/>
                </a:solidFill>
                <a:latin typeface="Microsoft YaHei"/>
                <a:ea typeface="Microsoft YaHei"/>
                <a:cs typeface="Microsoft YaHei"/>
              </a:defRPr>
            </a:lvl6pPr>
            <a:lvl7pPr algn="l">
              <a:defRPr sz="1650" b="0">
                <a:solidFill>
                  <a:srgbClr val="B71920"/>
                </a:solidFill>
                <a:latin typeface="Microsoft YaHei"/>
                <a:ea typeface="Microsoft YaHei"/>
                <a:cs typeface="Microsoft YaHei"/>
              </a:defRPr>
            </a:lvl7pPr>
            <a:lvl8pPr algn="l">
              <a:defRPr sz="1650" b="0">
                <a:solidFill>
                  <a:srgbClr val="B71920"/>
                </a:solidFill>
                <a:latin typeface="Microsoft YaHei"/>
                <a:ea typeface="Microsoft YaHei"/>
                <a:cs typeface="Microsoft YaHei"/>
              </a:defRPr>
            </a:lvl8pPr>
            <a:lvl9pPr algn="l">
              <a:defRPr sz="1650" b="0">
                <a:solidFill>
                  <a:srgbClr val="B71920"/>
                </a:solidFill>
                <a:latin typeface="Microsoft YaHei"/>
                <a:ea typeface="Microsoft YaHei"/>
                <a:cs typeface="Microsoft YaHei"/>
              </a:defRPr>
            </a:lvl9pPr>
          </a:lstStyle>
          <a:p xmlns:a="http://schemas.openxmlformats.org/drawingml/2006/main">
            <a:pPr algn="l">
              <a:defRPr sz="1650" b="0">
                <a:solidFill>
                  <a:srgbClr val="B71920"/>
                </a:solidFill>
                <a:latin typeface="Microsoft YaHei"/>
                <a:ea typeface="Microsoft YaHei"/>
                <a:cs typeface="Microsoft YaHei"/>
              </a:defRPr>
            </a:pPr>
            <a:r>
              <a:rPr sz="1650" b="0">
                <a:solidFill>
                  <a:srgbClr val="B71920"/>
                </a:solidFill>
                <a:latin typeface="Microsoft YaHei"/>
                <a:ea typeface="Microsoft YaHei"/>
                <a:cs typeface="Microsoft YaHei"/>
              </a:rPr>
              <a:t>Background</a:t>
            </a:r>
          </a:p>
        </p:txBody>
      </p:sp>
      <p:sp>
        <p:nvSpPr>
          <p:cNvPr id="2" name="slide-title">
            <a:extLst xmlns:a="http://schemas.openxmlformats.org/drawingml/2006/main">
              <a:ext uri="{FF2B5EF4-FFF2-40B4-BE49-F238E27FC236}">
                <a16:creationId xmlns:a16="http://schemas.microsoft.com/office/drawing/2014/main" id="{0427B52A-2D01-451A-B5C7-58CF1850C12E}"/>
              </a:ext>
            </a:extLst>
          </p:cNvPr>
          <p:cNvSpPr>
            <a:spLocks xmlns:a="http://schemas.openxmlformats.org/drawingml/2006/main" noGrp="1"/>
          </p:cNvSpPr>
          <p:nvPr/>
        </p:nvSpPr>
        <p:spPr>
          <a:xfrm xmlns:a="http://schemas.openxmlformats.org/drawingml/2006/main">
            <a:off x="571500" y="132397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303030"/>
                </a:solidFill>
                <a:latin typeface="Microsoft YaHei"/>
                <a:ea typeface="Microsoft YaHei"/>
                <a:cs typeface="Microsoft YaHei"/>
              </a:defRPr>
            </a:defPPr>
            <a:lvl1pPr algn="l">
              <a:defRPr sz="2625" b="0">
                <a:solidFill>
                  <a:srgbClr val="303030"/>
                </a:solidFill>
                <a:latin typeface="Microsoft YaHei"/>
                <a:ea typeface="Microsoft YaHei"/>
                <a:cs typeface="Microsoft YaHei"/>
              </a:defRPr>
            </a:lvl1pPr>
            <a:lvl2pPr algn="l">
              <a:defRPr sz="2625" b="0">
                <a:solidFill>
                  <a:srgbClr val="303030"/>
                </a:solidFill>
                <a:latin typeface="Microsoft YaHei"/>
                <a:ea typeface="Microsoft YaHei"/>
                <a:cs typeface="Microsoft YaHei"/>
              </a:defRPr>
            </a:lvl2pPr>
            <a:lvl3pPr algn="l">
              <a:defRPr sz="2625" b="0">
                <a:solidFill>
                  <a:srgbClr val="303030"/>
                </a:solidFill>
                <a:latin typeface="Microsoft YaHei"/>
                <a:ea typeface="Microsoft YaHei"/>
                <a:cs typeface="Microsoft YaHei"/>
              </a:defRPr>
            </a:lvl3pPr>
            <a:lvl4pPr algn="l">
              <a:defRPr sz="2625" b="0">
                <a:solidFill>
                  <a:srgbClr val="303030"/>
                </a:solidFill>
                <a:latin typeface="Microsoft YaHei"/>
                <a:ea typeface="Microsoft YaHei"/>
                <a:cs typeface="Microsoft YaHei"/>
              </a:defRPr>
            </a:lvl4pPr>
            <a:lvl5pPr algn="l">
              <a:defRPr sz="2625" b="0">
                <a:solidFill>
                  <a:srgbClr val="303030"/>
                </a:solidFill>
                <a:latin typeface="Microsoft YaHei"/>
                <a:ea typeface="Microsoft YaHei"/>
                <a:cs typeface="Microsoft YaHei"/>
              </a:defRPr>
            </a:lvl5pPr>
            <a:lvl6pPr algn="l">
              <a:defRPr sz="2625" b="0">
                <a:solidFill>
                  <a:srgbClr val="303030"/>
                </a:solidFill>
                <a:latin typeface="Microsoft YaHei"/>
                <a:ea typeface="Microsoft YaHei"/>
                <a:cs typeface="Microsoft YaHei"/>
              </a:defRPr>
            </a:lvl6pPr>
            <a:lvl7pPr algn="l">
              <a:defRPr sz="2625" b="0">
                <a:solidFill>
                  <a:srgbClr val="303030"/>
                </a:solidFill>
                <a:latin typeface="Microsoft YaHei"/>
                <a:ea typeface="Microsoft YaHei"/>
                <a:cs typeface="Microsoft YaHei"/>
              </a:defRPr>
            </a:lvl7pPr>
            <a:lvl8pPr algn="l">
              <a:defRPr sz="2625" b="0">
                <a:solidFill>
                  <a:srgbClr val="303030"/>
                </a:solidFill>
                <a:latin typeface="Microsoft YaHei"/>
                <a:ea typeface="Microsoft YaHei"/>
                <a:cs typeface="Microsoft YaHei"/>
              </a:defRPr>
            </a:lvl8pPr>
            <a:lvl9pPr algn="l">
              <a:defRPr sz="2625" b="0">
                <a:solidFill>
                  <a:srgbClr val="303030"/>
                </a:solidFill>
                <a:latin typeface="Microsoft YaHei"/>
                <a:ea typeface="Microsoft YaHei"/>
                <a:cs typeface="Microsoft YaHei"/>
              </a:defRPr>
            </a:lvl9pPr>
          </a:lstStyle>
          <a:p xmlns:a="http://schemas.openxmlformats.org/drawingml/2006/main">
            <a:pPr algn="l">
              <a:defRPr sz="2625" b="0">
                <a:solidFill>
                  <a:srgbClr val="303030"/>
                </a:solidFill>
                <a:latin typeface="Microsoft YaHei"/>
                <a:ea typeface="Microsoft YaHei"/>
                <a:cs typeface="Microsoft YaHei"/>
              </a:defRPr>
            </a:pPr>
            <a:r>
              <a:rPr sz="2625" b="0">
                <a:solidFill>
                  <a:srgbClr val="303030"/>
                </a:solidFill>
                <a:latin typeface="Microsoft YaHei"/>
                <a:ea typeface="Microsoft YaHei"/>
                <a:cs typeface="Microsoft YaHei"/>
              </a:rPr>
              <a:t>Business rules change the calculation</a:t>
            </a:r>
          </a:p>
        </p:txBody>
      </p:sp>
      <p:sp>
        <p:nvSpPr>
          <p:cNvPr id="3" name="page">
            <a:extLst xmlns:a="http://schemas.openxmlformats.org/drawingml/2006/main">
              <a:ext uri="{FF2B5EF4-FFF2-40B4-BE49-F238E27FC236}">
                <a16:creationId xmlns:a16="http://schemas.microsoft.com/office/drawing/2014/main" id="{798CE7ED-0668-471B-911A-2E21700DE677}"/>
              </a:ext>
            </a:extLst>
          </p:cNvPr>
          <p:cNvSpPr>
            <a:spLocks xmlns:a="http://schemas.openxmlformats.org/drawingml/2006/main" noGrp="1"/>
          </p:cNvSpPr>
          <p:nvPr/>
        </p:nvSpPr>
        <p:spPr>
          <a:xfrm xmlns:a="http://schemas.openxmlformats.org/drawingml/2006/main">
            <a:off x="10801350" y="6353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55555"/>
                </a:solidFill>
                <a:latin typeface="Microsoft YaHei"/>
                <a:ea typeface="Microsoft YaHei"/>
                <a:cs typeface="Microsoft YaHei"/>
              </a:defRPr>
            </a:defPPr>
            <a:lvl1pPr algn="r">
              <a:defRPr sz="1125" b="0">
                <a:solidFill>
                  <a:srgbClr val="555555"/>
                </a:solidFill>
                <a:latin typeface="Microsoft YaHei"/>
                <a:ea typeface="Microsoft YaHei"/>
                <a:cs typeface="Microsoft YaHei"/>
              </a:defRPr>
            </a:lvl1pPr>
            <a:lvl2pPr algn="r">
              <a:defRPr sz="1125" b="0">
                <a:solidFill>
                  <a:srgbClr val="555555"/>
                </a:solidFill>
                <a:latin typeface="Microsoft YaHei"/>
                <a:ea typeface="Microsoft YaHei"/>
                <a:cs typeface="Microsoft YaHei"/>
              </a:defRPr>
            </a:lvl2pPr>
            <a:lvl3pPr algn="r">
              <a:defRPr sz="1125" b="0">
                <a:solidFill>
                  <a:srgbClr val="555555"/>
                </a:solidFill>
                <a:latin typeface="Microsoft YaHei"/>
                <a:ea typeface="Microsoft YaHei"/>
                <a:cs typeface="Microsoft YaHei"/>
              </a:defRPr>
            </a:lvl3pPr>
            <a:lvl4pPr algn="r">
              <a:defRPr sz="1125" b="0">
                <a:solidFill>
                  <a:srgbClr val="555555"/>
                </a:solidFill>
                <a:latin typeface="Microsoft YaHei"/>
                <a:ea typeface="Microsoft YaHei"/>
                <a:cs typeface="Microsoft YaHei"/>
              </a:defRPr>
            </a:lvl4pPr>
            <a:lvl5pPr algn="r">
              <a:defRPr sz="1125" b="0">
                <a:solidFill>
                  <a:srgbClr val="555555"/>
                </a:solidFill>
                <a:latin typeface="Microsoft YaHei"/>
                <a:ea typeface="Microsoft YaHei"/>
                <a:cs typeface="Microsoft YaHei"/>
              </a:defRPr>
            </a:lvl5pPr>
            <a:lvl6pPr algn="r">
              <a:defRPr sz="1125" b="0">
                <a:solidFill>
                  <a:srgbClr val="555555"/>
                </a:solidFill>
                <a:latin typeface="Microsoft YaHei"/>
                <a:ea typeface="Microsoft YaHei"/>
                <a:cs typeface="Microsoft YaHei"/>
              </a:defRPr>
            </a:lvl6pPr>
            <a:lvl7pPr algn="r">
              <a:defRPr sz="1125" b="0">
                <a:solidFill>
                  <a:srgbClr val="555555"/>
                </a:solidFill>
                <a:latin typeface="Microsoft YaHei"/>
                <a:ea typeface="Microsoft YaHei"/>
                <a:cs typeface="Microsoft YaHei"/>
              </a:defRPr>
            </a:lvl7pPr>
            <a:lvl8pPr algn="r">
              <a:defRPr sz="1125" b="0">
                <a:solidFill>
                  <a:srgbClr val="555555"/>
                </a:solidFill>
                <a:latin typeface="Microsoft YaHei"/>
                <a:ea typeface="Microsoft YaHei"/>
                <a:cs typeface="Microsoft YaHei"/>
              </a:defRPr>
            </a:lvl8pPr>
            <a:lvl9pPr algn="r">
              <a:defRPr sz="1125" b="0">
                <a:solidFill>
                  <a:srgbClr val="555555"/>
                </a:solidFill>
                <a:latin typeface="Microsoft YaHei"/>
                <a:ea typeface="Microsoft YaHei"/>
                <a:cs typeface="Microsoft YaHei"/>
              </a:defRPr>
            </a:lvl9pPr>
          </a:lstStyle>
          <a:p xmlns:a="http://schemas.openxmlformats.org/drawingml/2006/main">
            <a:pPr algn="r">
              <a:defRPr sz="1125" b="0">
                <a:solidFill>
                  <a:srgbClr val="555555"/>
                </a:solidFill>
                <a:latin typeface="Microsoft YaHei"/>
                <a:ea typeface="Microsoft YaHei"/>
                <a:cs typeface="Microsoft YaHei"/>
              </a:defRPr>
            </a:pPr>
            <a:r>
              <a:rPr sz="1125" b="0">
                <a:solidFill>
                  <a:srgbClr val="555555"/>
                </a:solidFill>
                <a:latin typeface="Microsoft YaHei"/>
                <a:ea typeface="Microsoft YaHei"/>
                <a:cs typeface="Microsoft YaHei"/>
              </a:rPr>
              <a:t>3 / 16</a:t>
            </a:r>
          </a:p>
        </p:txBody>
      </p:sp>
      <p:sp>
        <p:nvSpPr>
          <p:cNvPr id="4" name="rule">
            <a:extLst xmlns:a="http://schemas.openxmlformats.org/drawingml/2006/main">
              <a:ext uri="{FF2B5EF4-FFF2-40B4-BE49-F238E27FC236}">
                <a16:creationId xmlns:a16="http://schemas.microsoft.com/office/drawing/2014/main" id="{69613065-6F38-4486-9AB5-2D29F20ED6D8}"/>
              </a:ext>
            </a:extLst>
          </p:cNvPr>
          <p:cNvSpPr>
            <a:spLocks xmlns:a="http://schemas.openxmlformats.org/drawingml/2006/main" noGrp="1"/>
          </p:cNvSpPr>
          <p:nvPr/>
        </p:nvSpPr>
        <p:spPr>
          <a:xfrm xmlns:a="http://schemas.openxmlformats.org/drawingml/2006/main">
            <a:off x="571500" y="215265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71920"/>
                </a:solidFill>
                <a:latin typeface="Microsoft YaHei"/>
                <a:ea typeface="Microsoft YaHei"/>
                <a:cs typeface="Microsoft YaHei"/>
              </a:defRPr>
            </a:defPPr>
            <a:lvl1pPr algn="l">
              <a:defRPr sz="1875" b="0">
                <a:solidFill>
                  <a:srgbClr val="B71920"/>
                </a:solidFill>
                <a:latin typeface="Microsoft YaHei"/>
                <a:ea typeface="Microsoft YaHei"/>
                <a:cs typeface="Microsoft YaHei"/>
              </a:defRPr>
            </a:lvl1pPr>
            <a:lvl2pPr algn="l">
              <a:defRPr sz="1875" b="0">
                <a:solidFill>
                  <a:srgbClr val="B71920"/>
                </a:solidFill>
                <a:latin typeface="Microsoft YaHei"/>
                <a:ea typeface="Microsoft YaHei"/>
                <a:cs typeface="Microsoft YaHei"/>
              </a:defRPr>
            </a:lvl2pPr>
            <a:lvl3pPr algn="l">
              <a:defRPr sz="1875" b="0">
                <a:solidFill>
                  <a:srgbClr val="B71920"/>
                </a:solidFill>
                <a:latin typeface="Microsoft YaHei"/>
                <a:ea typeface="Microsoft YaHei"/>
                <a:cs typeface="Microsoft YaHei"/>
              </a:defRPr>
            </a:lvl3pPr>
            <a:lvl4pPr algn="l">
              <a:defRPr sz="1875" b="0">
                <a:solidFill>
                  <a:srgbClr val="B71920"/>
                </a:solidFill>
                <a:latin typeface="Microsoft YaHei"/>
                <a:ea typeface="Microsoft YaHei"/>
                <a:cs typeface="Microsoft YaHei"/>
              </a:defRPr>
            </a:lvl4pPr>
            <a:lvl5pPr algn="l">
              <a:defRPr sz="1875" b="0">
                <a:solidFill>
                  <a:srgbClr val="B71920"/>
                </a:solidFill>
                <a:latin typeface="Microsoft YaHei"/>
                <a:ea typeface="Microsoft YaHei"/>
                <a:cs typeface="Microsoft YaHei"/>
              </a:defRPr>
            </a:lvl5pPr>
            <a:lvl6pPr algn="l">
              <a:defRPr sz="1875" b="0">
                <a:solidFill>
                  <a:srgbClr val="B71920"/>
                </a:solidFill>
                <a:latin typeface="Microsoft YaHei"/>
                <a:ea typeface="Microsoft YaHei"/>
                <a:cs typeface="Microsoft YaHei"/>
              </a:defRPr>
            </a:lvl6pPr>
            <a:lvl7pPr algn="l">
              <a:defRPr sz="1875" b="0">
                <a:solidFill>
                  <a:srgbClr val="B71920"/>
                </a:solidFill>
                <a:latin typeface="Microsoft YaHei"/>
                <a:ea typeface="Microsoft YaHei"/>
                <a:cs typeface="Microsoft YaHei"/>
              </a:defRPr>
            </a:lvl7pPr>
            <a:lvl8pPr algn="l">
              <a:defRPr sz="1875" b="0">
                <a:solidFill>
                  <a:srgbClr val="B71920"/>
                </a:solidFill>
                <a:latin typeface="Microsoft YaHei"/>
                <a:ea typeface="Microsoft YaHei"/>
                <a:cs typeface="Microsoft YaHei"/>
              </a:defRPr>
            </a:lvl8pPr>
            <a:lvl9pPr algn="l">
              <a:defRPr sz="1875" b="0">
                <a:solidFill>
                  <a:srgbClr val="B71920"/>
                </a:solidFill>
                <a:latin typeface="Microsoft YaHei"/>
                <a:ea typeface="Microsoft YaHei"/>
                <a:cs typeface="Microsoft YaHei"/>
              </a:defRPr>
            </a:lvl9pPr>
          </a:lstStyle>
          <a:p xmlns:a="http://schemas.openxmlformats.org/drawingml/2006/main">
            <a:pPr algn="l">
              <a:defRPr sz="1875" b="0">
                <a:solidFill>
                  <a:srgbClr val="B71920"/>
                </a:solidFill>
                <a:latin typeface="Microsoft YaHei"/>
                <a:ea typeface="Microsoft YaHei"/>
                <a:cs typeface="Microsoft YaHei"/>
              </a:defRPr>
            </a:pPr>
            <a:r>
              <a:rPr sz="1875" b="0">
                <a:solidFill>
                  <a:srgbClr val="B71920"/>
                </a:solidFill>
                <a:latin typeface="Microsoft YaHei"/>
                <a:ea typeface="Microsoft YaHei"/>
                <a:cs typeface="Microsoft YaHei"/>
              </a:rPr>
              <a:t>Company rule: completed orders count in the month of completion.</a:t>
            </a:r>
          </a:p>
        </p:txBody>
      </p:sp>
      <p:graphicFrame>
        <p:nvGraphicFramePr>
          <p:cNvPr id="5" name="">
            <a:extLst xmlns:a="http://schemas.openxmlformats.org/drawingml/2006/main">
              <a:ext uri="{FF2B5EF4-FFF2-40B4-BE49-F238E27FC236}">
                <a16:creationId xmlns:a16="http://schemas.microsoft.com/office/drawing/2014/main" id="{57090550-527D-4339-870B-4012C2561907}"/>
              </a:ext>
            </a:extLst>
          </p:cNvPr>
          <p:cNvGraphicFramePr/>
          <p:nvPr/>
        </p:nvGraphicFramePr>
        <p:xfrm>
          <a:off xmlns:a="http://schemas.openxmlformats.org/drawingml/2006/main" x="571500" y="2781300"/>
          <a:ext xmlns:a="http://schemas.openxmlformats.org/drawingml/2006/main" cx="10953750" cy="2000250"/>
        </p:xfrm>
        <a:graphic xmlns:a="http://schemas.openxmlformats.org/drawingml/2006/main">
          <a:graphicData uri="http://schemas.openxmlformats.org/drawingml/2006/table">
            <a:tbl>
              <a:tblPr firstRow="0" bandRow="0"/>
              <a:tblGrid>
                <a:gridCol w="1143000"/>
                <a:gridCol w="1428750"/>
                <a:gridCol w="2190750"/>
                <a:gridCol w="2762250"/>
                <a:gridCol w="3429000"/>
              </a:tblGrid>
              <a:tr h="485775">
                <a:tc>
                  <a:txBody>
                    <a:bodyPr wrap="square">
                      <a:noAutofit/>
                    </a:bodyPr>
                    <a:lstStyle/>
                    <a:p>
                      <a:pPr algn="l"/>
                      <a:r>
                        <a:rPr sz="1650" b="1">
                          <a:solidFill>
                            <a:srgbClr val="FFFFFF"/>
                          </a:solidFill>
                          <a:latin typeface="Microsoft YaHei"/>
                          <a:ea typeface="Microsoft YaHei"/>
                          <a:cs typeface="Microsoft YaHei"/>
                        </a:rPr>
                        <a:t>Order</a:t>
                      </a:r>
                    </a:p>
                  </a:txBody>
                  <a:tcPr marL="114300" marR="114300" marT="95250" marB="95250" anchor="ctr">
                    <a:lnL w="6668">
                      <a:solidFill>
                        <a:srgbClr val="D9D4CF"/>
                      </a:solidFill>
                      <a:prstDash val="solid"/>
                    </a:lnL>
                    <a:lnR w="6668">
                      <a:solidFill>
                        <a:srgbClr val="D9D4CF"/>
                      </a:solidFill>
                      <a:prstDash val="solid"/>
                    </a:lnR>
                    <a:lnT w="6668">
                      <a:solidFill>
                        <a:srgbClr val="D9D4CF"/>
                      </a:solidFill>
                      <a:prstDash val="solid"/>
                    </a:lnT>
                    <a:lnB w="6668">
                      <a:solidFill>
                        <a:srgbClr val="D9D4CF"/>
                      </a:solidFill>
                      <a:prstDash val="solid"/>
                    </a:lnB>
                    <a:solidFill>
                      <a:srgbClr val="B71920"/>
                    </a:solidFill>
                  </a:tcPr>
                </a:tc>
                <a:tc>
                  <a:txBody>
                    <a:bodyPr wrap="square">
                      <a:noAutofit/>
                    </a:bodyPr>
                    <a:lstStyle/>
                    <a:p>
                      <a:pPr algn="l"/>
                      <a:r>
                        <a:rPr sz="1650" b="1">
                          <a:solidFill>
                            <a:srgbClr val="FFFFFF"/>
                          </a:solidFill>
                          <a:latin typeface="Microsoft YaHei"/>
                          <a:ea typeface="Microsoft YaHei"/>
                          <a:cs typeface="Microsoft YaHei"/>
                        </a:rPr>
                        <a:t>Amount</a:t>
                      </a:r>
                    </a:p>
                  </a:txBody>
                  <a:tcPr marL="114300" marR="114300" marT="95250" marB="95250" anchor="ctr">
                    <a:lnR w="6668">
                      <a:solidFill>
                        <a:srgbClr val="D9D4CF"/>
                      </a:solidFill>
                      <a:prstDash val="solid"/>
                    </a:lnR>
                    <a:lnT w="6668">
                      <a:solidFill>
                        <a:srgbClr val="D9D4CF"/>
                      </a:solidFill>
                      <a:prstDash val="solid"/>
                    </a:lnT>
                    <a:lnB w="6668">
                      <a:solidFill>
                        <a:srgbClr val="D9D4CF"/>
                      </a:solidFill>
                      <a:prstDash val="solid"/>
                    </a:lnB>
                    <a:solidFill>
                      <a:srgbClr val="B71920"/>
                    </a:solidFill>
                  </a:tcPr>
                </a:tc>
                <a:tc>
                  <a:txBody>
                    <a:bodyPr wrap="square">
                      <a:noAutofit/>
                    </a:bodyPr>
                    <a:lstStyle/>
                    <a:p>
                      <a:pPr algn="l"/>
                      <a:r>
                        <a:rPr sz="1650" b="1">
                          <a:solidFill>
                            <a:srgbClr val="FFFFFF"/>
                          </a:solidFill>
                          <a:latin typeface="Microsoft YaHei"/>
                          <a:ea typeface="Microsoft YaHei"/>
                          <a:cs typeface="Microsoft YaHei"/>
                        </a:rPr>
                        <a:t>Order date</a:t>
                      </a:r>
                    </a:p>
                  </a:txBody>
                  <a:tcPr marL="114300" marR="114300" marT="95250" marB="95250" anchor="ctr">
                    <a:lnR w="6668">
                      <a:solidFill>
                        <a:srgbClr val="D9D4CF"/>
                      </a:solidFill>
                      <a:prstDash val="solid"/>
                    </a:lnR>
                    <a:lnT w="6668">
                      <a:solidFill>
                        <a:srgbClr val="D9D4CF"/>
                      </a:solidFill>
                      <a:prstDash val="solid"/>
                    </a:lnT>
                    <a:lnB w="6668">
                      <a:solidFill>
                        <a:srgbClr val="D9D4CF"/>
                      </a:solidFill>
                      <a:prstDash val="solid"/>
                    </a:lnB>
                    <a:solidFill>
                      <a:srgbClr val="B71920"/>
                    </a:solidFill>
                  </a:tcPr>
                </a:tc>
                <a:tc>
                  <a:txBody>
                    <a:bodyPr wrap="square">
                      <a:noAutofit/>
                    </a:bodyPr>
                    <a:lstStyle/>
                    <a:p>
                      <a:pPr algn="l"/>
                      <a:r>
                        <a:rPr sz="1650" b="1">
                          <a:solidFill>
                            <a:srgbClr val="FFFFFF"/>
                          </a:solidFill>
                          <a:latin typeface="Microsoft YaHei"/>
                          <a:ea typeface="Microsoft YaHei"/>
                          <a:cs typeface="Microsoft YaHei"/>
                        </a:rPr>
                        <a:t>Completion date</a:t>
                      </a:r>
                    </a:p>
                  </a:txBody>
                  <a:tcPr marL="114300" marR="114300" marT="95250" marB="95250" anchor="ctr">
                    <a:lnR w="6668">
                      <a:solidFill>
                        <a:srgbClr val="D9D4CF"/>
                      </a:solidFill>
                      <a:prstDash val="solid"/>
                    </a:lnR>
                    <a:lnT w="6668">
                      <a:solidFill>
                        <a:srgbClr val="D9D4CF"/>
                      </a:solidFill>
                      <a:prstDash val="solid"/>
                    </a:lnT>
                    <a:lnB w="6668">
                      <a:solidFill>
                        <a:srgbClr val="D9D4CF"/>
                      </a:solidFill>
                      <a:prstDash val="solid"/>
                    </a:lnB>
                    <a:solidFill>
                      <a:srgbClr val="B71920"/>
                    </a:solidFill>
                  </a:tcPr>
                </a:tc>
                <a:tc>
                  <a:txBody>
                    <a:bodyPr wrap="square">
                      <a:noAutofit/>
                    </a:bodyPr>
                    <a:lstStyle/>
                    <a:p>
                      <a:pPr algn="l"/>
                      <a:r>
                        <a:rPr sz="1650" b="1">
                          <a:solidFill>
                            <a:srgbClr val="FFFFFF"/>
                          </a:solidFill>
                          <a:latin typeface="Microsoft YaHei"/>
                          <a:ea typeface="Microsoft YaHei"/>
                          <a:cs typeface="Microsoft YaHei"/>
                        </a:rPr>
                        <a:t>Status</a:t>
                      </a:r>
                    </a:p>
                  </a:txBody>
                  <a:tcPr marL="114300" marR="114300" marT="95250" marB="95250" anchor="ctr">
                    <a:lnR w="6668">
                      <a:solidFill>
                        <a:srgbClr val="D9D4CF"/>
                      </a:solidFill>
                      <a:prstDash val="solid"/>
                    </a:lnR>
                    <a:lnT w="6668">
                      <a:solidFill>
                        <a:srgbClr val="D9D4CF"/>
                      </a:solidFill>
                      <a:prstDash val="solid"/>
                    </a:lnT>
                    <a:lnB w="6668">
                      <a:solidFill>
                        <a:srgbClr val="D9D4CF"/>
                      </a:solidFill>
                      <a:prstDash val="solid"/>
                    </a:lnB>
                    <a:solidFill>
                      <a:srgbClr val="B71920"/>
                    </a:solidFill>
                  </a:tcPr>
                </a:tc>
              </a:tr>
              <a:tr h="504825">
                <a:tc>
                  <a:txBody>
                    <a:bodyPr wrap="square">
                      <a:noAutofit/>
                    </a:bodyPr>
                    <a:lstStyle/>
                    <a:p>
                      <a:pPr algn="l"/>
                      <a:r>
                        <a:rPr sz="1650" b="0">
                          <a:solidFill>
                            <a:srgbClr val="303030"/>
                          </a:solidFill>
                          <a:latin typeface="Microsoft YaHei"/>
                          <a:ea typeface="Microsoft YaHei"/>
                          <a:cs typeface="Microsoft YaHei"/>
                        </a:rPr>
                        <a:t>A</a:t>
                      </a:r>
                    </a:p>
                  </a:txBody>
                  <a:tcPr marL="114300" marR="114300" marT="95250" marB="95250" anchor="ctr">
                    <a:lnL w="6668">
                      <a:solidFill>
                        <a:srgbClr val="D9D4CF"/>
                      </a:solidFill>
                      <a:prstDash val="solid"/>
                    </a:lnL>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650" b="0">
                          <a:solidFill>
                            <a:srgbClr val="303030"/>
                          </a:solidFill>
                          <a:latin typeface="Microsoft YaHei"/>
                          <a:ea typeface="Microsoft YaHei"/>
                          <a:cs typeface="Microsoft YaHei"/>
                        </a:rPr>
                        <a:t>100</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650" b="0">
                          <a:solidFill>
                            <a:srgbClr val="303030"/>
                          </a:solidFill>
                          <a:latin typeface="Microsoft YaHei"/>
                          <a:ea typeface="Microsoft YaHei"/>
                          <a:cs typeface="Microsoft YaHei"/>
                        </a:rPr>
                        <a:t>20 May</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650" b="0">
                          <a:solidFill>
                            <a:srgbClr val="303030"/>
                          </a:solidFill>
                          <a:latin typeface="Microsoft YaHei"/>
                          <a:ea typeface="Microsoft YaHei"/>
                          <a:cs typeface="Microsoft YaHei"/>
                        </a:rPr>
                        <a:t>22 May</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650" b="0">
                          <a:solidFill>
                            <a:srgbClr val="303030"/>
                          </a:solidFill>
                          <a:latin typeface="Microsoft YaHei"/>
                          <a:ea typeface="Microsoft YaHei"/>
                          <a:cs typeface="Microsoft YaHei"/>
                        </a:rPr>
                        <a:t>Completed</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r>
              <a:tr h="504825">
                <a:tc>
                  <a:txBody>
                    <a:bodyPr wrap="square">
                      <a:noAutofit/>
                    </a:bodyPr>
                    <a:lstStyle/>
                    <a:p>
                      <a:pPr algn="l"/>
                      <a:r>
                        <a:rPr sz="1650" b="0">
                          <a:solidFill>
                            <a:srgbClr val="303030"/>
                          </a:solidFill>
                          <a:latin typeface="Microsoft YaHei"/>
                          <a:ea typeface="Microsoft YaHei"/>
                          <a:cs typeface="Microsoft YaHei"/>
                        </a:rPr>
                        <a:t>B</a:t>
                      </a:r>
                    </a:p>
                  </a:txBody>
                  <a:tcPr marL="114300" marR="114300" marT="95250" marB="95250" anchor="ctr">
                    <a:lnL w="6668">
                      <a:solidFill>
                        <a:srgbClr val="D9D4CF"/>
                      </a:solidFill>
                      <a:prstDash val="solid"/>
                    </a:lnL>
                    <a:lnR w="6668">
                      <a:solidFill>
                        <a:srgbClr val="D9D4CF"/>
                      </a:solidFill>
                      <a:prstDash val="solid"/>
                    </a:lnR>
                    <a:lnB w="6668">
                      <a:solidFill>
                        <a:srgbClr val="D9D4CF"/>
                      </a:solidFill>
                      <a:prstDash val="solid"/>
                    </a:lnB>
                    <a:solidFill>
                      <a:srgbClr val="F7F5F2"/>
                    </a:solidFill>
                  </a:tcPr>
                </a:tc>
                <a:tc>
                  <a:txBody>
                    <a:bodyPr wrap="square">
                      <a:noAutofit/>
                    </a:bodyPr>
                    <a:lstStyle/>
                    <a:p>
                      <a:pPr algn="l"/>
                      <a:r>
                        <a:rPr sz="1650" b="0">
                          <a:solidFill>
                            <a:srgbClr val="303030"/>
                          </a:solidFill>
                          <a:latin typeface="Microsoft YaHei"/>
                          <a:ea typeface="Microsoft YaHei"/>
                          <a:cs typeface="Microsoft YaHei"/>
                        </a:rPr>
                        <a:t>80</a:t>
                      </a:r>
                    </a:p>
                  </a:txBody>
                  <a:tcPr marL="114300" marR="114300" marT="95250" marB="95250" anchor="ctr">
                    <a:lnR w="6668">
                      <a:solidFill>
                        <a:srgbClr val="D9D4CF"/>
                      </a:solidFill>
                      <a:prstDash val="solid"/>
                    </a:lnR>
                    <a:lnB w="6668">
                      <a:solidFill>
                        <a:srgbClr val="D9D4CF"/>
                      </a:solidFill>
                      <a:prstDash val="solid"/>
                    </a:lnB>
                    <a:solidFill>
                      <a:srgbClr val="F7F5F2"/>
                    </a:solidFill>
                  </a:tcPr>
                </a:tc>
                <a:tc>
                  <a:txBody>
                    <a:bodyPr wrap="square">
                      <a:noAutofit/>
                    </a:bodyPr>
                    <a:lstStyle/>
                    <a:p>
                      <a:pPr algn="l"/>
                      <a:r>
                        <a:rPr sz="1650" b="0">
                          <a:solidFill>
                            <a:srgbClr val="303030"/>
                          </a:solidFill>
                          <a:latin typeface="Microsoft YaHei"/>
                          <a:ea typeface="Microsoft YaHei"/>
                          <a:cs typeface="Microsoft YaHei"/>
                        </a:rPr>
                        <a:t>21 May</a:t>
                      </a:r>
                    </a:p>
                  </a:txBody>
                  <a:tcPr marL="114300" marR="114300" marT="95250" marB="95250" anchor="ctr">
                    <a:lnR w="6668">
                      <a:solidFill>
                        <a:srgbClr val="D9D4CF"/>
                      </a:solidFill>
                      <a:prstDash val="solid"/>
                    </a:lnR>
                    <a:lnB w="6668">
                      <a:solidFill>
                        <a:srgbClr val="D9D4CF"/>
                      </a:solidFill>
                      <a:prstDash val="solid"/>
                    </a:lnB>
                    <a:solidFill>
                      <a:srgbClr val="F7F5F2"/>
                    </a:solidFill>
                  </a:tcPr>
                </a:tc>
                <a:tc>
                  <a:txBody>
                    <a:bodyPr wrap="square">
                      <a:noAutofit/>
                    </a:bodyPr>
                    <a:lstStyle/>
                    <a:p>
                      <a:pPr algn="l"/>
                      <a:r>
                        <a:rPr sz="1650" b="0">
                          <a:solidFill>
                            <a:srgbClr val="303030"/>
                          </a:solidFill>
                          <a:latin typeface="Microsoft YaHei"/>
                          <a:ea typeface="Microsoft YaHei"/>
                          <a:cs typeface="Microsoft YaHei"/>
                        </a:rPr>
                        <a:t>—</a:t>
                      </a:r>
                    </a:p>
                  </a:txBody>
                  <a:tcPr marL="114300" marR="114300" marT="95250" marB="95250" anchor="ctr">
                    <a:lnR w="6668">
                      <a:solidFill>
                        <a:srgbClr val="D9D4CF"/>
                      </a:solidFill>
                      <a:prstDash val="solid"/>
                    </a:lnR>
                    <a:lnB w="6668">
                      <a:solidFill>
                        <a:srgbClr val="D9D4CF"/>
                      </a:solidFill>
                      <a:prstDash val="solid"/>
                    </a:lnB>
                    <a:solidFill>
                      <a:srgbClr val="F7F5F2"/>
                    </a:solidFill>
                  </a:tcPr>
                </a:tc>
                <a:tc>
                  <a:txBody>
                    <a:bodyPr wrap="square">
                      <a:noAutofit/>
                    </a:bodyPr>
                    <a:lstStyle/>
                    <a:p>
                      <a:pPr algn="l"/>
                      <a:r>
                        <a:rPr sz="1650" b="0">
                          <a:solidFill>
                            <a:srgbClr val="303030"/>
                          </a:solidFill>
                          <a:latin typeface="Microsoft YaHei"/>
                          <a:ea typeface="Microsoft YaHei"/>
                          <a:cs typeface="Microsoft YaHei"/>
                        </a:rPr>
                        <a:t>Cancelled</a:t>
                      </a:r>
                    </a:p>
                  </a:txBody>
                  <a:tcPr marL="114300" marR="114300" marT="95250" marB="95250" anchor="ctr">
                    <a:lnR w="6668">
                      <a:solidFill>
                        <a:srgbClr val="D9D4CF"/>
                      </a:solidFill>
                      <a:prstDash val="solid"/>
                    </a:lnR>
                    <a:lnB w="6668">
                      <a:solidFill>
                        <a:srgbClr val="D9D4CF"/>
                      </a:solidFill>
                      <a:prstDash val="solid"/>
                    </a:lnB>
                    <a:solidFill>
                      <a:srgbClr val="F7F5F2"/>
                    </a:solidFill>
                  </a:tcPr>
                </a:tc>
              </a:tr>
              <a:tr h="504825">
                <a:tc>
                  <a:txBody>
                    <a:bodyPr wrap="square">
                      <a:noAutofit/>
                    </a:bodyPr>
                    <a:lstStyle/>
                    <a:p>
                      <a:pPr algn="l"/>
                      <a:r>
                        <a:rPr sz="1650" b="0">
                          <a:solidFill>
                            <a:srgbClr val="303030"/>
                          </a:solidFill>
                          <a:latin typeface="Microsoft YaHei"/>
                          <a:ea typeface="Microsoft YaHei"/>
                          <a:cs typeface="Microsoft YaHei"/>
                        </a:rPr>
                        <a:t>C</a:t>
                      </a:r>
                    </a:p>
                  </a:txBody>
                  <a:tcPr marL="114300" marR="114300" marT="95250" marB="95250" anchor="ctr">
                    <a:lnL w="6668">
                      <a:solidFill>
                        <a:srgbClr val="D9D4CF"/>
                      </a:solidFill>
                      <a:prstDash val="solid"/>
                    </a:lnL>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650" b="0">
                          <a:solidFill>
                            <a:srgbClr val="303030"/>
                          </a:solidFill>
                          <a:latin typeface="Microsoft YaHei"/>
                          <a:ea typeface="Microsoft YaHei"/>
                          <a:cs typeface="Microsoft YaHei"/>
                        </a:rPr>
                        <a:t>50</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650" b="0">
                          <a:solidFill>
                            <a:srgbClr val="303030"/>
                          </a:solidFill>
                          <a:latin typeface="Microsoft YaHei"/>
                          <a:ea typeface="Microsoft YaHei"/>
                          <a:cs typeface="Microsoft YaHei"/>
                        </a:rPr>
                        <a:t>29 May</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650" b="0">
                          <a:solidFill>
                            <a:srgbClr val="303030"/>
                          </a:solidFill>
                          <a:latin typeface="Microsoft YaHei"/>
                          <a:ea typeface="Microsoft YaHei"/>
                          <a:cs typeface="Microsoft YaHei"/>
                        </a:rPr>
                        <a:t>2 June</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650" b="0">
                          <a:solidFill>
                            <a:srgbClr val="303030"/>
                          </a:solidFill>
                          <a:latin typeface="Microsoft YaHei"/>
                          <a:ea typeface="Microsoft YaHei"/>
                          <a:cs typeface="Microsoft YaHei"/>
                        </a:rPr>
                        <a:t>Completed</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r>
            </a:tbl>
          </a:graphicData>
        </a:graphic>
      </p:graphicFrame>
      <p:sp>
        <p:nvSpPr>
          <p:cNvPr id="6" name="all">
            <a:extLst xmlns:a="http://schemas.openxmlformats.org/drawingml/2006/main">
              <a:ext uri="{FF2B5EF4-FFF2-40B4-BE49-F238E27FC236}">
                <a16:creationId xmlns:a16="http://schemas.microsoft.com/office/drawing/2014/main" id="{08521FF0-481F-4B26-9EB0-8486551DE443}"/>
              </a:ext>
            </a:extLst>
          </p:cNvPr>
          <p:cNvSpPr>
            <a:spLocks xmlns:a="http://schemas.openxmlformats.org/drawingml/2006/main" noGrp="1"/>
          </p:cNvSpPr>
          <p:nvPr/>
        </p:nvSpPr>
        <p:spPr>
          <a:xfrm xmlns:a="http://schemas.openxmlformats.org/drawingml/2006/main">
            <a:off x="571500" y="5143500"/>
            <a:ext cx="33337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800" b="0">
                <a:solidFill>
                  <a:srgbClr val="303030"/>
                </a:solidFill>
                <a:latin typeface="Microsoft YaHei"/>
                <a:ea typeface="Microsoft YaHei"/>
                <a:cs typeface="Microsoft YaHei"/>
              </a:defRPr>
            </a:defPPr>
            <a:lvl1pPr algn="ctr">
              <a:defRPr sz="1800" b="0">
                <a:solidFill>
                  <a:srgbClr val="303030"/>
                </a:solidFill>
                <a:latin typeface="Microsoft YaHei"/>
                <a:ea typeface="Microsoft YaHei"/>
                <a:cs typeface="Microsoft YaHei"/>
              </a:defRPr>
            </a:lvl1pPr>
            <a:lvl2pPr algn="ctr">
              <a:defRPr sz="1800" b="0">
                <a:solidFill>
                  <a:srgbClr val="303030"/>
                </a:solidFill>
                <a:latin typeface="Microsoft YaHei"/>
                <a:ea typeface="Microsoft YaHei"/>
                <a:cs typeface="Microsoft YaHei"/>
              </a:defRPr>
            </a:lvl2pPr>
            <a:lvl3pPr algn="ctr">
              <a:defRPr sz="1800" b="0">
                <a:solidFill>
                  <a:srgbClr val="303030"/>
                </a:solidFill>
                <a:latin typeface="Microsoft YaHei"/>
                <a:ea typeface="Microsoft YaHei"/>
                <a:cs typeface="Microsoft YaHei"/>
              </a:defRPr>
            </a:lvl3pPr>
            <a:lvl4pPr algn="ctr">
              <a:defRPr sz="1800" b="0">
                <a:solidFill>
                  <a:srgbClr val="303030"/>
                </a:solidFill>
                <a:latin typeface="Microsoft YaHei"/>
                <a:ea typeface="Microsoft YaHei"/>
                <a:cs typeface="Microsoft YaHei"/>
              </a:defRPr>
            </a:lvl4pPr>
            <a:lvl5pPr algn="ctr">
              <a:defRPr sz="1800" b="0">
                <a:solidFill>
                  <a:srgbClr val="303030"/>
                </a:solidFill>
                <a:latin typeface="Microsoft YaHei"/>
                <a:ea typeface="Microsoft YaHei"/>
                <a:cs typeface="Microsoft YaHei"/>
              </a:defRPr>
            </a:lvl5pPr>
            <a:lvl6pPr algn="ctr">
              <a:defRPr sz="1800" b="0">
                <a:solidFill>
                  <a:srgbClr val="303030"/>
                </a:solidFill>
                <a:latin typeface="Microsoft YaHei"/>
                <a:ea typeface="Microsoft YaHei"/>
                <a:cs typeface="Microsoft YaHei"/>
              </a:defRPr>
            </a:lvl6pPr>
            <a:lvl7pPr algn="ctr">
              <a:defRPr sz="1800" b="0">
                <a:solidFill>
                  <a:srgbClr val="303030"/>
                </a:solidFill>
                <a:latin typeface="Microsoft YaHei"/>
                <a:ea typeface="Microsoft YaHei"/>
                <a:cs typeface="Microsoft YaHei"/>
              </a:defRPr>
            </a:lvl7pPr>
            <a:lvl8pPr algn="ctr">
              <a:defRPr sz="1800" b="0">
                <a:solidFill>
                  <a:srgbClr val="303030"/>
                </a:solidFill>
                <a:latin typeface="Microsoft YaHei"/>
                <a:ea typeface="Microsoft YaHei"/>
                <a:cs typeface="Microsoft YaHei"/>
              </a:defRPr>
            </a:lvl8pPr>
            <a:lvl9pPr algn="ctr">
              <a:defRPr sz="1800" b="0">
                <a:solidFill>
                  <a:srgbClr val="303030"/>
                </a:solidFill>
                <a:latin typeface="Microsoft YaHei"/>
                <a:ea typeface="Microsoft YaHei"/>
                <a:cs typeface="Microsoft YaHei"/>
              </a:defRPr>
            </a:lvl9pPr>
          </a:lstStyle>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All May orders</a:t>
            </a:r>
          </a:p>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230</a:t>
            </a:r>
          </a:p>
        </p:txBody>
      </p:sp>
      <p:sp>
        <p:nvSpPr>
          <p:cNvPr id="7" name="done">
            <a:extLst xmlns:a="http://schemas.openxmlformats.org/drawingml/2006/main">
              <a:ext uri="{FF2B5EF4-FFF2-40B4-BE49-F238E27FC236}">
                <a16:creationId xmlns:a16="http://schemas.microsoft.com/office/drawing/2014/main" id="{820E13D8-369C-4030-BE8C-E59683012461}"/>
              </a:ext>
            </a:extLst>
          </p:cNvPr>
          <p:cNvSpPr>
            <a:spLocks xmlns:a="http://schemas.openxmlformats.org/drawingml/2006/main" noGrp="1"/>
          </p:cNvSpPr>
          <p:nvPr/>
        </p:nvSpPr>
        <p:spPr>
          <a:xfrm xmlns:a="http://schemas.openxmlformats.org/drawingml/2006/main">
            <a:off x="4381500" y="5143500"/>
            <a:ext cx="33337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800" b="0">
                <a:solidFill>
                  <a:srgbClr val="303030"/>
                </a:solidFill>
                <a:latin typeface="Microsoft YaHei"/>
                <a:ea typeface="Microsoft YaHei"/>
                <a:cs typeface="Microsoft YaHei"/>
              </a:defRPr>
            </a:defPPr>
            <a:lvl1pPr algn="ctr">
              <a:defRPr sz="1800" b="0">
                <a:solidFill>
                  <a:srgbClr val="303030"/>
                </a:solidFill>
                <a:latin typeface="Microsoft YaHei"/>
                <a:ea typeface="Microsoft YaHei"/>
                <a:cs typeface="Microsoft YaHei"/>
              </a:defRPr>
            </a:lvl1pPr>
            <a:lvl2pPr algn="ctr">
              <a:defRPr sz="1800" b="0">
                <a:solidFill>
                  <a:srgbClr val="303030"/>
                </a:solidFill>
                <a:latin typeface="Microsoft YaHei"/>
                <a:ea typeface="Microsoft YaHei"/>
                <a:cs typeface="Microsoft YaHei"/>
              </a:defRPr>
            </a:lvl2pPr>
            <a:lvl3pPr algn="ctr">
              <a:defRPr sz="1800" b="0">
                <a:solidFill>
                  <a:srgbClr val="303030"/>
                </a:solidFill>
                <a:latin typeface="Microsoft YaHei"/>
                <a:ea typeface="Microsoft YaHei"/>
                <a:cs typeface="Microsoft YaHei"/>
              </a:defRPr>
            </a:lvl3pPr>
            <a:lvl4pPr algn="ctr">
              <a:defRPr sz="1800" b="0">
                <a:solidFill>
                  <a:srgbClr val="303030"/>
                </a:solidFill>
                <a:latin typeface="Microsoft YaHei"/>
                <a:ea typeface="Microsoft YaHei"/>
                <a:cs typeface="Microsoft YaHei"/>
              </a:defRPr>
            </a:lvl4pPr>
            <a:lvl5pPr algn="ctr">
              <a:defRPr sz="1800" b="0">
                <a:solidFill>
                  <a:srgbClr val="303030"/>
                </a:solidFill>
                <a:latin typeface="Microsoft YaHei"/>
                <a:ea typeface="Microsoft YaHei"/>
                <a:cs typeface="Microsoft YaHei"/>
              </a:defRPr>
            </a:lvl5pPr>
            <a:lvl6pPr algn="ctr">
              <a:defRPr sz="1800" b="0">
                <a:solidFill>
                  <a:srgbClr val="303030"/>
                </a:solidFill>
                <a:latin typeface="Microsoft YaHei"/>
                <a:ea typeface="Microsoft YaHei"/>
                <a:cs typeface="Microsoft YaHei"/>
              </a:defRPr>
            </a:lvl6pPr>
            <a:lvl7pPr algn="ctr">
              <a:defRPr sz="1800" b="0">
                <a:solidFill>
                  <a:srgbClr val="303030"/>
                </a:solidFill>
                <a:latin typeface="Microsoft YaHei"/>
                <a:ea typeface="Microsoft YaHei"/>
                <a:cs typeface="Microsoft YaHei"/>
              </a:defRPr>
            </a:lvl7pPr>
            <a:lvl8pPr algn="ctr">
              <a:defRPr sz="1800" b="0">
                <a:solidFill>
                  <a:srgbClr val="303030"/>
                </a:solidFill>
                <a:latin typeface="Microsoft YaHei"/>
                <a:ea typeface="Microsoft YaHei"/>
                <a:cs typeface="Microsoft YaHei"/>
              </a:defRPr>
            </a:lvl8pPr>
            <a:lvl9pPr algn="ctr">
              <a:defRPr sz="1800" b="0">
                <a:solidFill>
                  <a:srgbClr val="303030"/>
                </a:solidFill>
                <a:latin typeface="Microsoft YaHei"/>
                <a:ea typeface="Microsoft YaHei"/>
                <a:cs typeface="Microsoft YaHei"/>
              </a:defRPr>
            </a:lvl9pPr>
          </a:lstStyle>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Completed orders</a:t>
            </a:r>
          </a:p>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150</a:t>
            </a:r>
          </a:p>
        </p:txBody>
      </p:sp>
      <p:sp>
        <p:nvSpPr>
          <p:cNvPr id="8" name="may">
            <a:extLst xmlns:a="http://schemas.openxmlformats.org/drawingml/2006/main">
              <a:ext uri="{FF2B5EF4-FFF2-40B4-BE49-F238E27FC236}">
                <a16:creationId xmlns:a16="http://schemas.microsoft.com/office/drawing/2014/main" id="{563AEBC8-3783-4C1C-9375-E42EBE9087E2}"/>
              </a:ext>
            </a:extLst>
          </p:cNvPr>
          <p:cNvSpPr>
            <a:spLocks xmlns:a="http://schemas.openxmlformats.org/drawingml/2006/main" noGrp="1"/>
          </p:cNvSpPr>
          <p:nvPr/>
        </p:nvSpPr>
        <p:spPr>
          <a:xfrm xmlns:a="http://schemas.openxmlformats.org/drawingml/2006/main">
            <a:off x="8191500" y="5143500"/>
            <a:ext cx="33337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800" b="0">
                <a:solidFill>
                  <a:srgbClr val="303030"/>
                </a:solidFill>
                <a:latin typeface="Microsoft YaHei"/>
                <a:ea typeface="Microsoft YaHei"/>
                <a:cs typeface="Microsoft YaHei"/>
              </a:defRPr>
            </a:defPPr>
            <a:lvl1pPr algn="ctr">
              <a:defRPr sz="1800" b="0">
                <a:solidFill>
                  <a:srgbClr val="303030"/>
                </a:solidFill>
                <a:latin typeface="Microsoft YaHei"/>
                <a:ea typeface="Microsoft YaHei"/>
                <a:cs typeface="Microsoft YaHei"/>
              </a:defRPr>
            </a:lvl1pPr>
            <a:lvl2pPr algn="ctr">
              <a:defRPr sz="1800" b="0">
                <a:solidFill>
                  <a:srgbClr val="303030"/>
                </a:solidFill>
                <a:latin typeface="Microsoft YaHei"/>
                <a:ea typeface="Microsoft YaHei"/>
                <a:cs typeface="Microsoft YaHei"/>
              </a:defRPr>
            </a:lvl2pPr>
            <a:lvl3pPr algn="ctr">
              <a:defRPr sz="1800" b="0">
                <a:solidFill>
                  <a:srgbClr val="303030"/>
                </a:solidFill>
                <a:latin typeface="Microsoft YaHei"/>
                <a:ea typeface="Microsoft YaHei"/>
                <a:cs typeface="Microsoft YaHei"/>
              </a:defRPr>
            </a:lvl3pPr>
            <a:lvl4pPr algn="ctr">
              <a:defRPr sz="1800" b="0">
                <a:solidFill>
                  <a:srgbClr val="303030"/>
                </a:solidFill>
                <a:latin typeface="Microsoft YaHei"/>
                <a:ea typeface="Microsoft YaHei"/>
                <a:cs typeface="Microsoft YaHei"/>
              </a:defRPr>
            </a:lvl4pPr>
            <a:lvl5pPr algn="ctr">
              <a:defRPr sz="1800" b="0">
                <a:solidFill>
                  <a:srgbClr val="303030"/>
                </a:solidFill>
                <a:latin typeface="Microsoft YaHei"/>
                <a:ea typeface="Microsoft YaHei"/>
                <a:cs typeface="Microsoft YaHei"/>
              </a:defRPr>
            </a:lvl5pPr>
            <a:lvl6pPr algn="ctr">
              <a:defRPr sz="1800" b="0">
                <a:solidFill>
                  <a:srgbClr val="303030"/>
                </a:solidFill>
                <a:latin typeface="Microsoft YaHei"/>
                <a:ea typeface="Microsoft YaHei"/>
                <a:cs typeface="Microsoft YaHei"/>
              </a:defRPr>
            </a:lvl6pPr>
            <a:lvl7pPr algn="ctr">
              <a:defRPr sz="1800" b="0">
                <a:solidFill>
                  <a:srgbClr val="303030"/>
                </a:solidFill>
                <a:latin typeface="Microsoft YaHei"/>
                <a:ea typeface="Microsoft YaHei"/>
                <a:cs typeface="Microsoft YaHei"/>
              </a:defRPr>
            </a:lvl7pPr>
            <a:lvl8pPr algn="ctr">
              <a:defRPr sz="1800" b="0">
                <a:solidFill>
                  <a:srgbClr val="303030"/>
                </a:solidFill>
                <a:latin typeface="Microsoft YaHei"/>
                <a:ea typeface="Microsoft YaHei"/>
                <a:cs typeface="Microsoft YaHei"/>
              </a:defRPr>
            </a:lvl8pPr>
            <a:lvl9pPr algn="ctr">
              <a:defRPr sz="1800" b="0">
                <a:solidFill>
                  <a:srgbClr val="303030"/>
                </a:solidFill>
                <a:latin typeface="Microsoft YaHei"/>
                <a:ea typeface="Microsoft YaHei"/>
                <a:cs typeface="Microsoft YaHei"/>
              </a:defRPr>
            </a:lvl9pPr>
          </a:lstStyle>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Completed in May</a:t>
            </a:r>
          </a:p>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100</a:t>
            </a:r>
          </a:p>
        </p:txBody>
      </p:sp>
      <p:sp>
        <p:nvSpPr>
          <p:cNvPr id="11" name="illustrative">
            <a:extLst xmlns:a="http://schemas.openxmlformats.org/drawingml/2006/main">
              <a:ext uri="{FF2B5EF4-FFF2-40B4-BE49-F238E27FC236}">
                <a16:creationId xmlns:a16="http://schemas.microsoft.com/office/drawing/2014/main" id="{801528EF-6B76-4034-9EC1-53DEA8AB9115}"/>
              </a:ext>
            </a:extLst>
          </p:cNvPr>
          <p:cNvSpPr>
            <a:spLocks xmlns:a="http://schemas.openxmlformats.org/drawingml/2006/main" noGrp="1"/>
          </p:cNvSpPr>
          <p:nvPr/>
        </p:nvSpPr>
        <p:spPr>
          <a:xfrm xmlns:a="http://schemas.openxmlformats.org/drawingml/2006/main">
            <a:off x="571500" y="6096000"/>
            <a:ext cx="10858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55555"/>
                </a:solidFill>
                <a:latin typeface="Microsoft YaHei"/>
                <a:ea typeface="Microsoft YaHei"/>
                <a:cs typeface="Microsoft YaHei"/>
              </a:defRPr>
            </a:defPPr>
            <a:lvl1pPr algn="l">
              <a:defRPr sz="1050" b="0">
                <a:solidFill>
                  <a:srgbClr val="555555"/>
                </a:solidFill>
                <a:latin typeface="Microsoft YaHei"/>
                <a:ea typeface="Microsoft YaHei"/>
                <a:cs typeface="Microsoft YaHei"/>
              </a:defRPr>
            </a:lvl1pPr>
            <a:lvl2pPr algn="l">
              <a:defRPr sz="1050" b="0">
                <a:solidFill>
                  <a:srgbClr val="555555"/>
                </a:solidFill>
                <a:latin typeface="Microsoft YaHei"/>
                <a:ea typeface="Microsoft YaHei"/>
                <a:cs typeface="Microsoft YaHei"/>
              </a:defRPr>
            </a:lvl2pPr>
            <a:lvl3pPr algn="l">
              <a:defRPr sz="1050" b="0">
                <a:solidFill>
                  <a:srgbClr val="555555"/>
                </a:solidFill>
                <a:latin typeface="Microsoft YaHei"/>
                <a:ea typeface="Microsoft YaHei"/>
                <a:cs typeface="Microsoft YaHei"/>
              </a:defRPr>
            </a:lvl3pPr>
            <a:lvl4pPr algn="l">
              <a:defRPr sz="1050" b="0">
                <a:solidFill>
                  <a:srgbClr val="555555"/>
                </a:solidFill>
                <a:latin typeface="Microsoft YaHei"/>
                <a:ea typeface="Microsoft YaHei"/>
                <a:cs typeface="Microsoft YaHei"/>
              </a:defRPr>
            </a:lvl4pPr>
            <a:lvl5pPr algn="l">
              <a:defRPr sz="1050" b="0">
                <a:solidFill>
                  <a:srgbClr val="555555"/>
                </a:solidFill>
                <a:latin typeface="Microsoft YaHei"/>
                <a:ea typeface="Microsoft YaHei"/>
                <a:cs typeface="Microsoft YaHei"/>
              </a:defRPr>
            </a:lvl5pPr>
            <a:lvl6pPr algn="l">
              <a:defRPr sz="1050" b="0">
                <a:solidFill>
                  <a:srgbClr val="555555"/>
                </a:solidFill>
                <a:latin typeface="Microsoft YaHei"/>
                <a:ea typeface="Microsoft YaHei"/>
                <a:cs typeface="Microsoft YaHei"/>
              </a:defRPr>
            </a:lvl6pPr>
            <a:lvl7pPr algn="l">
              <a:defRPr sz="1050" b="0">
                <a:solidFill>
                  <a:srgbClr val="555555"/>
                </a:solidFill>
                <a:latin typeface="Microsoft YaHei"/>
                <a:ea typeface="Microsoft YaHei"/>
                <a:cs typeface="Microsoft YaHei"/>
              </a:defRPr>
            </a:lvl7pPr>
            <a:lvl8pPr algn="l">
              <a:defRPr sz="1050" b="0">
                <a:solidFill>
                  <a:srgbClr val="555555"/>
                </a:solidFill>
                <a:latin typeface="Microsoft YaHei"/>
                <a:ea typeface="Microsoft YaHei"/>
                <a:cs typeface="Microsoft YaHei"/>
              </a:defRPr>
            </a:lvl8pPr>
            <a:lvl9pPr algn="l">
              <a:defRPr sz="1050" b="0">
                <a:solidFill>
                  <a:srgbClr val="555555"/>
                </a:solidFill>
                <a:latin typeface="Microsoft YaHei"/>
                <a:ea typeface="Microsoft YaHei"/>
                <a:cs typeface="Microsoft YaHei"/>
              </a:defRPr>
            </a:lvl9pPr>
          </a:lstStyle>
          <a:p xmlns:a="http://schemas.openxmlformats.org/drawingml/2006/main">
            <a:pPr algn="l">
              <a:defRPr sz="1050" b="0">
                <a:solidFill>
                  <a:srgbClr val="555555"/>
                </a:solidFill>
                <a:latin typeface="Microsoft YaHei"/>
                <a:ea typeface="Microsoft YaHei"/>
                <a:cs typeface="Microsoft YaHei"/>
              </a:defRPr>
            </a:pPr>
            <a:r>
              <a:rPr sz="1050" b="0">
                <a:solidFill>
                  <a:srgbClr val="555555"/>
                </a:solidFill>
                <a:latin typeface="Microsoft YaHei"/>
                <a:ea typeface="Microsoft YaHei"/>
                <a:cs typeface="Microsoft YaHei"/>
              </a:rPr>
              <a:t>Illustrative company rule and data. All three calculations can execute successfully.</a:t>
            </a:r>
          </a:p>
        </p:txBody>
      </p:sp>
    </p:spTree>
    <p:extLst>
      <p:ext uri="{BB962C8B-B14F-4D97-AF65-F5344CB8AC3E}">
        <p14:creationId xmlns:p14="http://schemas.microsoft.com/office/powerpoint/2010/main" val="910577282"/>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cxnSp>
        <p:nvCxnSpPr>
          <p:cNvPr id="9" name="">
            <a:extLst xmlns:a="http://schemas.openxmlformats.org/drawingml/2006/main">
              <a:ext uri="{FF2B5EF4-FFF2-40B4-BE49-F238E27FC236}">
                <a16:creationId xmlns:a16="http://schemas.microsoft.com/office/drawing/2014/main" id="{CEEF61FE-4969-4349-9AAB-8C21FE9BDB4C}"/>
              </a:ext>
            </a:extLst>
          </p:cNvPr>
          <p:cNvCxnSpPr>
            <a:stCxn xmlns:a="http://schemas.openxmlformats.org/drawingml/2006/main" id="6" idx="3"/>
            <a:endCxn xmlns:a="http://schemas.openxmlformats.org/drawingml/2006/main" id="7" idx="1"/>
          </p:cNvCxnSpPr>
          <p:nvPr/>
        </p:nvCxnSpPr>
        <p:spPr>
          <a:xfrm xmlns:a="http://schemas.openxmlformats.org/drawingml/2006/main">
            <a:off x="7715250" y="3052763"/>
            <a:ext cx="476250" cy="0"/>
          </a:xfrm>
          <a:prstGeom xmlns:a="http://schemas.openxmlformats.org/drawingml/2006/main" prst="straightConnector1">
            <a:avLst/>
          </a:prstGeom>
          <a:ln xmlns:a="http://schemas.openxmlformats.org/drawingml/2006/main" w="14288">
            <a:solidFill>
              <a:srgbClr val="8D8D8D"/>
            </a:solidFill>
            <a:tailEnd type="arrow" w="med" len="med"/>
          </a:ln>
        </p:spPr>
      </p:cxnSp>
      <p:cxnSp>
        <p:nvCxnSpPr>
          <p:cNvPr id="8" name="">
            <a:extLst xmlns:a="http://schemas.openxmlformats.org/drawingml/2006/main">
              <a:ext uri="{FF2B5EF4-FFF2-40B4-BE49-F238E27FC236}">
                <a16:creationId xmlns:a16="http://schemas.microsoft.com/office/drawing/2014/main" id="{64B41B48-29A2-4000-9951-B17927E2562B}"/>
              </a:ext>
            </a:extLst>
          </p:cNvPr>
          <p:cNvCxnSpPr>
            <a:stCxn xmlns:a="http://schemas.openxmlformats.org/drawingml/2006/main" id="5" idx="3"/>
            <a:endCxn xmlns:a="http://schemas.openxmlformats.org/drawingml/2006/main" id="6" idx="1"/>
          </p:cNvCxnSpPr>
          <p:nvPr/>
        </p:nvCxnSpPr>
        <p:spPr>
          <a:xfrm xmlns:a="http://schemas.openxmlformats.org/drawingml/2006/main">
            <a:off x="3905250" y="3052763"/>
            <a:ext cx="476250" cy="0"/>
          </a:xfrm>
          <a:prstGeom xmlns:a="http://schemas.openxmlformats.org/drawingml/2006/main" prst="straightConnector1">
            <a:avLst/>
          </a:prstGeom>
          <a:ln xmlns:a="http://schemas.openxmlformats.org/drawingml/2006/main" w="14288">
            <a:solidFill>
              <a:srgbClr val="8D8D8D"/>
            </a:solidFill>
            <a:tailEnd type="arrow" w="med" len="med"/>
          </a:ln>
        </p:spPr>
      </p:cxnSp>
      <p:sp>
        <p:nvSpPr>
          <p:cNvPr id="16" name="section">
            <a:extLst xmlns:a="http://schemas.openxmlformats.org/drawingml/2006/main">
              <a:ext uri="{FF2B5EF4-FFF2-40B4-BE49-F238E27FC236}">
                <a16:creationId xmlns:a16="http://schemas.microsoft.com/office/drawing/2014/main" id="{BB349F6A-F29D-4DD5-9A60-5CC34203B136}"/>
              </a:ext>
            </a:extLst>
          </p:cNvPr>
          <p:cNvSpPr>
            <a:spLocks xmlns:a="http://schemas.openxmlformats.org/drawingml/2006/main" noGrp="1"/>
          </p:cNvSpPr>
          <p:nvPr/>
        </p:nvSpPr>
        <p:spPr>
          <a:xfrm xmlns:a="http://schemas.openxmlformats.org/drawingml/2006/main">
            <a:off x="571500" y="8667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B71920"/>
                </a:solidFill>
                <a:latin typeface="Microsoft YaHei"/>
                <a:ea typeface="Microsoft YaHei"/>
                <a:cs typeface="Microsoft YaHei"/>
              </a:defRPr>
            </a:defPPr>
            <a:lvl1pPr algn="l">
              <a:defRPr sz="1650" b="0">
                <a:solidFill>
                  <a:srgbClr val="B71920"/>
                </a:solidFill>
                <a:latin typeface="Microsoft YaHei"/>
                <a:ea typeface="Microsoft YaHei"/>
                <a:cs typeface="Microsoft YaHei"/>
              </a:defRPr>
            </a:lvl1pPr>
            <a:lvl2pPr algn="l">
              <a:defRPr sz="1650" b="0">
                <a:solidFill>
                  <a:srgbClr val="B71920"/>
                </a:solidFill>
                <a:latin typeface="Microsoft YaHei"/>
                <a:ea typeface="Microsoft YaHei"/>
                <a:cs typeface="Microsoft YaHei"/>
              </a:defRPr>
            </a:lvl2pPr>
            <a:lvl3pPr algn="l">
              <a:defRPr sz="1650" b="0">
                <a:solidFill>
                  <a:srgbClr val="B71920"/>
                </a:solidFill>
                <a:latin typeface="Microsoft YaHei"/>
                <a:ea typeface="Microsoft YaHei"/>
                <a:cs typeface="Microsoft YaHei"/>
              </a:defRPr>
            </a:lvl3pPr>
            <a:lvl4pPr algn="l">
              <a:defRPr sz="1650" b="0">
                <a:solidFill>
                  <a:srgbClr val="B71920"/>
                </a:solidFill>
                <a:latin typeface="Microsoft YaHei"/>
                <a:ea typeface="Microsoft YaHei"/>
                <a:cs typeface="Microsoft YaHei"/>
              </a:defRPr>
            </a:lvl4pPr>
            <a:lvl5pPr algn="l">
              <a:defRPr sz="1650" b="0">
                <a:solidFill>
                  <a:srgbClr val="B71920"/>
                </a:solidFill>
                <a:latin typeface="Microsoft YaHei"/>
                <a:ea typeface="Microsoft YaHei"/>
                <a:cs typeface="Microsoft YaHei"/>
              </a:defRPr>
            </a:lvl5pPr>
            <a:lvl6pPr algn="l">
              <a:defRPr sz="1650" b="0">
                <a:solidFill>
                  <a:srgbClr val="B71920"/>
                </a:solidFill>
                <a:latin typeface="Microsoft YaHei"/>
                <a:ea typeface="Microsoft YaHei"/>
                <a:cs typeface="Microsoft YaHei"/>
              </a:defRPr>
            </a:lvl6pPr>
            <a:lvl7pPr algn="l">
              <a:defRPr sz="1650" b="0">
                <a:solidFill>
                  <a:srgbClr val="B71920"/>
                </a:solidFill>
                <a:latin typeface="Microsoft YaHei"/>
                <a:ea typeface="Microsoft YaHei"/>
                <a:cs typeface="Microsoft YaHei"/>
              </a:defRPr>
            </a:lvl7pPr>
            <a:lvl8pPr algn="l">
              <a:defRPr sz="1650" b="0">
                <a:solidFill>
                  <a:srgbClr val="B71920"/>
                </a:solidFill>
                <a:latin typeface="Microsoft YaHei"/>
                <a:ea typeface="Microsoft YaHei"/>
                <a:cs typeface="Microsoft YaHei"/>
              </a:defRPr>
            </a:lvl8pPr>
            <a:lvl9pPr algn="l">
              <a:defRPr sz="1650" b="0">
                <a:solidFill>
                  <a:srgbClr val="B71920"/>
                </a:solidFill>
                <a:latin typeface="Microsoft YaHei"/>
                <a:ea typeface="Microsoft YaHei"/>
                <a:cs typeface="Microsoft YaHei"/>
              </a:defRPr>
            </a:lvl9pPr>
          </a:lstStyle>
          <a:p xmlns:a="http://schemas.openxmlformats.org/drawingml/2006/main">
            <a:pPr algn="l">
              <a:defRPr sz="1650" b="0">
                <a:solidFill>
                  <a:srgbClr val="B71920"/>
                </a:solidFill>
                <a:latin typeface="Microsoft YaHei"/>
                <a:ea typeface="Microsoft YaHei"/>
                <a:cs typeface="Microsoft YaHei"/>
              </a:defRPr>
            </a:pPr>
            <a:r>
              <a:rPr sz="1650" b="0">
                <a:solidFill>
                  <a:srgbClr val="B71920"/>
                </a:solidFill>
                <a:latin typeface="Microsoft YaHei"/>
                <a:ea typeface="Microsoft YaHei"/>
                <a:cs typeface="Microsoft YaHei"/>
              </a:rPr>
              <a:t>Background</a:t>
            </a:r>
          </a:p>
        </p:txBody>
      </p:sp>
      <p:sp>
        <p:nvSpPr>
          <p:cNvPr id="2" name="slide-title">
            <a:extLst xmlns:a="http://schemas.openxmlformats.org/drawingml/2006/main">
              <a:ext uri="{FF2B5EF4-FFF2-40B4-BE49-F238E27FC236}">
                <a16:creationId xmlns:a16="http://schemas.microsoft.com/office/drawing/2014/main" id="{059E17FD-F5A9-4F02-85AD-84B9F250336A}"/>
              </a:ext>
            </a:extLst>
          </p:cNvPr>
          <p:cNvSpPr>
            <a:spLocks xmlns:a="http://schemas.openxmlformats.org/drawingml/2006/main" noGrp="1"/>
          </p:cNvSpPr>
          <p:nvPr/>
        </p:nvSpPr>
        <p:spPr>
          <a:xfrm xmlns:a="http://schemas.openxmlformats.org/drawingml/2006/main">
            <a:off x="571500" y="132397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303030"/>
                </a:solidFill>
                <a:latin typeface="Microsoft YaHei"/>
                <a:ea typeface="Microsoft YaHei"/>
                <a:cs typeface="Microsoft YaHei"/>
              </a:defRPr>
            </a:defPPr>
            <a:lvl1pPr algn="l">
              <a:defRPr sz="2625" b="0">
                <a:solidFill>
                  <a:srgbClr val="303030"/>
                </a:solidFill>
                <a:latin typeface="Microsoft YaHei"/>
                <a:ea typeface="Microsoft YaHei"/>
                <a:cs typeface="Microsoft YaHei"/>
              </a:defRPr>
            </a:lvl1pPr>
            <a:lvl2pPr algn="l">
              <a:defRPr sz="2625" b="0">
                <a:solidFill>
                  <a:srgbClr val="303030"/>
                </a:solidFill>
                <a:latin typeface="Microsoft YaHei"/>
                <a:ea typeface="Microsoft YaHei"/>
                <a:cs typeface="Microsoft YaHei"/>
              </a:defRPr>
            </a:lvl2pPr>
            <a:lvl3pPr algn="l">
              <a:defRPr sz="2625" b="0">
                <a:solidFill>
                  <a:srgbClr val="303030"/>
                </a:solidFill>
                <a:latin typeface="Microsoft YaHei"/>
                <a:ea typeface="Microsoft YaHei"/>
                <a:cs typeface="Microsoft YaHei"/>
              </a:defRPr>
            </a:lvl3pPr>
            <a:lvl4pPr algn="l">
              <a:defRPr sz="2625" b="0">
                <a:solidFill>
                  <a:srgbClr val="303030"/>
                </a:solidFill>
                <a:latin typeface="Microsoft YaHei"/>
                <a:ea typeface="Microsoft YaHei"/>
                <a:cs typeface="Microsoft YaHei"/>
              </a:defRPr>
            </a:lvl4pPr>
            <a:lvl5pPr algn="l">
              <a:defRPr sz="2625" b="0">
                <a:solidFill>
                  <a:srgbClr val="303030"/>
                </a:solidFill>
                <a:latin typeface="Microsoft YaHei"/>
                <a:ea typeface="Microsoft YaHei"/>
                <a:cs typeface="Microsoft YaHei"/>
              </a:defRPr>
            </a:lvl5pPr>
            <a:lvl6pPr algn="l">
              <a:defRPr sz="2625" b="0">
                <a:solidFill>
                  <a:srgbClr val="303030"/>
                </a:solidFill>
                <a:latin typeface="Microsoft YaHei"/>
                <a:ea typeface="Microsoft YaHei"/>
                <a:cs typeface="Microsoft YaHei"/>
              </a:defRPr>
            </a:lvl6pPr>
            <a:lvl7pPr algn="l">
              <a:defRPr sz="2625" b="0">
                <a:solidFill>
                  <a:srgbClr val="303030"/>
                </a:solidFill>
                <a:latin typeface="Microsoft YaHei"/>
                <a:ea typeface="Microsoft YaHei"/>
                <a:cs typeface="Microsoft YaHei"/>
              </a:defRPr>
            </a:lvl7pPr>
            <a:lvl8pPr algn="l">
              <a:defRPr sz="2625" b="0">
                <a:solidFill>
                  <a:srgbClr val="303030"/>
                </a:solidFill>
                <a:latin typeface="Microsoft YaHei"/>
                <a:ea typeface="Microsoft YaHei"/>
                <a:cs typeface="Microsoft YaHei"/>
              </a:defRPr>
            </a:lvl8pPr>
            <a:lvl9pPr algn="l">
              <a:defRPr sz="2625" b="0">
                <a:solidFill>
                  <a:srgbClr val="303030"/>
                </a:solidFill>
                <a:latin typeface="Microsoft YaHei"/>
                <a:ea typeface="Microsoft YaHei"/>
                <a:cs typeface="Microsoft YaHei"/>
              </a:defRPr>
            </a:lvl9pPr>
          </a:lstStyle>
          <a:p xmlns:a="http://schemas.openxmlformats.org/drawingml/2006/main">
            <a:pPr algn="l">
              <a:defRPr sz="2625" b="0">
                <a:solidFill>
                  <a:srgbClr val="303030"/>
                </a:solidFill>
                <a:latin typeface="Microsoft YaHei"/>
                <a:ea typeface="Microsoft YaHei"/>
                <a:cs typeface="Microsoft YaHei"/>
              </a:defRPr>
            </a:pPr>
            <a:r>
              <a:rPr sz="2625" b="0">
                <a:solidFill>
                  <a:srgbClr val="303030"/>
                </a:solidFill>
                <a:latin typeface="Microsoft YaHei"/>
                <a:ea typeface="Microsoft YaHei"/>
                <a:cs typeface="Microsoft YaHei"/>
              </a:rPr>
              <a:t>Two ways the wrong answer survives</a:t>
            </a:r>
          </a:p>
        </p:txBody>
      </p:sp>
      <p:sp>
        <p:nvSpPr>
          <p:cNvPr id="3" name="page">
            <a:extLst xmlns:a="http://schemas.openxmlformats.org/drawingml/2006/main">
              <a:ext uri="{FF2B5EF4-FFF2-40B4-BE49-F238E27FC236}">
                <a16:creationId xmlns:a16="http://schemas.microsoft.com/office/drawing/2014/main" id="{29142D9D-D52B-4F37-AFCD-8E841E856B59}"/>
              </a:ext>
            </a:extLst>
          </p:cNvPr>
          <p:cNvSpPr>
            <a:spLocks xmlns:a="http://schemas.openxmlformats.org/drawingml/2006/main" noGrp="1"/>
          </p:cNvSpPr>
          <p:nvPr/>
        </p:nvSpPr>
        <p:spPr>
          <a:xfrm xmlns:a="http://schemas.openxmlformats.org/drawingml/2006/main">
            <a:off x="10801350" y="6353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55555"/>
                </a:solidFill>
                <a:latin typeface="Microsoft YaHei"/>
                <a:ea typeface="Microsoft YaHei"/>
                <a:cs typeface="Microsoft YaHei"/>
              </a:defRPr>
            </a:defPPr>
            <a:lvl1pPr algn="r">
              <a:defRPr sz="1125" b="0">
                <a:solidFill>
                  <a:srgbClr val="555555"/>
                </a:solidFill>
                <a:latin typeface="Microsoft YaHei"/>
                <a:ea typeface="Microsoft YaHei"/>
                <a:cs typeface="Microsoft YaHei"/>
              </a:defRPr>
            </a:lvl1pPr>
            <a:lvl2pPr algn="r">
              <a:defRPr sz="1125" b="0">
                <a:solidFill>
                  <a:srgbClr val="555555"/>
                </a:solidFill>
                <a:latin typeface="Microsoft YaHei"/>
                <a:ea typeface="Microsoft YaHei"/>
                <a:cs typeface="Microsoft YaHei"/>
              </a:defRPr>
            </a:lvl2pPr>
            <a:lvl3pPr algn="r">
              <a:defRPr sz="1125" b="0">
                <a:solidFill>
                  <a:srgbClr val="555555"/>
                </a:solidFill>
                <a:latin typeface="Microsoft YaHei"/>
                <a:ea typeface="Microsoft YaHei"/>
                <a:cs typeface="Microsoft YaHei"/>
              </a:defRPr>
            </a:lvl3pPr>
            <a:lvl4pPr algn="r">
              <a:defRPr sz="1125" b="0">
                <a:solidFill>
                  <a:srgbClr val="555555"/>
                </a:solidFill>
                <a:latin typeface="Microsoft YaHei"/>
                <a:ea typeface="Microsoft YaHei"/>
                <a:cs typeface="Microsoft YaHei"/>
              </a:defRPr>
            </a:lvl4pPr>
            <a:lvl5pPr algn="r">
              <a:defRPr sz="1125" b="0">
                <a:solidFill>
                  <a:srgbClr val="555555"/>
                </a:solidFill>
                <a:latin typeface="Microsoft YaHei"/>
                <a:ea typeface="Microsoft YaHei"/>
                <a:cs typeface="Microsoft YaHei"/>
              </a:defRPr>
            </a:lvl5pPr>
            <a:lvl6pPr algn="r">
              <a:defRPr sz="1125" b="0">
                <a:solidFill>
                  <a:srgbClr val="555555"/>
                </a:solidFill>
                <a:latin typeface="Microsoft YaHei"/>
                <a:ea typeface="Microsoft YaHei"/>
                <a:cs typeface="Microsoft YaHei"/>
              </a:defRPr>
            </a:lvl6pPr>
            <a:lvl7pPr algn="r">
              <a:defRPr sz="1125" b="0">
                <a:solidFill>
                  <a:srgbClr val="555555"/>
                </a:solidFill>
                <a:latin typeface="Microsoft YaHei"/>
                <a:ea typeface="Microsoft YaHei"/>
                <a:cs typeface="Microsoft YaHei"/>
              </a:defRPr>
            </a:lvl7pPr>
            <a:lvl8pPr algn="r">
              <a:defRPr sz="1125" b="0">
                <a:solidFill>
                  <a:srgbClr val="555555"/>
                </a:solidFill>
                <a:latin typeface="Microsoft YaHei"/>
                <a:ea typeface="Microsoft YaHei"/>
                <a:cs typeface="Microsoft YaHei"/>
              </a:defRPr>
            </a:lvl8pPr>
            <a:lvl9pPr algn="r">
              <a:defRPr sz="1125" b="0">
                <a:solidFill>
                  <a:srgbClr val="555555"/>
                </a:solidFill>
                <a:latin typeface="Microsoft YaHei"/>
                <a:ea typeface="Microsoft YaHei"/>
                <a:cs typeface="Microsoft YaHei"/>
              </a:defRPr>
            </a:lvl9pPr>
          </a:lstStyle>
          <a:p xmlns:a="http://schemas.openxmlformats.org/drawingml/2006/main">
            <a:pPr algn="r">
              <a:defRPr sz="1125" b="0">
                <a:solidFill>
                  <a:srgbClr val="555555"/>
                </a:solidFill>
                <a:latin typeface="Microsoft YaHei"/>
                <a:ea typeface="Microsoft YaHei"/>
                <a:cs typeface="Microsoft YaHei"/>
              </a:defRPr>
            </a:pPr>
            <a:r>
              <a:rPr sz="1125" b="0">
                <a:solidFill>
                  <a:srgbClr val="555555"/>
                </a:solidFill>
                <a:latin typeface="Microsoft YaHei"/>
                <a:ea typeface="Microsoft YaHei"/>
                <a:cs typeface="Microsoft YaHei"/>
              </a:rPr>
              <a:t>4 / 16</a:t>
            </a:r>
          </a:p>
        </p:txBody>
      </p:sp>
      <p:sp>
        <p:nvSpPr>
          <p:cNvPr id="4" name="problem1">
            <a:extLst xmlns:a="http://schemas.openxmlformats.org/drawingml/2006/main">
              <a:ext uri="{FF2B5EF4-FFF2-40B4-BE49-F238E27FC236}">
                <a16:creationId xmlns:a16="http://schemas.microsoft.com/office/drawing/2014/main" id="{B89FC9BE-93D6-4F18-85BA-51CDC91CC2AA}"/>
              </a:ext>
            </a:extLst>
          </p:cNvPr>
          <p:cNvSpPr>
            <a:spLocks xmlns:a="http://schemas.openxmlformats.org/drawingml/2006/main" noGrp="1"/>
          </p:cNvSpPr>
          <p:nvPr/>
        </p:nvSpPr>
        <p:spPr>
          <a:xfrm xmlns:a="http://schemas.openxmlformats.org/drawingml/2006/main">
            <a:off x="571500" y="2133600"/>
            <a:ext cx="1095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03030"/>
                </a:solidFill>
                <a:latin typeface="Microsoft YaHei"/>
                <a:ea typeface="Microsoft YaHei"/>
                <a:cs typeface="Microsoft YaHei"/>
              </a:defRPr>
            </a:defPPr>
            <a:lvl1pPr algn="l">
              <a:defRPr sz="1875" b="0">
                <a:solidFill>
                  <a:srgbClr val="303030"/>
                </a:solidFill>
                <a:latin typeface="Microsoft YaHei"/>
                <a:ea typeface="Microsoft YaHei"/>
                <a:cs typeface="Microsoft YaHei"/>
              </a:defRPr>
            </a:lvl1pPr>
            <a:lvl2pPr algn="l">
              <a:defRPr sz="1875" b="0">
                <a:solidFill>
                  <a:srgbClr val="303030"/>
                </a:solidFill>
                <a:latin typeface="Microsoft YaHei"/>
                <a:ea typeface="Microsoft YaHei"/>
                <a:cs typeface="Microsoft YaHei"/>
              </a:defRPr>
            </a:lvl2pPr>
            <a:lvl3pPr algn="l">
              <a:defRPr sz="1875" b="0">
                <a:solidFill>
                  <a:srgbClr val="303030"/>
                </a:solidFill>
                <a:latin typeface="Microsoft YaHei"/>
                <a:ea typeface="Microsoft YaHei"/>
                <a:cs typeface="Microsoft YaHei"/>
              </a:defRPr>
            </a:lvl3pPr>
            <a:lvl4pPr algn="l">
              <a:defRPr sz="1875" b="0">
                <a:solidFill>
                  <a:srgbClr val="303030"/>
                </a:solidFill>
                <a:latin typeface="Microsoft YaHei"/>
                <a:ea typeface="Microsoft YaHei"/>
                <a:cs typeface="Microsoft YaHei"/>
              </a:defRPr>
            </a:lvl4pPr>
            <a:lvl5pPr algn="l">
              <a:defRPr sz="1875" b="0">
                <a:solidFill>
                  <a:srgbClr val="303030"/>
                </a:solidFill>
                <a:latin typeface="Microsoft YaHei"/>
                <a:ea typeface="Microsoft YaHei"/>
                <a:cs typeface="Microsoft YaHei"/>
              </a:defRPr>
            </a:lvl5pPr>
            <a:lvl6pPr algn="l">
              <a:defRPr sz="1875" b="0">
                <a:solidFill>
                  <a:srgbClr val="303030"/>
                </a:solidFill>
                <a:latin typeface="Microsoft YaHei"/>
                <a:ea typeface="Microsoft YaHei"/>
                <a:cs typeface="Microsoft YaHei"/>
              </a:defRPr>
            </a:lvl6pPr>
            <a:lvl7pPr algn="l">
              <a:defRPr sz="1875" b="0">
                <a:solidFill>
                  <a:srgbClr val="303030"/>
                </a:solidFill>
                <a:latin typeface="Microsoft YaHei"/>
                <a:ea typeface="Microsoft YaHei"/>
                <a:cs typeface="Microsoft YaHei"/>
              </a:defRPr>
            </a:lvl7pPr>
            <a:lvl8pPr algn="l">
              <a:defRPr sz="1875" b="0">
                <a:solidFill>
                  <a:srgbClr val="303030"/>
                </a:solidFill>
                <a:latin typeface="Microsoft YaHei"/>
                <a:ea typeface="Microsoft YaHei"/>
                <a:cs typeface="Microsoft YaHei"/>
              </a:defRPr>
            </a:lvl8pPr>
            <a:lvl9pPr algn="l">
              <a:defRPr sz="1875" b="0">
                <a:solidFill>
                  <a:srgbClr val="303030"/>
                </a:solidFill>
                <a:latin typeface="Microsoft YaHei"/>
                <a:ea typeface="Microsoft YaHei"/>
                <a:cs typeface="Microsoft YaHei"/>
              </a:defRPr>
            </a:lvl9pPr>
          </a:lstStyle>
          <a:p xmlns:a="http://schemas.openxmlformats.org/drawingml/2006/main">
            <a:pPr algn="l">
              <a:defRPr sz="1875" b="0">
                <a:solidFill>
                  <a:srgbClr val="303030"/>
                </a:solidFill>
                <a:latin typeface="Microsoft YaHei"/>
                <a:ea typeface="Microsoft YaHei"/>
                <a:cs typeface="Microsoft YaHei"/>
              </a:defRPr>
            </a:pPr>
            <a:r>
              <a:rPr sz="1875" b="0">
                <a:solidFill>
                  <a:srgbClr val="303030"/>
                </a:solidFill>
                <a:latin typeface="Microsoft YaHei"/>
                <a:ea typeface="Microsoft YaHei"/>
                <a:cs typeface="Microsoft YaHei"/>
              </a:rPr>
              <a:t>1   The analyst repeats a past calculation under the wrong conditions</a:t>
            </a:r>
          </a:p>
        </p:txBody>
      </p:sp>
      <p:sp>
        <p:nvSpPr>
          <p:cNvPr id="5" name="old">
            <a:extLst xmlns:a="http://schemas.openxmlformats.org/drawingml/2006/main">
              <a:ext uri="{FF2B5EF4-FFF2-40B4-BE49-F238E27FC236}">
                <a16:creationId xmlns:a16="http://schemas.microsoft.com/office/drawing/2014/main" id="{5FCFD247-B195-4226-8DD0-9707383F11F2}"/>
              </a:ext>
            </a:extLst>
          </p:cNvPr>
          <p:cNvSpPr>
            <a:spLocks xmlns:a="http://schemas.openxmlformats.org/drawingml/2006/main" noGrp="1"/>
          </p:cNvSpPr>
          <p:nvPr/>
        </p:nvSpPr>
        <p:spPr>
          <a:xfrm xmlns:a="http://schemas.openxmlformats.org/drawingml/2006/main">
            <a:off x="571500" y="2676525"/>
            <a:ext cx="3333750" cy="752475"/>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725" b="0">
                <a:solidFill>
                  <a:srgbClr val="303030"/>
                </a:solidFill>
                <a:latin typeface="Microsoft YaHei"/>
                <a:ea typeface="Microsoft YaHei"/>
                <a:cs typeface="Microsoft YaHei"/>
              </a:defRPr>
            </a:defPPr>
            <a:lvl1pPr algn="ctr">
              <a:defRPr sz="1725" b="0">
                <a:solidFill>
                  <a:srgbClr val="303030"/>
                </a:solidFill>
                <a:latin typeface="Microsoft YaHei"/>
                <a:ea typeface="Microsoft YaHei"/>
                <a:cs typeface="Microsoft YaHei"/>
              </a:defRPr>
            </a:lvl1pPr>
            <a:lvl2pPr algn="ctr">
              <a:defRPr sz="1725" b="0">
                <a:solidFill>
                  <a:srgbClr val="303030"/>
                </a:solidFill>
                <a:latin typeface="Microsoft YaHei"/>
                <a:ea typeface="Microsoft YaHei"/>
                <a:cs typeface="Microsoft YaHei"/>
              </a:defRPr>
            </a:lvl2pPr>
            <a:lvl3pPr algn="ctr">
              <a:defRPr sz="1725" b="0">
                <a:solidFill>
                  <a:srgbClr val="303030"/>
                </a:solidFill>
                <a:latin typeface="Microsoft YaHei"/>
                <a:ea typeface="Microsoft YaHei"/>
                <a:cs typeface="Microsoft YaHei"/>
              </a:defRPr>
            </a:lvl3pPr>
            <a:lvl4pPr algn="ctr">
              <a:defRPr sz="1725" b="0">
                <a:solidFill>
                  <a:srgbClr val="303030"/>
                </a:solidFill>
                <a:latin typeface="Microsoft YaHei"/>
                <a:ea typeface="Microsoft YaHei"/>
                <a:cs typeface="Microsoft YaHei"/>
              </a:defRPr>
            </a:lvl4pPr>
            <a:lvl5pPr algn="ctr">
              <a:defRPr sz="1725" b="0">
                <a:solidFill>
                  <a:srgbClr val="303030"/>
                </a:solidFill>
                <a:latin typeface="Microsoft YaHei"/>
                <a:ea typeface="Microsoft YaHei"/>
                <a:cs typeface="Microsoft YaHei"/>
              </a:defRPr>
            </a:lvl5pPr>
            <a:lvl6pPr algn="ctr">
              <a:defRPr sz="1725" b="0">
                <a:solidFill>
                  <a:srgbClr val="303030"/>
                </a:solidFill>
                <a:latin typeface="Microsoft YaHei"/>
                <a:ea typeface="Microsoft YaHei"/>
                <a:cs typeface="Microsoft YaHei"/>
              </a:defRPr>
            </a:lvl6pPr>
            <a:lvl7pPr algn="ctr">
              <a:defRPr sz="1725" b="0">
                <a:solidFill>
                  <a:srgbClr val="303030"/>
                </a:solidFill>
                <a:latin typeface="Microsoft YaHei"/>
                <a:ea typeface="Microsoft YaHei"/>
                <a:cs typeface="Microsoft YaHei"/>
              </a:defRPr>
            </a:lvl7pPr>
            <a:lvl8pPr algn="ctr">
              <a:defRPr sz="1725" b="0">
                <a:solidFill>
                  <a:srgbClr val="303030"/>
                </a:solidFill>
                <a:latin typeface="Microsoft YaHei"/>
                <a:ea typeface="Microsoft YaHei"/>
                <a:cs typeface="Microsoft YaHei"/>
              </a:defRPr>
            </a:lvl8pPr>
            <a:lvl9pPr algn="ctr">
              <a:defRPr sz="1725" b="0">
                <a:solidFill>
                  <a:srgbClr val="303030"/>
                </a:solidFill>
                <a:latin typeface="Microsoft YaHei"/>
                <a:ea typeface="Microsoft YaHei"/>
                <a:cs typeface="Microsoft YaHei"/>
              </a:defRPr>
            </a:lvl9pPr>
          </a:lstStyle>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Past procedure</a:t>
            </a:r>
          </a:p>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Sum by order date</a:t>
            </a:r>
          </a:p>
        </p:txBody>
      </p:sp>
      <p:sp>
        <p:nvSpPr>
          <p:cNvPr id="6" name="reuse">
            <a:extLst xmlns:a="http://schemas.openxmlformats.org/drawingml/2006/main">
              <a:ext uri="{FF2B5EF4-FFF2-40B4-BE49-F238E27FC236}">
                <a16:creationId xmlns:a16="http://schemas.microsoft.com/office/drawing/2014/main" id="{BD45B383-372A-4FE0-8DA4-EED31D78A29C}"/>
              </a:ext>
            </a:extLst>
          </p:cNvPr>
          <p:cNvSpPr>
            <a:spLocks xmlns:a="http://schemas.openxmlformats.org/drawingml/2006/main" noGrp="1"/>
          </p:cNvSpPr>
          <p:nvPr/>
        </p:nvSpPr>
        <p:spPr>
          <a:xfrm xmlns:a="http://schemas.openxmlformats.org/drawingml/2006/main">
            <a:off x="4381500" y="2676525"/>
            <a:ext cx="3333750" cy="752475"/>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725" b="0">
                <a:solidFill>
                  <a:srgbClr val="303030"/>
                </a:solidFill>
                <a:latin typeface="Microsoft YaHei"/>
                <a:ea typeface="Microsoft YaHei"/>
                <a:cs typeface="Microsoft YaHei"/>
              </a:defRPr>
            </a:defPPr>
            <a:lvl1pPr algn="ctr">
              <a:defRPr sz="1725" b="0">
                <a:solidFill>
                  <a:srgbClr val="303030"/>
                </a:solidFill>
                <a:latin typeface="Microsoft YaHei"/>
                <a:ea typeface="Microsoft YaHei"/>
                <a:cs typeface="Microsoft YaHei"/>
              </a:defRPr>
            </a:lvl1pPr>
            <a:lvl2pPr algn="ctr">
              <a:defRPr sz="1725" b="0">
                <a:solidFill>
                  <a:srgbClr val="303030"/>
                </a:solidFill>
                <a:latin typeface="Microsoft YaHei"/>
                <a:ea typeface="Microsoft YaHei"/>
                <a:cs typeface="Microsoft YaHei"/>
              </a:defRPr>
            </a:lvl2pPr>
            <a:lvl3pPr algn="ctr">
              <a:defRPr sz="1725" b="0">
                <a:solidFill>
                  <a:srgbClr val="303030"/>
                </a:solidFill>
                <a:latin typeface="Microsoft YaHei"/>
                <a:ea typeface="Microsoft YaHei"/>
                <a:cs typeface="Microsoft YaHei"/>
              </a:defRPr>
            </a:lvl3pPr>
            <a:lvl4pPr algn="ctr">
              <a:defRPr sz="1725" b="0">
                <a:solidFill>
                  <a:srgbClr val="303030"/>
                </a:solidFill>
                <a:latin typeface="Microsoft YaHei"/>
                <a:ea typeface="Microsoft YaHei"/>
                <a:cs typeface="Microsoft YaHei"/>
              </a:defRPr>
            </a:lvl4pPr>
            <a:lvl5pPr algn="ctr">
              <a:defRPr sz="1725" b="0">
                <a:solidFill>
                  <a:srgbClr val="303030"/>
                </a:solidFill>
                <a:latin typeface="Microsoft YaHei"/>
                <a:ea typeface="Microsoft YaHei"/>
                <a:cs typeface="Microsoft YaHei"/>
              </a:defRPr>
            </a:lvl5pPr>
            <a:lvl6pPr algn="ctr">
              <a:defRPr sz="1725" b="0">
                <a:solidFill>
                  <a:srgbClr val="303030"/>
                </a:solidFill>
                <a:latin typeface="Microsoft YaHei"/>
                <a:ea typeface="Microsoft YaHei"/>
                <a:cs typeface="Microsoft YaHei"/>
              </a:defRPr>
            </a:lvl6pPr>
            <a:lvl7pPr algn="ctr">
              <a:defRPr sz="1725" b="0">
                <a:solidFill>
                  <a:srgbClr val="303030"/>
                </a:solidFill>
                <a:latin typeface="Microsoft YaHei"/>
                <a:ea typeface="Microsoft YaHei"/>
                <a:cs typeface="Microsoft YaHei"/>
              </a:defRPr>
            </a:lvl7pPr>
            <a:lvl8pPr algn="ctr">
              <a:defRPr sz="1725" b="0">
                <a:solidFill>
                  <a:srgbClr val="303030"/>
                </a:solidFill>
                <a:latin typeface="Microsoft YaHei"/>
                <a:ea typeface="Microsoft YaHei"/>
                <a:cs typeface="Microsoft YaHei"/>
              </a:defRPr>
            </a:lvl8pPr>
            <a:lvl9pPr algn="ctr">
              <a:defRPr sz="1725" b="0">
                <a:solidFill>
                  <a:srgbClr val="303030"/>
                </a:solidFill>
                <a:latin typeface="Microsoft YaHei"/>
                <a:ea typeface="Microsoft YaHei"/>
                <a:cs typeface="Microsoft YaHei"/>
              </a:defRPr>
            </a:lvl9pPr>
          </a:lstStyle>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Analyst reuses it</a:t>
            </a:r>
          </a:p>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Current rule is ignored</a:t>
            </a:r>
          </a:p>
        </p:txBody>
      </p:sp>
      <p:sp>
        <p:nvSpPr>
          <p:cNvPr id="7" name="wrong">
            <a:extLst xmlns:a="http://schemas.openxmlformats.org/drawingml/2006/main">
              <a:ext uri="{FF2B5EF4-FFF2-40B4-BE49-F238E27FC236}">
                <a16:creationId xmlns:a16="http://schemas.microsoft.com/office/drawing/2014/main" id="{EC729704-B82D-40BC-998A-17CE7A701682}"/>
              </a:ext>
            </a:extLst>
          </p:cNvPr>
          <p:cNvSpPr>
            <a:spLocks xmlns:a="http://schemas.openxmlformats.org/drawingml/2006/main" noGrp="1"/>
          </p:cNvSpPr>
          <p:nvPr/>
        </p:nvSpPr>
        <p:spPr>
          <a:xfrm xmlns:a="http://schemas.openxmlformats.org/drawingml/2006/main">
            <a:off x="8191500" y="2676525"/>
            <a:ext cx="3333750" cy="752475"/>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725" b="0">
                <a:solidFill>
                  <a:srgbClr val="303030"/>
                </a:solidFill>
                <a:latin typeface="Microsoft YaHei"/>
                <a:ea typeface="Microsoft YaHei"/>
                <a:cs typeface="Microsoft YaHei"/>
              </a:defRPr>
            </a:defPPr>
            <a:lvl1pPr algn="ctr">
              <a:defRPr sz="1725" b="0">
                <a:solidFill>
                  <a:srgbClr val="303030"/>
                </a:solidFill>
                <a:latin typeface="Microsoft YaHei"/>
                <a:ea typeface="Microsoft YaHei"/>
                <a:cs typeface="Microsoft YaHei"/>
              </a:defRPr>
            </a:lvl1pPr>
            <a:lvl2pPr algn="ctr">
              <a:defRPr sz="1725" b="0">
                <a:solidFill>
                  <a:srgbClr val="303030"/>
                </a:solidFill>
                <a:latin typeface="Microsoft YaHei"/>
                <a:ea typeface="Microsoft YaHei"/>
                <a:cs typeface="Microsoft YaHei"/>
              </a:defRPr>
            </a:lvl2pPr>
            <a:lvl3pPr algn="ctr">
              <a:defRPr sz="1725" b="0">
                <a:solidFill>
                  <a:srgbClr val="303030"/>
                </a:solidFill>
                <a:latin typeface="Microsoft YaHei"/>
                <a:ea typeface="Microsoft YaHei"/>
                <a:cs typeface="Microsoft YaHei"/>
              </a:defRPr>
            </a:lvl3pPr>
            <a:lvl4pPr algn="ctr">
              <a:defRPr sz="1725" b="0">
                <a:solidFill>
                  <a:srgbClr val="303030"/>
                </a:solidFill>
                <a:latin typeface="Microsoft YaHei"/>
                <a:ea typeface="Microsoft YaHei"/>
                <a:cs typeface="Microsoft YaHei"/>
              </a:defRPr>
            </a:lvl4pPr>
            <a:lvl5pPr algn="ctr">
              <a:defRPr sz="1725" b="0">
                <a:solidFill>
                  <a:srgbClr val="303030"/>
                </a:solidFill>
                <a:latin typeface="Microsoft YaHei"/>
                <a:ea typeface="Microsoft YaHei"/>
                <a:cs typeface="Microsoft YaHei"/>
              </a:defRPr>
            </a:lvl5pPr>
            <a:lvl6pPr algn="ctr">
              <a:defRPr sz="1725" b="0">
                <a:solidFill>
                  <a:srgbClr val="303030"/>
                </a:solidFill>
                <a:latin typeface="Microsoft YaHei"/>
                <a:ea typeface="Microsoft YaHei"/>
                <a:cs typeface="Microsoft YaHei"/>
              </a:defRPr>
            </a:lvl6pPr>
            <a:lvl7pPr algn="ctr">
              <a:defRPr sz="1725" b="0">
                <a:solidFill>
                  <a:srgbClr val="303030"/>
                </a:solidFill>
                <a:latin typeface="Microsoft YaHei"/>
                <a:ea typeface="Microsoft YaHei"/>
                <a:cs typeface="Microsoft YaHei"/>
              </a:defRPr>
            </a:lvl7pPr>
            <a:lvl8pPr algn="ctr">
              <a:defRPr sz="1725" b="0">
                <a:solidFill>
                  <a:srgbClr val="303030"/>
                </a:solidFill>
                <a:latin typeface="Microsoft YaHei"/>
                <a:ea typeface="Microsoft YaHei"/>
                <a:cs typeface="Microsoft YaHei"/>
              </a:defRPr>
            </a:lvl8pPr>
            <a:lvl9pPr algn="ctr">
              <a:defRPr sz="1725" b="0">
                <a:solidFill>
                  <a:srgbClr val="303030"/>
                </a:solidFill>
                <a:latin typeface="Microsoft YaHei"/>
                <a:ea typeface="Microsoft YaHei"/>
                <a:cs typeface="Microsoft YaHei"/>
              </a:defRPr>
            </a:lvl9pPr>
          </a:lstStyle>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Reported May sales</a:t>
            </a:r>
          </a:p>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230 instead of 100</a:t>
            </a:r>
          </a:p>
        </p:txBody>
      </p:sp>
      <p:sp>
        <p:nvSpPr>
          <p:cNvPr id="10" name="mechanism1">
            <a:extLst xmlns:a="http://schemas.openxmlformats.org/drawingml/2006/main">
              <a:ext uri="{FF2B5EF4-FFF2-40B4-BE49-F238E27FC236}">
                <a16:creationId xmlns:a16="http://schemas.microsoft.com/office/drawing/2014/main" id="{667FD4BB-669C-4322-8F5A-95DE563ED352}"/>
              </a:ext>
            </a:extLst>
          </p:cNvPr>
          <p:cNvSpPr>
            <a:spLocks xmlns:a="http://schemas.openxmlformats.org/drawingml/2006/main" noGrp="1"/>
          </p:cNvSpPr>
          <p:nvPr/>
        </p:nvSpPr>
        <p:spPr>
          <a:xfrm xmlns:a="http://schemas.openxmlformats.org/drawingml/2006/main">
            <a:off x="571500" y="3619500"/>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B71920"/>
                </a:solidFill>
                <a:latin typeface="Microsoft YaHei"/>
                <a:ea typeface="Microsoft YaHei"/>
                <a:cs typeface="Microsoft YaHei"/>
              </a:defRPr>
            </a:defPPr>
            <a:lvl1pPr algn="l">
              <a:defRPr sz="1800" b="0">
                <a:solidFill>
                  <a:srgbClr val="B71920"/>
                </a:solidFill>
                <a:latin typeface="Microsoft YaHei"/>
                <a:ea typeface="Microsoft YaHei"/>
                <a:cs typeface="Microsoft YaHei"/>
              </a:defRPr>
            </a:lvl1pPr>
            <a:lvl2pPr algn="l">
              <a:defRPr sz="1800" b="0">
                <a:solidFill>
                  <a:srgbClr val="B71920"/>
                </a:solidFill>
                <a:latin typeface="Microsoft YaHei"/>
                <a:ea typeface="Microsoft YaHei"/>
                <a:cs typeface="Microsoft YaHei"/>
              </a:defRPr>
            </a:lvl2pPr>
            <a:lvl3pPr algn="l">
              <a:defRPr sz="1800" b="0">
                <a:solidFill>
                  <a:srgbClr val="B71920"/>
                </a:solidFill>
                <a:latin typeface="Microsoft YaHei"/>
                <a:ea typeface="Microsoft YaHei"/>
                <a:cs typeface="Microsoft YaHei"/>
              </a:defRPr>
            </a:lvl3pPr>
            <a:lvl4pPr algn="l">
              <a:defRPr sz="1800" b="0">
                <a:solidFill>
                  <a:srgbClr val="B71920"/>
                </a:solidFill>
                <a:latin typeface="Microsoft YaHei"/>
                <a:ea typeface="Microsoft YaHei"/>
                <a:cs typeface="Microsoft YaHei"/>
              </a:defRPr>
            </a:lvl4pPr>
            <a:lvl5pPr algn="l">
              <a:defRPr sz="1800" b="0">
                <a:solidFill>
                  <a:srgbClr val="B71920"/>
                </a:solidFill>
                <a:latin typeface="Microsoft YaHei"/>
                <a:ea typeface="Microsoft YaHei"/>
                <a:cs typeface="Microsoft YaHei"/>
              </a:defRPr>
            </a:lvl5pPr>
            <a:lvl6pPr algn="l">
              <a:defRPr sz="1800" b="0">
                <a:solidFill>
                  <a:srgbClr val="B71920"/>
                </a:solidFill>
                <a:latin typeface="Microsoft YaHei"/>
                <a:ea typeface="Microsoft YaHei"/>
                <a:cs typeface="Microsoft YaHei"/>
              </a:defRPr>
            </a:lvl6pPr>
            <a:lvl7pPr algn="l">
              <a:defRPr sz="1800" b="0">
                <a:solidFill>
                  <a:srgbClr val="B71920"/>
                </a:solidFill>
                <a:latin typeface="Microsoft YaHei"/>
                <a:ea typeface="Microsoft YaHei"/>
                <a:cs typeface="Microsoft YaHei"/>
              </a:defRPr>
            </a:lvl7pPr>
            <a:lvl8pPr algn="l">
              <a:defRPr sz="1800" b="0">
                <a:solidFill>
                  <a:srgbClr val="B71920"/>
                </a:solidFill>
                <a:latin typeface="Microsoft YaHei"/>
                <a:ea typeface="Microsoft YaHei"/>
                <a:cs typeface="Microsoft YaHei"/>
              </a:defRPr>
            </a:lvl8pPr>
            <a:lvl9pPr algn="l">
              <a:defRPr sz="1800" b="0">
                <a:solidFill>
                  <a:srgbClr val="B71920"/>
                </a:solidFill>
                <a:latin typeface="Microsoft YaHei"/>
                <a:ea typeface="Microsoft YaHei"/>
                <a:cs typeface="Microsoft YaHei"/>
              </a:defRPr>
            </a:lvl9pPr>
          </a:lstStyle>
          <a:p xmlns:a="http://schemas.openxmlformats.org/drawingml/2006/main">
            <a:pPr algn="l">
              <a:defRPr sz="1800" b="0">
                <a:solidFill>
                  <a:srgbClr val="B71920"/>
                </a:solidFill>
                <a:latin typeface="Microsoft YaHei"/>
                <a:ea typeface="Microsoft YaHei"/>
                <a:cs typeface="Microsoft YaHei"/>
              </a:defRPr>
            </a:pPr>
            <a:r>
              <a:rPr sz="1800" b="0">
                <a:solidFill>
                  <a:srgbClr val="B71920"/>
                </a:solidFill>
                <a:latin typeface="Microsoft YaHei"/>
                <a:ea typeface="Microsoft YaHei"/>
                <a:cs typeface="Microsoft YaHei"/>
              </a:rPr>
              <a:t>Evidence-checked experience reuse</a:t>
            </a:r>
          </a:p>
        </p:txBody>
      </p:sp>
      <p:sp>
        <p:nvSpPr>
          <p:cNvPr id="11" name="explain1">
            <a:extLst xmlns:a="http://schemas.openxmlformats.org/drawingml/2006/main">
              <a:ext uri="{FF2B5EF4-FFF2-40B4-BE49-F238E27FC236}">
                <a16:creationId xmlns:a16="http://schemas.microsoft.com/office/drawing/2014/main" id="{740D55F8-4873-4DE9-B0C4-3223D6902743}"/>
              </a:ext>
            </a:extLst>
          </p:cNvPr>
          <p:cNvSpPr>
            <a:spLocks xmlns:a="http://schemas.openxmlformats.org/drawingml/2006/main" noGrp="1"/>
          </p:cNvSpPr>
          <p:nvPr/>
        </p:nvSpPr>
        <p:spPr>
          <a:xfrm xmlns:a="http://schemas.openxmlformats.org/drawingml/2006/main">
            <a:off x="571500" y="4000500"/>
            <a:ext cx="1095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303030"/>
                </a:solidFill>
                <a:latin typeface="Microsoft YaHei"/>
                <a:ea typeface="Microsoft YaHei"/>
                <a:cs typeface="Microsoft YaHei"/>
              </a:defRPr>
            </a:defPPr>
            <a:lvl1pPr algn="l">
              <a:defRPr sz="1725" b="0">
                <a:solidFill>
                  <a:srgbClr val="303030"/>
                </a:solidFill>
                <a:latin typeface="Microsoft YaHei"/>
                <a:ea typeface="Microsoft YaHei"/>
                <a:cs typeface="Microsoft YaHei"/>
              </a:defRPr>
            </a:lvl1pPr>
            <a:lvl2pPr algn="l">
              <a:defRPr sz="1725" b="0">
                <a:solidFill>
                  <a:srgbClr val="303030"/>
                </a:solidFill>
                <a:latin typeface="Microsoft YaHei"/>
                <a:ea typeface="Microsoft YaHei"/>
                <a:cs typeface="Microsoft YaHei"/>
              </a:defRPr>
            </a:lvl2pPr>
            <a:lvl3pPr algn="l">
              <a:defRPr sz="1725" b="0">
                <a:solidFill>
                  <a:srgbClr val="303030"/>
                </a:solidFill>
                <a:latin typeface="Microsoft YaHei"/>
                <a:ea typeface="Microsoft YaHei"/>
                <a:cs typeface="Microsoft YaHei"/>
              </a:defRPr>
            </a:lvl3pPr>
            <a:lvl4pPr algn="l">
              <a:defRPr sz="1725" b="0">
                <a:solidFill>
                  <a:srgbClr val="303030"/>
                </a:solidFill>
                <a:latin typeface="Microsoft YaHei"/>
                <a:ea typeface="Microsoft YaHei"/>
                <a:cs typeface="Microsoft YaHei"/>
              </a:defRPr>
            </a:lvl4pPr>
            <a:lvl5pPr algn="l">
              <a:defRPr sz="1725" b="0">
                <a:solidFill>
                  <a:srgbClr val="303030"/>
                </a:solidFill>
                <a:latin typeface="Microsoft YaHei"/>
                <a:ea typeface="Microsoft YaHei"/>
                <a:cs typeface="Microsoft YaHei"/>
              </a:defRPr>
            </a:lvl5pPr>
            <a:lvl6pPr algn="l">
              <a:defRPr sz="1725" b="0">
                <a:solidFill>
                  <a:srgbClr val="303030"/>
                </a:solidFill>
                <a:latin typeface="Microsoft YaHei"/>
                <a:ea typeface="Microsoft YaHei"/>
                <a:cs typeface="Microsoft YaHei"/>
              </a:defRPr>
            </a:lvl6pPr>
            <a:lvl7pPr algn="l">
              <a:defRPr sz="1725" b="0">
                <a:solidFill>
                  <a:srgbClr val="303030"/>
                </a:solidFill>
                <a:latin typeface="Microsoft YaHei"/>
                <a:ea typeface="Microsoft YaHei"/>
                <a:cs typeface="Microsoft YaHei"/>
              </a:defRPr>
            </a:lvl7pPr>
            <a:lvl8pPr algn="l">
              <a:defRPr sz="1725" b="0">
                <a:solidFill>
                  <a:srgbClr val="303030"/>
                </a:solidFill>
                <a:latin typeface="Microsoft YaHei"/>
                <a:ea typeface="Microsoft YaHei"/>
                <a:cs typeface="Microsoft YaHei"/>
              </a:defRPr>
            </a:lvl8pPr>
            <a:lvl9pPr algn="l">
              <a:defRPr sz="1725" b="0">
                <a:solidFill>
                  <a:srgbClr val="303030"/>
                </a:solidFill>
                <a:latin typeface="Microsoft YaHei"/>
                <a:ea typeface="Microsoft YaHei"/>
                <a:cs typeface="Microsoft YaHei"/>
              </a:defRPr>
            </a:lvl9pPr>
          </a:lstStyle>
          <a:p xmlns:a="http://schemas.openxmlformats.org/drawingml/2006/main">
            <a:pPr algn="l">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Check whether the old procedure applies to the current sources.</a:t>
            </a:r>
          </a:p>
        </p:txBody>
      </p:sp>
      <p:sp>
        <p:nvSpPr>
          <p:cNvPr id="12" name="divider">
            <a:extLst xmlns:a="http://schemas.openxmlformats.org/drawingml/2006/main">
              <a:ext uri="{FF2B5EF4-FFF2-40B4-BE49-F238E27FC236}">
                <a16:creationId xmlns:a16="http://schemas.microsoft.com/office/drawing/2014/main" id="{B8B9E732-B2C3-45CF-8575-9E801355F1E6}"/>
              </a:ext>
            </a:extLst>
          </p:cNvPr>
          <p:cNvSpPr>
            <a:spLocks xmlns:a="http://schemas.openxmlformats.org/drawingml/2006/main" noGrp="1"/>
          </p:cNvSpPr>
          <p:nvPr/>
        </p:nvSpPr>
        <p:spPr>
          <a:xfrm xmlns:a="http://schemas.openxmlformats.org/drawingml/2006/main">
            <a:off x="571500" y="4495800"/>
            <a:ext cx="10953750" cy="0"/>
          </a:xfrm>
          <a:prstGeom xmlns:a="http://schemas.openxmlformats.org/drawingml/2006/main" prst="line">
            <a:avLst/>
          </a:prstGeom>
          <a:ln xmlns:a="http://schemas.openxmlformats.org/drawingml/2006/main" w="9525">
            <a:solidFill>
              <a:srgbClr val="D9D4CF"/>
            </a:solidFill>
          </a:ln>
        </p:spPr>
      </p:sp>
      <p:sp>
        <p:nvSpPr>
          <p:cNvPr id="13" name="problem2">
            <a:extLst xmlns:a="http://schemas.openxmlformats.org/drawingml/2006/main">
              <a:ext uri="{FF2B5EF4-FFF2-40B4-BE49-F238E27FC236}">
                <a16:creationId xmlns:a16="http://schemas.microsoft.com/office/drawing/2014/main" id="{115154D4-76D7-4303-BD49-EDAD30D1E867}"/>
              </a:ext>
            </a:extLst>
          </p:cNvPr>
          <p:cNvSpPr>
            <a:spLocks xmlns:a="http://schemas.openxmlformats.org/drawingml/2006/main" noGrp="1"/>
          </p:cNvSpPr>
          <p:nvPr/>
        </p:nvSpPr>
        <p:spPr>
          <a:xfrm xmlns:a="http://schemas.openxmlformats.org/drawingml/2006/main">
            <a:off x="571500" y="4724400"/>
            <a:ext cx="1095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03030"/>
                </a:solidFill>
                <a:latin typeface="Microsoft YaHei"/>
                <a:ea typeface="Microsoft YaHei"/>
                <a:cs typeface="Microsoft YaHei"/>
              </a:defRPr>
            </a:defPPr>
            <a:lvl1pPr algn="l">
              <a:defRPr sz="1875" b="0">
                <a:solidFill>
                  <a:srgbClr val="303030"/>
                </a:solidFill>
                <a:latin typeface="Microsoft YaHei"/>
                <a:ea typeface="Microsoft YaHei"/>
                <a:cs typeface="Microsoft YaHei"/>
              </a:defRPr>
            </a:lvl1pPr>
            <a:lvl2pPr algn="l">
              <a:defRPr sz="1875" b="0">
                <a:solidFill>
                  <a:srgbClr val="303030"/>
                </a:solidFill>
                <a:latin typeface="Microsoft YaHei"/>
                <a:ea typeface="Microsoft YaHei"/>
                <a:cs typeface="Microsoft YaHei"/>
              </a:defRPr>
            </a:lvl2pPr>
            <a:lvl3pPr algn="l">
              <a:defRPr sz="1875" b="0">
                <a:solidFill>
                  <a:srgbClr val="303030"/>
                </a:solidFill>
                <a:latin typeface="Microsoft YaHei"/>
                <a:ea typeface="Microsoft YaHei"/>
                <a:cs typeface="Microsoft YaHei"/>
              </a:defRPr>
            </a:lvl3pPr>
            <a:lvl4pPr algn="l">
              <a:defRPr sz="1875" b="0">
                <a:solidFill>
                  <a:srgbClr val="303030"/>
                </a:solidFill>
                <a:latin typeface="Microsoft YaHei"/>
                <a:ea typeface="Microsoft YaHei"/>
                <a:cs typeface="Microsoft YaHei"/>
              </a:defRPr>
            </a:lvl4pPr>
            <a:lvl5pPr algn="l">
              <a:defRPr sz="1875" b="0">
                <a:solidFill>
                  <a:srgbClr val="303030"/>
                </a:solidFill>
                <a:latin typeface="Microsoft YaHei"/>
                <a:ea typeface="Microsoft YaHei"/>
                <a:cs typeface="Microsoft YaHei"/>
              </a:defRPr>
            </a:lvl5pPr>
            <a:lvl6pPr algn="l">
              <a:defRPr sz="1875" b="0">
                <a:solidFill>
                  <a:srgbClr val="303030"/>
                </a:solidFill>
                <a:latin typeface="Microsoft YaHei"/>
                <a:ea typeface="Microsoft YaHei"/>
                <a:cs typeface="Microsoft YaHei"/>
              </a:defRPr>
            </a:lvl6pPr>
            <a:lvl7pPr algn="l">
              <a:defRPr sz="1875" b="0">
                <a:solidFill>
                  <a:srgbClr val="303030"/>
                </a:solidFill>
                <a:latin typeface="Microsoft YaHei"/>
                <a:ea typeface="Microsoft YaHei"/>
                <a:cs typeface="Microsoft YaHei"/>
              </a:defRPr>
            </a:lvl7pPr>
            <a:lvl8pPr algn="l">
              <a:defRPr sz="1875" b="0">
                <a:solidFill>
                  <a:srgbClr val="303030"/>
                </a:solidFill>
                <a:latin typeface="Microsoft YaHei"/>
                <a:ea typeface="Microsoft YaHei"/>
                <a:cs typeface="Microsoft YaHei"/>
              </a:defRPr>
            </a:lvl8pPr>
            <a:lvl9pPr algn="l">
              <a:defRPr sz="1875" b="0">
                <a:solidFill>
                  <a:srgbClr val="303030"/>
                </a:solidFill>
                <a:latin typeface="Microsoft YaHei"/>
                <a:ea typeface="Microsoft YaHei"/>
                <a:cs typeface="Microsoft YaHei"/>
              </a:defRPr>
            </a:lvl9pPr>
          </a:lstStyle>
          <a:p xmlns:a="http://schemas.openxmlformats.org/drawingml/2006/main">
            <a:pPr algn="l">
              <a:defRPr sz="1875" b="0">
                <a:solidFill>
                  <a:srgbClr val="303030"/>
                </a:solidFill>
                <a:latin typeface="Microsoft YaHei"/>
                <a:ea typeface="Microsoft YaHei"/>
                <a:cs typeface="Microsoft YaHei"/>
              </a:defRPr>
            </a:pPr>
            <a:r>
              <a:rPr sz="1875" b="0">
                <a:solidFill>
                  <a:srgbClr val="303030"/>
                </a:solidFill>
                <a:latin typeface="Microsoft YaHei"/>
                <a:ea typeface="Microsoft YaHei"/>
                <a:cs typeface="Microsoft YaHei"/>
              </a:rPr>
              <a:t>2   The reviewer approves the number after checking only the computation</a:t>
            </a:r>
          </a:p>
        </p:txBody>
      </p:sp>
      <p:sp>
        <p:nvSpPr>
          <p:cNvPr id="14" name="mechanism2">
            <a:extLst xmlns:a="http://schemas.openxmlformats.org/drawingml/2006/main">
              <a:ext uri="{FF2B5EF4-FFF2-40B4-BE49-F238E27FC236}">
                <a16:creationId xmlns:a16="http://schemas.microsoft.com/office/drawing/2014/main" id="{382BA922-11CA-4CE4-A765-0ED955216E41}"/>
              </a:ext>
            </a:extLst>
          </p:cNvPr>
          <p:cNvSpPr>
            <a:spLocks xmlns:a="http://schemas.openxmlformats.org/drawingml/2006/main" noGrp="1"/>
          </p:cNvSpPr>
          <p:nvPr/>
        </p:nvSpPr>
        <p:spPr>
          <a:xfrm xmlns:a="http://schemas.openxmlformats.org/drawingml/2006/main">
            <a:off x="571500" y="5200650"/>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B71920"/>
                </a:solidFill>
                <a:latin typeface="Microsoft YaHei"/>
                <a:ea typeface="Microsoft YaHei"/>
                <a:cs typeface="Microsoft YaHei"/>
              </a:defRPr>
            </a:defPPr>
            <a:lvl1pPr algn="l">
              <a:defRPr sz="1800" b="0">
                <a:solidFill>
                  <a:srgbClr val="B71920"/>
                </a:solidFill>
                <a:latin typeface="Microsoft YaHei"/>
                <a:ea typeface="Microsoft YaHei"/>
                <a:cs typeface="Microsoft YaHei"/>
              </a:defRPr>
            </a:lvl1pPr>
            <a:lvl2pPr algn="l">
              <a:defRPr sz="1800" b="0">
                <a:solidFill>
                  <a:srgbClr val="B71920"/>
                </a:solidFill>
                <a:latin typeface="Microsoft YaHei"/>
                <a:ea typeface="Microsoft YaHei"/>
                <a:cs typeface="Microsoft YaHei"/>
              </a:defRPr>
            </a:lvl2pPr>
            <a:lvl3pPr algn="l">
              <a:defRPr sz="1800" b="0">
                <a:solidFill>
                  <a:srgbClr val="B71920"/>
                </a:solidFill>
                <a:latin typeface="Microsoft YaHei"/>
                <a:ea typeface="Microsoft YaHei"/>
                <a:cs typeface="Microsoft YaHei"/>
              </a:defRPr>
            </a:lvl3pPr>
            <a:lvl4pPr algn="l">
              <a:defRPr sz="1800" b="0">
                <a:solidFill>
                  <a:srgbClr val="B71920"/>
                </a:solidFill>
                <a:latin typeface="Microsoft YaHei"/>
                <a:ea typeface="Microsoft YaHei"/>
                <a:cs typeface="Microsoft YaHei"/>
              </a:defRPr>
            </a:lvl4pPr>
            <a:lvl5pPr algn="l">
              <a:defRPr sz="1800" b="0">
                <a:solidFill>
                  <a:srgbClr val="B71920"/>
                </a:solidFill>
                <a:latin typeface="Microsoft YaHei"/>
                <a:ea typeface="Microsoft YaHei"/>
                <a:cs typeface="Microsoft YaHei"/>
              </a:defRPr>
            </a:lvl5pPr>
            <a:lvl6pPr algn="l">
              <a:defRPr sz="1800" b="0">
                <a:solidFill>
                  <a:srgbClr val="B71920"/>
                </a:solidFill>
                <a:latin typeface="Microsoft YaHei"/>
                <a:ea typeface="Microsoft YaHei"/>
                <a:cs typeface="Microsoft YaHei"/>
              </a:defRPr>
            </a:lvl6pPr>
            <a:lvl7pPr algn="l">
              <a:defRPr sz="1800" b="0">
                <a:solidFill>
                  <a:srgbClr val="B71920"/>
                </a:solidFill>
                <a:latin typeface="Microsoft YaHei"/>
                <a:ea typeface="Microsoft YaHei"/>
                <a:cs typeface="Microsoft YaHei"/>
              </a:defRPr>
            </a:lvl7pPr>
            <a:lvl8pPr algn="l">
              <a:defRPr sz="1800" b="0">
                <a:solidFill>
                  <a:srgbClr val="B71920"/>
                </a:solidFill>
                <a:latin typeface="Microsoft YaHei"/>
                <a:ea typeface="Microsoft YaHei"/>
                <a:cs typeface="Microsoft YaHei"/>
              </a:defRPr>
            </a:lvl8pPr>
            <a:lvl9pPr algn="l">
              <a:defRPr sz="1800" b="0">
                <a:solidFill>
                  <a:srgbClr val="B71920"/>
                </a:solidFill>
                <a:latin typeface="Microsoft YaHei"/>
                <a:ea typeface="Microsoft YaHei"/>
                <a:cs typeface="Microsoft YaHei"/>
              </a:defRPr>
            </a:lvl9pPr>
          </a:lstStyle>
          <a:p xmlns:a="http://schemas.openxmlformats.org/drawingml/2006/main">
            <a:pPr algn="l">
              <a:defRPr sz="1800" b="0">
                <a:solidFill>
                  <a:srgbClr val="B71920"/>
                </a:solidFill>
                <a:latin typeface="Microsoft YaHei"/>
                <a:ea typeface="Microsoft YaHei"/>
                <a:cs typeface="Microsoft YaHei"/>
              </a:defRPr>
            </a:pPr>
            <a:r>
              <a:rPr sz="1800" b="0">
                <a:solidFill>
                  <a:srgbClr val="B71920"/>
                </a:solidFill>
                <a:latin typeface="Microsoft YaHei"/>
                <a:ea typeface="Microsoft YaHei"/>
                <a:cs typeface="Microsoft YaHei"/>
              </a:rPr>
              <a:t>Source-grounded counterexample review</a:t>
            </a:r>
          </a:p>
        </p:txBody>
      </p:sp>
      <p:sp>
        <p:nvSpPr>
          <p:cNvPr id="15" name="explain2">
            <a:extLst xmlns:a="http://schemas.openxmlformats.org/drawingml/2006/main">
              <a:ext uri="{FF2B5EF4-FFF2-40B4-BE49-F238E27FC236}">
                <a16:creationId xmlns:a16="http://schemas.microsoft.com/office/drawing/2014/main" id="{B80908CD-C01D-4D29-97A2-884534305200}"/>
              </a:ext>
            </a:extLst>
          </p:cNvPr>
          <p:cNvSpPr>
            <a:spLocks xmlns:a="http://schemas.openxmlformats.org/drawingml/2006/main" noGrp="1"/>
          </p:cNvSpPr>
          <p:nvPr/>
        </p:nvSpPr>
        <p:spPr>
          <a:xfrm xmlns:a="http://schemas.openxmlformats.org/drawingml/2006/main">
            <a:off x="571500" y="558165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303030"/>
                </a:solidFill>
                <a:latin typeface="Microsoft YaHei"/>
                <a:ea typeface="Microsoft YaHei"/>
                <a:cs typeface="Microsoft YaHei"/>
              </a:defRPr>
            </a:defPPr>
            <a:lvl1pPr algn="l">
              <a:defRPr sz="1725" b="0">
                <a:solidFill>
                  <a:srgbClr val="303030"/>
                </a:solidFill>
                <a:latin typeface="Microsoft YaHei"/>
                <a:ea typeface="Microsoft YaHei"/>
                <a:cs typeface="Microsoft YaHei"/>
              </a:defRPr>
            </a:lvl1pPr>
            <a:lvl2pPr algn="l">
              <a:defRPr sz="1725" b="0">
                <a:solidFill>
                  <a:srgbClr val="303030"/>
                </a:solidFill>
                <a:latin typeface="Microsoft YaHei"/>
                <a:ea typeface="Microsoft YaHei"/>
                <a:cs typeface="Microsoft YaHei"/>
              </a:defRPr>
            </a:lvl2pPr>
            <a:lvl3pPr algn="l">
              <a:defRPr sz="1725" b="0">
                <a:solidFill>
                  <a:srgbClr val="303030"/>
                </a:solidFill>
                <a:latin typeface="Microsoft YaHei"/>
                <a:ea typeface="Microsoft YaHei"/>
                <a:cs typeface="Microsoft YaHei"/>
              </a:defRPr>
            </a:lvl3pPr>
            <a:lvl4pPr algn="l">
              <a:defRPr sz="1725" b="0">
                <a:solidFill>
                  <a:srgbClr val="303030"/>
                </a:solidFill>
                <a:latin typeface="Microsoft YaHei"/>
                <a:ea typeface="Microsoft YaHei"/>
                <a:cs typeface="Microsoft YaHei"/>
              </a:defRPr>
            </a:lvl4pPr>
            <a:lvl5pPr algn="l">
              <a:defRPr sz="1725" b="0">
                <a:solidFill>
                  <a:srgbClr val="303030"/>
                </a:solidFill>
                <a:latin typeface="Microsoft YaHei"/>
                <a:ea typeface="Microsoft YaHei"/>
                <a:cs typeface="Microsoft YaHei"/>
              </a:defRPr>
            </a:lvl5pPr>
            <a:lvl6pPr algn="l">
              <a:defRPr sz="1725" b="0">
                <a:solidFill>
                  <a:srgbClr val="303030"/>
                </a:solidFill>
                <a:latin typeface="Microsoft YaHei"/>
                <a:ea typeface="Microsoft YaHei"/>
                <a:cs typeface="Microsoft YaHei"/>
              </a:defRPr>
            </a:lvl6pPr>
            <a:lvl7pPr algn="l">
              <a:defRPr sz="1725" b="0">
                <a:solidFill>
                  <a:srgbClr val="303030"/>
                </a:solidFill>
                <a:latin typeface="Microsoft YaHei"/>
                <a:ea typeface="Microsoft YaHei"/>
                <a:cs typeface="Microsoft YaHei"/>
              </a:defRPr>
            </a:lvl7pPr>
            <a:lvl8pPr algn="l">
              <a:defRPr sz="1725" b="0">
                <a:solidFill>
                  <a:srgbClr val="303030"/>
                </a:solidFill>
                <a:latin typeface="Microsoft YaHei"/>
                <a:ea typeface="Microsoft YaHei"/>
                <a:cs typeface="Microsoft YaHei"/>
              </a:defRPr>
            </a:lvl8pPr>
            <a:lvl9pPr algn="l">
              <a:defRPr sz="1725" b="0">
                <a:solidFill>
                  <a:srgbClr val="303030"/>
                </a:solidFill>
                <a:latin typeface="Microsoft YaHei"/>
                <a:ea typeface="Microsoft YaHei"/>
                <a:cs typeface="Microsoft YaHei"/>
              </a:defRPr>
            </a:lvl9pPr>
          </a:lstStyle>
          <a:p xmlns:a="http://schemas.openxmlformats.org/drawingml/2006/main">
            <a:pPr algn="l">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Test the disputed business interpretation with a small distinguishing example.</a:t>
            </a:r>
          </a:p>
        </p:txBody>
      </p:sp>
    </p:spTree>
    <p:extLst>
      <p:ext uri="{BB962C8B-B14F-4D97-AF65-F5344CB8AC3E}">
        <p14:creationId xmlns:p14="http://schemas.microsoft.com/office/powerpoint/2010/main" val="91057728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9864C6D1-9ABA-4E3A-B831-AFE97A7F55BE}"/>
              </a:ext>
            </a:extLst>
          </p:cNvPr>
          <p:cNvSpPr>
            <a:spLocks xmlns:a="http://schemas.openxmlformats.org/drawingml/2006/main" noGrp="1"/>
          </p:cNvSpPr>
          <p:nvPr/>
        </p:nvSpPr>
        <p:spPr>
          <a:xfrm xmlns:a="http://schemas.openxmlformats.org/drawingml/2006/main">
            <a:off x="571500" y="8667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B71920"/>
                </a:solidFill>
                <a:latin typeface="Microsoft YaHei"/>
                <a:ea typeface="Microsoft YaHei"/>
                <a:cs typeface="Microsoft YaHei"/>
              </a:defRPr>
            </a:defPPr>
            <a:lvl1pPr algn="l">
              <a:defRPr sz="1650" b="0">
                <a:solidFill>
                  <a:srgbClr val="B71920"/>
                </a:solidFill>
                <a:latin typeface="Microsoft YaHei"/>
                <a:ea typeface="Microsoft YaHei"/>
                <a:cs typeface="Microsoft YaHei"/>
              </a:defRPr>
            </a:lvl1pPr>
            <a:lvl2pPr algn="l">
              <a:defRPr sz="1650" b="0">
                <a:solidFill>
                  <a:srgbClr val="B71920"/>
                </a:solidFill>
                <a:latin typeface="Microsoft YaHei"/>
                <a:ea typeface="Microsoft YaHei"/>
                <a:cs typeface="Microsoft YaHei"/>
              </a:defRPr>
            </a:lvl2pPr>
            <a:lvl3pPr algn="l">
              <a:defRPr sz="1650" b="0">
                <a:solidFill>
                  <a:srgbClr val="B71920"/>
                </a:solidFill>
                <a:latin typeface="Microsoft YaHei"/>
                <a:ea typeface="Microsoft YaHei"/>
                <a:cs typeface="Microsoft YaHei"/>
              </a:defRPr>
            </a:lvl3pPr>
            <a:lvl4pPr algn="l">
              <a:defRPr sz="1650" b="0">
                <a:solidFill>
                  <a:srgbClr val="B71920"/>
                </a:solidFill>
                <a:latin typeface="Microsoft YaHei"/>
                <a:ea typeface="Microsoft YaHei"/>
                <a:cs typeface="Microsoft YaHei"/>
              </a:defRPr>
            </a:lvl4pPr>
            <a:lvl5pPr algn="l">
              <a:defRPr sz="1650" b="0">
                <a:solidFill>
                  <a:srgbClr val="B71920"/>
                </a:solidFill>
                <a:latin typeface="Microsoft YaHei"/>
                <a:ea typeface="Microsoft YaHei"/>
                <a:cs typeface="Microsoft YaHei"/>
              </a:defRPr>
            </a:lvl5pPr>
            <a:lvl6pPr algn="l">
              <a:defRPr sz="1650" b="0">
                <a:solidFill>
                  <a:srgbClr val="B71920"/>
                </a:solidFill>
                <a:latin typeface="Microsoft YaHei"/>
                <a:ea typeface="Microsoft YaHei"/>
                <a:cs typeface="Microsoft YaHei"/>
              </a:defRPr>
            </a:lvl6pPr>
            <a:lvl7pPr algn="l">
              <a:defRPr sz="1650" b="0">
                <a:solidFill>
                  <a:srgbClr val="B71920"/>
                </a:solidFill>
                <a:latin typeface="Microsoft YaHei"/>
                <a:ea typeface="Microsoft YaHei"/>
                <a:cs typeface="Microsoft YaHei"/>
              </a:defRPr>
            </a:lvl7pPr>
            <a:lvl8pPr algn="l">
              <a:defRPr sz="1650" b="0">
                <a:solidFill>
                  <a:srgbClr val="B71920"/>
                </a:solidFill>
                <a:latin typeface="Microsoft YaHei"/>
                <a:ea typeface="Microsoft YaHei"/>
                <a:cs typeface="Microsoft YaHei"/>
              </a:defRPr>
            </a:lvl8pPr>
            <a:lvl9pPr algn="l">
              <a:defRPr sz="1650" b="0">
                <a:solidFill>
                  <a:srgbClr val="B71920"/>
                </a:solidFill>
                <a:latin typeface="Microsoft YaHei"/>
                <a:ea typeface="Microsoft YaHei"/>
                <a:cs typeface="Microsoft YaHei"/>
              </a:defRPr>
            </a:lvl9pPr>
          </a:lstStyle>
          <a:p xmlns:a="http://schemas.openxmlformats.org/drawingml/2006/main">
            <a:pPr algn="l">
              <a:defRPr sz="1650" b="0">
                <a:solidFill>
                  <a:srgbClr val="B71920"/>
                </a:solidFill>
                <a:latin typeface="Microsoft YaHei"/>
                <a:ea typeface="Microsoft YaHei"/>
                <a:cs typeface="Microsoft YaHei"/>
              </a:defRPr>
            </a:pPr>
            <a:r>
              <a:rPr sz="1650" b="0">
                <a:solidFill>
                  <a:srgbClr val="B71920"/>
                </a:solidFill>
                <a:latin typeface="Microsoft YaHei"/>
                <a:ea typeface="Microsoft YaHei"/>
                <a:cs typeface="Microsoft YaHei"/>
              </a:rPr>
              <a:t>Research Question</a:t>
            </a:r>
          </a:p>
        </p:txBody>
      </p:sp>
      <p:sp>
        <p:nvSpPr>
          <p:cNvPr id="2" name="slide-title">
            <a:extLst xmlns:a="http://schemas.openxmlformats.org/drawingml/2006/main">
              <a:ext uri="{FF2B5EF4-FFF2-40B4-BE49-F238E27FC236}">
                <a16:creationId xmlns:a16="http://schemas.microsoft.com/office/drawing/2014/main" id="{DFCC32A0-9858-40C0-9098-6DAF8102EA5D}"/>
              </a:ext>
            </a:extLst>
          </p:cNvPr>
          <p:cNvSpPr>
            <a:spLocks xmlns:a="http://schemas.openxmlformats.org/drawingml/2006/main" noGrp="1"/>
          </p:cNvSpPr>
          <p:nvPr/>
        </p:nvSpPr>
        <p:spPr>
          <a:xfrm xmlns:a="http://schemas.openxmlformats.org/drawingml/2006/main">
            <a:off x="571500" y="132397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303030"/>
                </a:solidFill>
                <a:latin typeface="Microsoft YaHei"/>
                <a:ea typeface="Microsoft YaHei"/>
                <a:cs typeface="Microsoft YaHei"/>
              </a:defRPr>
            </a:defPPr>
            <a:lvl1pPr algn="l">
              <a:defRPr sz="2625" b="0">
                <a:solidFill>
                  <a:srgbClr val="303030"/>
                </a:solidFill>
                <a:latin typeface="Microsoft YaHei"/>
                <a:ea typeface="Microsoft YaHei"/>
                <a:cs typeface="Microsoft YaHei"/>
              </a:defRPr>
            </a:lvl1pPr>
            <a:lvl2pPr algn="l">
              <a:defRPr sz="2625" b="0">
                <a:solidFill>
                  <a:srgbClr val="303030"/>
                </a:solidFill>
                <a:latin typeface="Microsoft YaHei"/>
                <a:ea typeface="Microsoft YaHei"/>
                <a:cs typeface="Microsoft YaHei"/>
              </a:defRPr>
            </a:lvl2pPr>
            <a:lvl3pPr algn="l">
              <a:defRPr sz="2625" b="0">
                <a:solidFill>
                  <a:srgbClr val="303030"/>
                </a:solidFill>
                <a:latin typeface="Microsoft YaHei"/>
                <a:ea typeface="Microsoft YaHei"/>
                <a:cs typeface="Microsoft YaHei"/>
              </a:defRPr>
            </a:lvl3pPr>
            <a:lvl4pPr algn="l">
              <a:defRPr sz="2625" b="0">
                <a:solidFill>
                  <a:srgbClr val="303030"/>
                </a:solidFill>
                <a:latin typeface="Microsoft YaHei"/>
                <a:ea typeface="Microsoft YaHei"/>
                <a:cs typeface="Microsoft YaHei"/>
              </a:defRPr>
            </a:lvl4pPr>
            <a:lvl5pPr algn="l">
              <a:defRPr sz="2625" b="0">
                <a:solidFill>
                  <a:srgbClr val="303030"/>
                </a:solidFill>
                <a:latin typeface="Microsoft YaHei"/>
                <a:ea typeface="Microsoft YaHei"/>
                <a:cs typeface="Microsoft YaHei"/>
              </a:defRPr>
            </a:lvl5pPr>
            <a:lvl6pPr algn="l">
              <a:defRPr sz="2625" b="0">
                <a:solidFill>
                  <a:srgbClr val="303030"/>
                </a:solidFill>
                <a:latin typeface="Microsoft YaHei"/>
                <a:ea typeface="Microsoft YaHei"/>
                <a:cs typeface="Microsoft YaHei"/>
              </a:defRPr>
            </a:lvl6pPr>
            <a:lvl7pPr algn="l">
              <a:defRPr sz="2625" b="0">
                <a:solidFill>
                  <a:srgbClr val="303030"/>
                </a:solidFill>
                <a:latin typeface="Microsoft YaHei"/>
                <a:ea typeface="Microsoft YaHei"/>
                <a:cs typeface="Microsoft YaHei"/>
              </a:defRPr>
            </a:lvl7pPr>
            <a:lvl8pPr algn="l">
              <a:defRPr sz="2625" b="0">
                <a:solidFill>
                  <a:srgbClr val="303030"/>
                </a:solidFill>
                <a:latin typeface="Microsoft YaHei"/>
                <a:ea typeface="Microsoft YaHei"/>
                <a:cs typeface="Microsoft YaHei"/>
              </a:defRPr>
            </a:lvl8pPr>
            <a:lvl9pPr algn="l">
              <a:defRPr sz="2625" b="0">
                <a:solidFill>
                  <a:srgbClr val="303030"/>
                </a:solidFill>
                <a:latin typeface="Microsoft YaHei"/>
                <a:ea typeface="Microsoft YaHei"/>
                <a:cs typeface="Microsoft YaHei"/>
              </a:defRPr>
            </a:lvl9pPr>
          </a:lstStyle>
          <a:p xmlns:a="http://schemas.openxmlformats.org/drawingml/2006/main">
            <a:pPr algn="l">
              <a:defRPr sz="2625" b="0">
                <a:solidFill>
                  <a:srgbClr val="303030"/>
                </a:solidFill>
                <a:latin typeface="Microsoft YaHei"/>
                <a:ea typeface="Microsoft YaHei"/>
                <a:cs typeface="Microsoft YaHei"/>
              </a:defRPr>
            </a:pPr>
            <a:r>
              <a:rPr sz="2625" b="0">
                <a:solidFill>
                  <a:srgbClr val="303030"/>
                </a:solidFill>
                <a:latin typeface="Microsoft YaHei"/>
                <a:ea typeface="Microsoft YaHei"/>
                <a:cs typeface="Microsoft YaHei"/>
              </a:rPr>
              <a:t>Reliability and cost-effectiveness</a:t>
            </a:r>
          </a:p>
        </p:txBody>
      </p:sp>
      <p:sp>
        <p:nvSpPr>
          <p:cNvPr id="3" name="page">
            <a:extLst xmlns:a="http://schemas.openxmlformats.org/drawingml/2006/main">
              <a:ext uri="{FF2B5EF4-FFF2-40B4-BE49-F238E27FC236}">
                <a16:creationId xmlns:a16="http://schemas.microsoft.com/office/drawing/2014/main" id="{EE3BD6C5-5FCF-4D37-AF56-41CE24E7C25B}"/>
              </a:ext>
            </a:extLst>
          </p:cNvPr>
          <p:cNvSpPr>
            <a:spLocks xmlns:a="http://schemas.openxmlformats.org/drawingml/2006/main" noGrp="1"/>
          </p:cNvSpPr>
          <p:nvPr/>
        </p:nvSpPr>
        <p:spPr>
          <a:xfrm xmlns:a="http://schemas.openxmlformats.org/drawingml/2006/main">
            <a:off x="10801350" y="6353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55555"/>
                </a:solidFill>
                <a:latin typeface="Microsoft YaHei"/>
                <a:ea typeface="Microsoft YaHei"/>
                <a:cs typeface="Microsoft YaHei"/>
              </a:defRPr>
            </a:defPPr>
            <a:lvl1pPr algn="r">
              <a:defRPr sz="1125" b="0">
                <a:solidFill>
                  <a:srgbClr val="555555"/>
                </a:solidFill>
                <a:latin typeface="Microsoft YaHei"/>
                <a:ea typeface="Microsoft YaHei"/>
                <a:cs typeface="Microsoft YaHei"/>
              </a:defRPr>
            </a:lvl1pPr>
            <a:lvl2pPr algn="r">
              <a:defRPr sz="1125" b="0">
                <a:solidFill>
                  <a:srgbClr val="555555"/>
                </a:solidFill>
                <a:latin typeface="Microsoft YaHei"/>
                <a:ea typeface="Microsoft YaHei"/>
                <a:cs typeface="Microsoft YaHei"/>
              </a:defRPr>
            </a:lvl2pPr>
            <a:lvl3pPr algn="r">
              <a:defRPr sz="1125" b="0">
                <a:solidFill>
                  <a:srgbClr val="555555"/>
                </a:solidFill>
                <a:latin typeface="Microsoft YaHei"/>
                <a:ea typeface="Microsoft YaHei"/>
                <a:cs typeface="Microsoft YaHei"/>
              </a:defRPr>
            </a:lvl3pPr>
            <a:lvl4pPr algn="r">
              <a:defRPr sz="1125" b="0">
                <a:solidFill>
                  <a:srgbClr val="555555"/>
                </a:solidFill>
                <a:latin typeface="Microsoft YaHei"/>
                <a:ea typeface="Microsoft YaHei"/>
                <a:cs typeface="Microsoft YaHei"/>
              </a:defRPr>
            </a:lvl4pPr>
            <a:lvl5pPr algn="r">
              <a:defRPr sz="1125" b="0">
                <a:solidFill>
                  <a:srgbClr val="555555"/>
                </a:solidFill>
                <a:latin typeface="Microsoft YaHei"/>
                <a:ea typeface="Microsoft YaHei"/>
                <a:cs typeface="Microsoft YaHei"/>
              </a:defRPr>
            </a:lvl5pPr>
            <a:lvl6pPr algn="r">
              <a:defRPr sz="1125" b="0">
                <a:solidFill>
                  <a:srgbClr val="555555"/>
                </a:solidFill>
                <a:latin typeface="Microsoft YaHei"/>
                <a:ea typeface="Microsoft YaHei"/>
                <a:cs typeface="Microsoft YaHei"/>
              </a:defRPr>
            </a:lvl6pPr>
            <a:lvl7pPr algn="r">
              <a:defRPr sz="1125" b="0">
                <a:solidFill>
                  <a:srgbClr val="555555"/>
                </a:solidFill>
                <a:latin typeface="Microsoft YaHei"/>
                <a:ea typeface="Microsoft YaHei"/>
                <a:cs typeface="Microsoft YaHei"/>
              </a:defRPr>
            </a:lvl7pPr>
            <a:lvl8pPr algn="r">
              <a:defRPr sz="1125" b="0">
                <a:solidFill>
                  <a:srgbClr val="555555"/>
                </a:solidFill>
                <a:latin typeface="Microsoft YaHei"/>
                <a:ea typeface="Microsoft YaHei"/>
                <a:cs typeface="Microsoft YaHei"/>
              </a:defRPr>
            </a:lvl8pPr>
            <a:lvl9pPr algn="r">
              <a:defRPr sz="1125" b="0">
                <a:solidFill>
                  <a:srgbClr val="555555"/>
                </a:solidFill>
                <a:latin typeface="Microsoft YaHei"/>
                <a:ea typeface="Microsoft YaHei"/>
                <a:cs typeface="Microsoft YaHei"/>
              </a:defRPr>
            </a:lvl9pPr>
          </a:lstStyle>
          <a:p xmlns:a="http://schemas.openxmlformats.org/drawingml/2006/main">
            <a:pPr algn="r">
              <a:defRPr sz="1125" b="0">
                <a:solidFill>
                  <a:srgbClr val="555555"/>
                </a:solidFill>
                <a:latin typeface="Microsoft YaHei"/>
                <a:ea typeface="Microsoft YaHei"/>
                <a:cs typeface="Microsoft YaHei"/>
              </a:defRPr>
            </a:pPr>
            <a:r>
              <a:rPr sz="1125" b="0">
                <a:solidFill>
                  <a:srgbClr val="555555"/>
                </a:solidFill>
                <a:latin typeface="Microsoft YaHei"/>
                <a:ea typeface="Microsoft YaHei"/>
                <a:cs typeface="Microsoft YaHei"/>
              </a:rPr>
              <a:t>5 / 16</a:t>
            </a:r>
          </a:p>
        </p:txBody>
      </p:sp>
      <p:sp>
        <p:nvSpPr>
          <p:cNvPr id="4" name="main-question">
            <a:extLst xmlns:a="http://schemas.openxmlformats.org/drawingml/2006/main">
              <a:ext uri="{FF2B5EF4-FFF2-40B4-BE49-F238E27FC236}">
                <a16:creationId xmlns:a16="http://schemas.microsoft.com/office/drawing/2014/main" id="{1B3F1E94-80A6-4080-A8D3-82DCF09984D3}"/>
              </a:ext>
            </a:extLst>
          </p:cNvPr>
          <p:cNvSpPr>
            <a:spLocks xmlns:a="http://schemas.openxmlformats.org/drawingml/2006/main" noGrp="1"/>
          </p:cNvSpPr>
          <p:nvPr/>
        </p:nvSpPr>
        <p:spPr>
          <a:xfrm xmlns:a="http://schemas.openxmlformats.org/drawingml/2006/main">
            <a:off x="571500" y="2390775"/>
            <a:ext cx="106680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303030"/>
                </a:solidFill>
                <a:latin typeface="Microsoft YaHei"/>
                <a:ea typeface="Microsoft YaHei"/>
                <a:cs typeface="Microsoft YaHei"/>
              </a:defRPr>
            </a:defPPr>
            <a:lvl1pPr algn="l">
              <a:defRPr sz="2400" b="0">
                <a:solidFill>
                  <a:srgbClr val="303030"/>
                </a:solidFill>
                <a:latin typeface="Microsoft YaHei"/>
                <a:ea typeface="Microsoft YaHei"/>
                <a:cs typeface="Microsoft YaHei"/>
              </a:defRPr>
            </a:lvl1pPr>
            <a:lvl2pPr algn="l">
              <a:defRPr sz="2400" b="0">
                <a:solidFill>
                  <a:srgbClr val="303030"/>
                </a:solidFill>
                <a:latin typeface="Microsoft YaHei"/>
                <a:ea typeface="Microsoft YaHei"/>
                <a:cs typeface="Microsoft YaHei"/>
              </a:defRPr>
            </a:lvl2pPr>
            <a:lvl3pPr algn="l">
              <a:defRPr sz="2400" b="0">
                <a:solidFill>
                  <a:srgbClr val="303030"/>
                </a:solidFill>
                <a:latin typeface="Microsoft YaHei"/>
                <a:ea typeface="Microsoft YaHei"/>
                <a:cs typeface="Microsoft YaHei"/>
              </a:defRPr>
            </a:lvl3pPr>
            <a:lvl4pPr algn="l">
              <a:defRPr sz="2400" b="0">
                <a:solidFill>
                  <a:srgbClr val="303030"/>
                </a:solidFill>
                <a:latin typeface="Microsoft YaHei"/>
                <a:ea typeface="Microsoft YaHei"/>
                <a:cs typeface="Microsoft YaHei"/>
              </a:defRPr>
            </a:lvl4pPr>
            <a:lvl5pPr algn="l">
              <a:defRPr sz="2400" b="0">
                <a:solidFill>
                  <a:srgbClr val="303030"/>
                </a:solidFill>
                <a:latin typeface="Microsoft YaHei"/>
                <a:ea typeface="Microsoft YaHei"/>
                <a:cs typeface="Microsoft YaHei"/>
              </a:defRPr>
            </a:lvl5pPr>
            <a:lvl6pPr algn="l">
              <a:defRPr sz="2400" b="0">
                <a:solidFill>
                  <a:srgbClr val="303030"/>
                </a:solidFill>
                <a:latin typeface="Microsoft YaHei"/>
                <a:ea typeface="Microsoft YaHei"/>
                <a:cs typeface="Microsoft YaHei"/>
              </a:defRPr>
            </a:lvl6pPr>
            <a:lvl7pPr algn="l">
              <a:defRPr sz="2400" b="0">
                <a:solidFill>
                  <a:srgbClr val="303030"/>
                </a:solidFill>
                <a:latin typeface="Microsoft YaHei"/>
                <a:ea typeface="Microsoft YaHei"/>
                <a:cs typeface="Microsoft YaHei"/>
              </a:defRPr>
            </a:lvl7pPr>
            <a:lvl8pPr algn="l">
              <a:defRPr sz="2400" b="0">
                <a:solidFill>
                  <a:srgbClr val="303030"/>
                </a:solidFill>
                <a:latin typeface="Microsoft YaHei"/>
                <a:ea typeface="Microsoft YaHei"/>
                <a:cs typeface="Microsoft YaHei"/>
              </a:defRPr>
            </a:lvl8pPr>
            <a:lvl9pPr algn="l">
              <a:defRPr sz="2400" b="0">
                <a:solidFill>
                  <a:srgbClr val="303030"/>
                </a:solidFill>
                <a:latin typeface="Microsoft YaHei"/>
                <a:ea typeface="Microsoft YaHei"/>
                <a:cs typeface="Microsoft YaHei"/>
              </a:defRPr>
            </a:lvl9pPr>
          </a:lstStyle>
          <a:p xmlns:a="http://schemas.openxmlformats.org/drawingml/2006/main">
            <a:pPr algn="l">
              <a:defRPr sz="2400" b="0">
                <a:solidFill>
                  <a:srgbClr val="303030"/>
                </a:solidFill>
                <a:latin typeface="Microsoft YaHei"/>
                <a:ea typeface="Microsoft YaHei"/>
                <a:cs typeface="Microsoft YaHei"/>
              </a:defRPr>
            </a:pPr>
            <a:r>
              <a:rPr sz="2400" b="0">
                <a:solidFill>
                  <a:srgbClr val="303030"/>
                </a:solidFill>
                <a:latin typeface="Microsoft YaHei"/>
                <a:ea typeface="Microsoft YaHei"/>
                <a:cs typeface="Microsoft YaHei"/>
              </a:rPr>
              <a:t>How do </a:t>
            </a:r>
            <a:r>
              <a:rPr sz="2400" b="1">
                <a:solidFill>
                  <a:srgbClr val="303030"/>
                </a:solidFill>
                <a:latin typeface="Microsoft YaHei"/>
                <a:ea typeface="Microsoft YaHei"/>
                <a:cs typeface="Microsoft YaHei"/>
              </a:rPr>
              <a:t>evidence-checked experience reuse</a:t>
            </a:r>
            <a:r>
              <a:rPr sz="2400" b="0">
                <a:solidFill>
                  <a:srgbClr val="303030"/>
                </a:solidFill>
                <a:latin typeface="Microsoft YaHei"/>
                <a:ea typeface="Microsoft YaHei"/>
                <a:cs typeface="Microsoft YaHei"/>
              </a:rPr>
              <a:t> and </a:t>
            </a:r>
            <a:r>
              <a:rPr sz="2400" b="1">
                <a:solidFill>
                  <a:srgbClr val="303030"/>
                </a:solidFill>
                <a:latin typeface="Microsoft YaHei"/>
                <a:ea typeface="Microsoft YaHei"/>
                <a:cs typeface="Microsoft YaHei"/>
              </a:rPr>
              <a:t>source-grounded counterexample review</a:t>
            </a:r>
            <a:r>
              <a:rPr sz="2400" b="0">
                <a:solidFill>
                  <a:srgbClr val="303030"/>
                </a:solidFill>
                <a:latin typeface="Microsoft YaHei"/>
                <a:ea typeface="Microsoft YaHei"/>
                <a:cs typeface="Microsoft YaHei"/>
              </a:rPr>
              <a:t>, </a:t>
            </a:r>
            <a:r>
              <a:rPr sz="2400" b="1">
                <a:solidFill>
                  <a:srgbClr val="303030"/>
                </a:solidFill>
                <a:latin typeface="Microsoft YaHei"/>
                <a:ea typeface="Microsoft YaHei"/>
                <a:cs typeface="Microsoft YaHei"/>
              </a:rPr>
              <a:t>separately and together</a:t>
            </a:r>
            <a:r>
              <a:rPr sz="2400" b="0">
                <a:solidFill>
                  <a:srgbClr val="303030"/>
                </a:solidFill>
                <a:latin typeface="Microsoft YaHei"/>
                <a:ea typeface="Microsoft YaHei"/>
                <a:cs typeface="Microsoft YaHei"/>
              </a:rPr>
              <a:t>, affect the </a:t>
            </a:r>
            <a:r>
              <a:rPr sz="2400" b="0">
                <a:solidFill>
                  <a:srgbClr val="B71920"/>
                </a:solidFill>
                <a:latin typeface="Microsoft YaHei"/>
                <a:ea typeface="Microsoft YaHei"/>
                <a:cs typeface="Microsoft YaHei"/>
              </a:rPr>
              <a:t>reliability and cost-effectiveness</a:t>
            </a:r>
            <a:r>
              <a:rPr sz="2400" b="0">
                <a:solidFill>
                  <a:srgbClr val="303030"/>
                </a:solidFill>
                <a:latin typeface="Microsoft YaHei"/>
                <a:ea typeface="Microsoft YaHei"/>
                <a:cs typeface="Microsoft YaHei"/>
              </a:rPr>
              <a:t> of a hierarchical multi-agent system for business analytics?</a:t>
            </a:r>
          </a:p>
        </p:txBody>
      </p:sp>
      <p:sp>
        <p:nvSpPr>
          <p:cNvPr id="5" name="divider">
            <a:extLst xmlns:a="http://schemas.openxmlformats.org/drawingml/2006/main">
              <a:ext uri="{FF2B5EF4-FFF2-40B4-BE49-F238E27FC236}">
                <a16:creationId xmlns:a16="http://schemas.microsoft.com/office/drawing/2014/main" id="{AF227733-5245-436B-A284-F2C0B265FABC}"/>
              </a:ext>
            </a:extLst>
          </p:cNvPr>
          <p:cNvSpPr>
            <a:spLocks xmlns:a="http://schemas.openxmlformats.org/drawingml/2006/main" noGrp="1"/>
          </p:cNvSpPr>
          <p:nvPr/>
        </p:nvSpPr>
        <p:spPr>
          <a:xfrm xmlns:a="http://schemas.openxmlformats.org/drawingml/2006/main">
            <a:off x="571500" y="5038725"/>
            <a:ext cx="10953750" cy="0"/>
          </a:xfrm>
          <a:prstGeom xmlns:a="http://schemas.openxmlformats.org/drawingml/2006/main" prst="line">
            <a:avLst/>
          </a:prstGeom>
          <a:ln xmlns:a="http://schemas.openxmlformats.org/drawingml/2006/main" w="9525">
            <a:solidFill>
              <a:srgbClr val="D9D4CF"/>
            </a:solidFill>
          </a:ln>
        </p:spPr>
      </p:sp>
      <p:sp>
        <p:nvSpPr>
          <p:cNvPr id="6" name="controls">
            <a:extLst xmlns:a="http://schemas.openxmlformats.org/drawingml/2006/main">
              <a:ext uri="{FF2B5EF4-FFF2-40B4-BE49-F238E27FC236}">
                <a16:creationId xmlns:a16="http://schemas.microsoft.com/office/drawing/2014/main" id="{80B2246F-14C9-4030-B2B7-8DC12BE5617B}"/>
              </a:ext>
            </a:extLst>
          </p:cNvPr>
          <p:cNvSpPr>
            <a:spLocks xmlns:a="http://schemas.openxmlformats.org/drawingml/2006/main" noGrp="1"/>
          </p:cNvSpPr>
          <p:nvPr/>
        </p:nvSpPr>
        <p:spPr>
          <a:xfrm xmlns:a="http://schemas.openxmlformats.org/drawingml/2006/main">
            <a:off x="571500" y="5324475"/>
            <a:ext cx="10953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03030"/>
                </a:solidFill>
                <a:latin typeface="Microsoft YaHei"/>
                <a:ea typeface="Microsoft YaHei"/>
                <a:cs typeface="Microsoft YaHei"/>
              </a:defRPr>
            </a:defPPr>
            <a:lvl1pPr algn="l">
              <a:defRPr sz="1800" b="0">
                <a:solidFill>
                  <a:srgbClr val="303030"/>
                </a:solidFill>
                <a:latin typeface="Microsoft YaHei"/>
                <a:ea typeface="Microsoft YaHei"/>
                <a:cs typeface="Microsoft YaHei"/>
              </a:defRPr>
            </a:lvl1pPr>
            <a:lvl2pPr algn="l">
              <a:defRPr sz="1800" b="0">
                <a:solidFill>
                  <a:srgbClr val="303030"/>
                </a:solidFill>
                <a:latin typeface="Microsoft YaHei"/>
                <a:ea typeface="Microsoft YaHei"/>
                <a:cs typeface="Microsoft YaHei"/>
              </a:defRPr>
            </a:lvl2pPr>
            <a:lvl3pPr algn="l">
              <a:defRPr sz="1800" b="0">
                <a:solidFill>
                  <a:srgbClr val="303030"/>
                </a:solidFill>
                <a:latin typeface="Microsoft YaHei"/>
                <a:ea typeface="Microsoft YaHei"/>
                <a:cs typeface="Microsoft YaHei"/>
              </a:defRPr>
            </a:lvl3pPr>
            <a:lvl4pPr algn="l">
              <a:defRPr sz="1800" b="0">
                <a:solidFill>
                  <a:srgbClr val="303030"/>
                </a:solidFill>
                <a:latin typeface="Microsoft YaHei"/>
                <a:ea typeface="Microsoft YaHei"/>
                <a:cs typeface="Microsoft YaHei"/>
              </a:defRPr>
            </a:lvl4pPr>
            <a:lvl5pPr algn="l">
              <a:defRPr sz="1800" b="0">
                <a:solidFill>
                  <a:srgbClr val="303030"/>
                </a:solidFill>
                <a:latin typeface="Microsoft YaHei"/>
                <a:ea typeface="Microsoft YaHei"/>
                <a:cs typeface="Microsoft YaHei"/>
              </a:defRPr>
            </a:lvl5pPr>
            <a:lvl6pPr algn="l">
              <a:defRPr sz="1800" b="0">
                <a:solidFill>
                  <a:srgbClr val="303030"/>
                </a:solidFill>
                <a:latin typeface="Microsoft YaHei"/>
                <a:ea typeface="Microsoft YaHei"/>
                <a:cs typeface="Microsoft YaHei"/>
              </a:defRPr>
            </a:lvl6pPr>
            <a:lvl7pPr algn="l">
              <a:defRPr sz="1800" b="0">
                <a:solidFill>
                  <a:srgbClr val="303030"/>
                </a:solidFill>
                <a:latin typeface="Microsoft YaHei"/>
                <a:ea typeface="Microsoft YaHei"/>
                <a:cs typeface="Microsoft YaHei"/>
              </a:defRPr>
            </a:lvl7pPr>
            <a:lvl8pPr algn="l">
              <a:defRPr sz="1800" b="0">
                <a:solidFill>
                  <a:srgbClr val="303030"/>
                </a:solidFill>
                <a:latin typeface="Microsoft YaHei"/>
                <a:ea typeface="Microsoft YaHei"/>
                <a:cs typeface="Microsoft YaHei"/>
              </a:defRPr>
            </a:lvl8pPr>
            <a:lvl9pPr algn="l">
              <a:defRPr sz="1800" b="0">
                <a:solidFill>
                  <a:srgbClr val="303030"/>
                </a:solidFill>
                <a:latin typeface="Microsoft YaHei"/>
                <a:ea typeface="Microsoft YaHei"/>
                <a:cs typeface="Microsoft YaHei"/>
              </a:defRPr>
            </a:lvl9pPr>
          </a:lstStyle>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Compare the targeted errors and final answers.</a:t>
            </a:r>
          </a:p>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Test the hierarchy against strong single-agent controls.</a:t>
            </a:r>
          </a:p>
        </p:txBody>
      </p:sp>
    </p:spTree>
    <p:extLst>
      <p:ext uri="{BB962C8B-B14F-4D97-AF65-F5344CB8AC3E}">
        <p14:creationId xmlns:p14="http://schemas.microsoft.com/office/powerpoint/2010/main" val="91057728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4" name="section">
            <a:extLst xmlns:a="http://schemas.openxmlformats.org/drawingml/2006/main">
              <a:ext uri="{FF2B5EF4-FFF2-40B4-BE49-F238E27FC236}">
                <a16:creationId xmlns:a16="http://schemas.microsoft.com/office/drawing/2014/main" id="{37815765-5000-4B28-A5B0-97D4626794F1}"/>
              </a:ext>
            </a:extLst>
          </p:cNvPr>
          <p:cNvSpPr>
            <a:spLocks xmlns:a="http://schemas.openxmlformats.org/drawingml/2006/main" noGrp="1"/>
          </p:cNvSpPr>
          <p:nvPr/>
        </p:nvSpPr>
        <p:spPr>
          <a:xfrm xmlns:a="http://schemas.openxmlformats.org/drawingml/2006/main">
            <a:off x="571500" y="8667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B71920"/>
                </a:solidFill>
                <a:latin typeface="Microsoft YaHei"/>
                <a:ea typeface="Microsoft YaHei"/>
                <a:cs typeface="Microsoft YaHei"/>
              </a:defRPr>
            </a:defPPr>
            <a:lvl1pPr algn="l">
              <a:defRPr sz="1650" b="0">
                <a:solidFill>
                  <a:srgbClr val="B71920"/>
                </a:solidFill>
                <a:latin typeface="Microsoft YaHei"/>
                <a:ea typeface="Microsoft YaHei"/>
                <a:cs typeface="Microsoft YaHei"/>
              </a:defRPr>
            </a:lvl1pPr>
            <a:lvl2pPr algn="l">
              <a:defRPr sz="1650" b="0">
                <a:solidFill>
                  <a:srgbClr val="B71920"/>
                </a:solidFill>
                <a:latin typeface="Microsoft YaHei"/>
                <a:ea typeface="Microsoft YaHei"/>
                <a:cs typeface="Microsoft YaHei"/>
              </a:defRPr>
            </a:lvl2pPr>
            <a:lvl3pPr algn="l">
              <a:defRPr sz="1650" b="0">
                <a:solidFill>
                  <a:srgbClr val="B71920"/>
                </a:solidFill>
                <a:latin typeface="Microsoft YaHei"/>
                <a:ea typeface="Microsoft YaHei"/>
                <a:cs typeface="Microsoft YaHei"/>
              </a:defRPr>
            </a:lvl3pPr>
            <a:lvl4pPr algn="l">
              <a:defRPr sz="1650" b="0">
                <a:solidFill>
                  <a:srgbClr val="B71920"/>
                </a:solidFill>
                <a:latin typeface="Microsoft YaHei"/>
                <a:ea typeface="Microsoft YaHei"/>
                <a:cs typeface="Microsoft YaHei"/>
              </a:defRPr>
            </a:lvl4pPr>
            <a:lvl5pPr algn="l">
              <a:defRPr sz="1650" b="0">
                <a:solidFill>
                  <a:srgbClr val="B71920"/>
                </a:solidFill>
                <a:latin typeface="Microsoft YaHei"/>
                <a:ea typeface="Microsoft YaHei"/>
                <a:cs typeface="Microsoft YaHei"/>
              </a:defRPr>
            </a:lvl5pPr>
            <a:lvl6pPr algn="l">
              <a:defRPr sz="1650" b="0">
                <a:solidFill>
                  <a:srgbClr val="B71920"/>
                </a:solidFill>
                <a:latin typeface="Microsoft YaHei"/>
                <a:ea typeface="Microsoft YaHei"/>
                <a:cs typeface="Microsoft YaHei"/>
              </a:defRPr>
            </a:lvl6pPr>
            <a:lvl7pPr algn="l">
              <a:defRPr sz="1650" b="0">
                <a:solidFill>
                  <a:srgbClr val="B71920"/>
                </a:solidFill>
                <a:latin typeface="Microsoft YaHei"/>
                <a:ea typeface="Microsoft YaHei"/>
                <a:cs typeface="Microsoft YaHei"/>
              </a:defRPr>
            </a:lvl7pPr>
            <a:lvl8pPr algn="l">
              <a:defRPr sz="1650" b="0">
                <a:solidFill>
                  <a:srgbClr val="B71920"/>
                </a:solidFill>
                <a:latin typeface="Microsoft YaHei"/>
                <a:ea typeface="Microsoft YaHei"/>
                <a:cs typeface="Microsoft YaHei"/>
              </a:defRPr>
            </a:lvl8pPr>
            <a:lvl9pPr algn="l">
              <a:defRPr sz="1650" b="0">
                <a:solidFill>
                  <a:srgbClr val="B71920"/>
                </a:solidFill>
                <a:latin typeface="Microsoft YaHei"/>
                <a:ea typeface="Microsoft YaHei"/>
                <a:cs typeface="Microsoft YaHei"/>
              </a:defRPr>
            </a:lvl9pPr>
          </a:lstStyle>
          <a:p xmlns:a="http://schemas.openxmlformats.org/drawingml/2006/main">
            <a:pPr algn="l">
              <a:defRPr sz="1650" b="0">
                <a:solidFill>
                  <a:srgbClr val="B71920"/>
                </a:solidFill>
                <a:latin typeface="Microsoft YaHei"/>
                <a:ea typeface="Microsoft YaHei"/>
                <a:cs typeface="Microsoft YaHei"/>
              </a:defRPr>
            </a:pPr>
            <a:r>
              <a:rPr sz="1650" b="0">
                <a:solidFill>
                  <a:srgbClr val="B71920"/>
                </a:solidFill>
                <a:latin typeface="Microsoft YaHei"/>
                <a:ea typeface="Microsoft YaHei"/>
                <a:cs typeface="Microsoft YaHei"/>
              </a:rPr>
              <a:t>Literature Review</a:t>
            </a:r>
          </a:p>
        </p:txBody>
      </p:sp>
      <p:sp>
        <p:nvSpPr>
          <p:cNvPr id="2" name="slide-title">
            <a:extLst xmlns:a="http://schemas.openxmlformats.org/drawingml/2006/main">
              <a:ext uri="{FF2B5EF4-FFF2-40B4-BE49-F238E27FC236}">
                <a16:creationId xmlns:a16="http://schemas.microsoft.com/office/drawing/2014/main" id="{E385A92C-99A7-4FFD-A7A7-45F188C39EFB}"/>
              </a:ext>
            </a:extLst>
          </p:cNvPr>
          <p:cNvSpPr>
            <a:spLocks xmlns:a="http://schemas.openxmlformats.org/drawingml/2006/main" noGrp="1"/>
          </p:cNvSpPr>
          <p:nvPr/>
        </p:nvSpPr>
        <p:spPr>
          <a:xfrm xmlns:a="http://schemas.openxmlformats.org/drawingml/2006/main">
            <a:off x="571500" y="132397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303030"/>
                </a:solidFill>
                <a:latin typeface="Microsoft YaHei"/>
                <a:ea typeface="Microsoft YaHei"/>
                <a:cs typeface="Microsoft YaHei"/>
              </a:defRPr>
            </a:defPPr>
            <a:lvl1pPr algn="l">
              <a:defRPr sz="2625" b="0">
                <a:solidFill>
                  <a:srgbClr val="303030"/>
                </a:solidFill>
                <a:latin typeface="Microsoft YaHei"/>
                <a:ea typeface="Microsoft YaHei"/>
                <a:cs typeface="Microsoft YaHei"/>
              </a:defRPr>
            </a:lvl1pPr>
            <a:lvl2pPr algn="l">
              <a:defRPr sz="2625" b="0">
                <a:solidFill>
                  <a:srgbClr val="303030"/>
                </a:solidFill>
                <a:latin typeface="Microsoft YaHei"/>
                <a:ea typeface="Microsoft YaHei"/>
                <a:cs typeface="Microsoft YaHei"/>
              </a:defRPr>
            </a:lvl2pPr>
            <a:lvl3pPr algn="l">
              <a:defRPr sz="2625" b="0">
                <a:solidFill>
                  <a:srgbClr val="303030"/>
                </a:solidFill>
                <a:latin typeface="Microsoft YaHei"/>
                <a:ea typeface="Microsoft YaHei"/>
                <a:cs typeface="Microsoft YaHei"/>
              </a:defRPr>
            </a:lvl3pPr>
            <a:lvl4pPr algn="l">
              <a:defRPr sz="2625" b="0">
                <a:solidFill>
                  <a:srgbClr val="303030"/>
                </a:solidFill>
                <a:latin typeface="Microsoft YaHei"/>
                <a:ea typeface="Microsoft YaHei"/>
                <a:cs typeface="Microsoft YaHei"/>
              </a:defRPr>
            </a:lvl4pPr>
            <a:lvl5pPr algn="l">
              <a:defRPr sz="2625" b="0">
                <a:solidFill>
                  <a:srgbClr val="303030"/>
                </a:solidFill>
                <a:latin typeface="Microsoft YaHei"/>
                <a:ea typeface="Microsoft YaHei"/>
                <a:cs typeface="Microsoft YaHei"/>
              </a:defRPr>
            </a:lvl5pPr>
            <a:lvl6pPr algn="l">
              <a:defRPr sz="2625" b="0">
                <a:solidFill>
                  <a:srgbClr val="303030"/>
                </a:solidFill>
                <a:latin typeface="Microsoft YaHei"/>
                <a:ea typeface="Microsoft YaHei"/>
                <a:cs typeface="Microsoft YaHei"/>
              </a:defRPr>
            </a:lvl6pPr>
            <a:lvl7pPr algn="l">
              <a:defRPr sz="2625" b="0">
                <a:solidFill>
                  <a:srgbClr val="303030"/>
                </a:solidFill>
                <a:latin typeface="Microsoft YaHei"/>
                <a:ea typeface="Microsoft YaHei"/>
                <a:cs typeface="Microsoft YaHei"/>
              </a:defRPr>
            </a:lvl7pPr>
            <a:lvl8pPr algn="l">
              <a:defRPr sz="2625" b="0">
                <a:solidFill>
                  <a:srgbClr val="303030"/>
                </a:solidFill>
                <a:latin typeface="Microsoft YaHei"/>
                <a:ea typeface="Microsoft YaHei"/>
                <a:cs typeface="Microsoft YaHei"/>
              </a:defRPr>
            </a:lvl8pPr>
            <a:lvl9pPr algn="l">
              <a:defRPr sz="2625" b="0">
                <a:solidFill>
                  <a:srgbClr val="303030"/>
                </a:solidFill>
                <a:latin typeface="Microsoft YaHei"/>
                <a:ea typeface="Microsoft YaHei"/>
                <a:cs typeface="Microsoft YaHei"/>
              </a:defRPr>
            </a:lvl9pPr>
          </a:lstStyle>
          <a:p xmlns:a="http://schemas.openxmlformats.org/drawingml/2006/main">
            <a:pPr algn="l">
              <a:defRPr sz="2625" b="0">
                <a:solidFill>
                  <a:srgbClr val="303030"/>
                </a:solidFill>
                <a:latin typeface="Microsoft YaHei"/>
                <a:ea typeface="Microsoft YaHei"/>
                <a:cs typeface="Microsoft YaHei"/>
              </a:defRPr>
            </a:pPr>
            <a:r>
              <a:rPr sz="2625" b="0">
                <a:solidFill>
                  <a:srgbClr val="303030"/>
                </a:solidFill>
                <a:latin typeface="Microsoft YaHei"/>
                <a:ea typeface="Microsoft YaHei"/>
                <a:cs typeface="Microsoft YaHei"/>
              </a:rPr>
              <a:t>MAST: a framework for describing failures</a:t>
            </a:r>
          </a:p>
        </p:txBody>
      </p:sp>
      <p:sp>
        <p:nvSpPr>
          <p:cNvPr id="3" name="page">
            <a:extLst xmlns:a="http://schemas.openxmlformats.org/drawingml/2006/main">
              <a:ext uri="{FF2B5EF4-FFF2-40B4-BE49-F238E27FC236}">
                <a16:creationId xmlns:a16="http://schemas.microsoft.com/office/drawing/2014/main" id="{308EEC2E-8FDA-4109-B127-242384F75F50}"/>
              </a:ext>
            </a:extLst>
          </p:cNvPr>
          <p:cNvSpPr>
            <a:spLocks xmlns:a="http://schemas.openxmlformats.org/drawingml/2006/main" noGrp="1"/>
          </p:cNvSpPr>
          <p:nvPr/>
        </p:nvSpPr>
        <p:spPr>
          <a:xfrm xmlns:a="http://schemas.openxmlformats.org/drawingml/2006/main">
            <a:off x="10801350" y="6353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55555"/>
                </a:solidFill>
                <a:latin typeface="Microsoft YaHei"/>
                <a:ea typeface="Microsoft YaHei"/>
                <a:cs typeface="Microsoft YaHei"/>
              </a:defRPr>
            </a:defPPr>
            <a:lvl1pPr algn="r">
              <a:defRPr sz="1125" b="0">
                <a:solidFill>
                  <a:srgbClr val="555555"/>
                </a:solidFill>
                <a:latin typeface="Microsoft YaHei"/>
                <a:ea typeface="Microsoft YaHei"/>
                <a:cs typeface="Microsoft YaHei"/>
              </a:defRPr>
            </a:lvl1pPr>
            <a:lvl2pPr algn="r">
              <a:defRPr sz="1125" b="0">
                <a:solidFill>
                  <a:srgbClr val="555555"/>
                </a:solidFill>
                <a:latin typeface="Microsoft YaHei"/>
                <a:ea typeface="Microsoft YaHei"/>
                <a:cs typeface="Microsoft YaHei"/>
              </a:defRPr>
            </a:lvl2pPr>
            <a:lvl3pPr algn="r">
              <a:defRPr sz="1125" b="0">
                <a:solidFill>
                  <a:srgbClr val="555555"/>
                </a:solidFill>
                <a:latin typeface="Microsoft YaHei"/>
                <a:ea typeface="Microsoft YaHei"/>
                <a:cs typeface="Microsoft YaHei"/>
              </a:defRPr>
            </a:lvl3pPr>
            <a:lvl4pPr algn="r">
              <a:defRPr sz="1125" b="0">
                <a:solidFill>
                  <a:srgbClr val="555555"/>
                </a:solidFill>
                <a:latin typeface="Microsoft YaHei"/>
                <a:ea typeface="Microsoft YaHei"/>
                <a:cs typeface="Microsoft YaHei"/>
              </a:defRPr>
            </a:lvl4pPr>
            <a:lvl5pPr algn="r">
              <a:defRPr sz="1125" b="0">
                <a:solidFill>
                  <a:srgbClr val="555555"/>
                </a:solidFill>
                <a:latin typeface="Microsoft YaHei"/>
                <a:ea typeface="Microsoft YaHei"/>
                <a:cs typeface="Microsoft YaHei"/>
              </a:defRPr>
            </a:lvl5pPr>
            <a:lvl6pPr algn="r">
              <a:defRPr sz="1125" b="0">
                <a:solidFill>
                  <a:srgbClr val="555555"/>
                </a:solidFill>
                <a:latin typeface="Microsoft YaHei"/>
                <a:ea typeface="Microsoft YaHei"/>
                <a:cs typeface="Microsoft YaHei"/>
              </a:defRPr>
            </a:lvl6pPr>
            <a:lvl7pPr algn="r">
              <a:defRPr sz="1125" b="0">
                <a:solidFill>
                  <a:srgbClr val="555555"/>
                </a:solidFill>
                <a:latin typeface="Microsoft YaHei"/>
                <a:ea typeface="Microsoft YaHei"/>
                <a:cs typeface="Microsoft YaHei"/>
              </a:defRPr>
            </a:lvl7pPr>
            <a:lvl8pPr algn="r">
              <a:defRPr sz="1125" b="0">
                <a:solidFill>
                  <a:srgbClr val="555555"/>
                </a:solidFill>
                <a:latin typeface="Microsoft YaHei"/>
                <a:ea typeface="Microsoft YaHei"/>
                <a:cs typeface="Microsoft YaHei"/>
              </a:defRPr>
            </a:lvl8pPr>
            <a:lvl9pPr algn="r">
              <a:defRPr sz="1125" b="0">
                <a:solidFill>
                  <a:srgbClr val="555555"/>
                </a:solidFill>
                <a:latin typeface="Microsoft YaHei"/>
                <a:ea typeface="Microsoft YaHei"/>
                <a:cs typeface="Microsoft YaHei"/>
              </a:defRPr>
            </a:lvl9pPr>
          </a:lstStyle>
          <a:p xmlns:a="http://schemas.openxmlformats.org/drawingml/2006/main">
            <a:pPr algn="r">
              <a:defRPr sz="1125" b="0">
                <a:solidFill>
                  <a:srgbClr val="555555"/>
                </a:solidFill>
                <a:latin typeface="Microsoft YaHei"/>
                <a:ea typeface="Microsoft YaHei"/>
                <a:cs typeface="Microsoft YaHei"/>
              </a:defRPr>
            </a:pPr>
            <a:r>
              <a:rPr sz="1125" b="0">
                <a:solidFill>
                  <a:srgbClr val="555555"/>
                </a:solidFill>
                <a:latin typeface="Microsoft YaHei"/>
                <a:ea typeface="Microsoft YaHei"/>
                <a:cs typeface="Microsoft YaHei"/>
              </a:rPr>
              <a:t>6 / 16</a:t>
            </a:r>
          </a:p>
        </p:txBody>
      </p:sp>
      <p:sp>
        <p:nvSpPr>
          <p:cNvPr id="4" name="paper">
            <a:extLst xmlns:a="http://schemas.openxmlformats.org/drawingml/2006/main">
              <a:ext uri="{FF2B5EF4-FFF2-40B4-BE49-F238E27FC236}">
                <a16:creationId xmlns:a16="http://schemas.microsoft.com/office/drawing/2014/main" id="{4ED6359B-1716-47C5-BCDA-2DFA22B8F068}"/>
              </a:ext>
            </a:extLst>
          </p:cNvPr>
          <p:cNvSpPr>
            <a:spLocks xmlns:a="http://schemas.openxmlformats.org/drawingml/2006/main" noGrp="1"/>
          </p:cNvSpPr>
          <p:nvPr/>
        </p:nvSpPr>
        <p:spPr>
          <a:xfrm xmlns:a="http://schemas.openxmlformats.org/drawingml/2006/main">
            <a:off x="571500" y="21336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03030"/>
                </a:solidFill>
                <a:latin typeface="Microsoft YaHei"/>
                <a:ea typeface="Microsoft YaHei"/>
                <a:cs typeface="Microsoft YaHei"/>
              </a:defRPr>
            </a:defPPr>
            <a:lvl1pPr algn="l">
              <a:defRPr sz="1800" b="0">
                <a:solidFill>
                  <a:srgbClr val="303030"/>
                </a:solidFill>
                <a:latin typeface="Microsoft YaHei"/>
                <a:ea typeface="Microsoft YaHei"/>
                <a:cs typeface="Microsoft YaHei"/>
              </a:defRPr>
            </a:lvl1pPr>
            <a:lvl2pPr algn="l">
              <a:defRPr sz="1800" b="0">
                <a:solidFill>
                  <a:srgbClr val="303030"/>
                </a:solidFill>
                <a:latin typeface="Microsoft YaHei"/>
                <a:ea typeface="Microsoft YaHei"/>
                <a:cs typeface="Microsoft YaHei"/>
              </a:defRPr>
            </a:lvl2pPr>
            <a:lvl3pPr algn="l">
              <a:defRPr sz="1800" b="0">
                <a:solidFill>
                  <a:srgbClr val="303030"/>
                </a:solidFill>
                <a:latin typeface="Microsoft YaHei"/>
                <a:ea typeface="Microsoft YaHei"/>
                <a:cs typeface="Microsoft YaHei"/>
              </a:defRPr>
            </a:lvl3pPr>
            <a:lvl4pPr algn="l">
              <a:defRPr sz="1800" b="0">
                <a:solidFill>
                  <a:srgbClr val="303030"/>
                </a:solidFill>
                <a:latin typeface="Microsoft YaHei"/>
                <a:ea typeface="Microsoft YaHei"/>
                <a:cs typeface="Microsoft YaHei"/>
              </a:defRPr>
            </a:lvl4pPr>
            <a:lvl5pPr algn="l">
              <a:defRPr sz="1800" b="0">
                <a:solidFill>
                  <a:srgbClr val="303030"/>
                </a:solidFill>
                <a:latin typeface="Microsoft YaHei"/>
                <a:ea typeface="Microsoft YaHei"/>
                <a:cs typeface="Microsoft YaHei"/>
              </a:defRPr>
            </a:lvl5pPr>
            <a:lvl6pPr algn="l">
              <a:defRPr sz="1800" b="0">
                <a:solidFill>
                  <a:srgbClr val="303030"/>
                </a:solidFill>
                <a:latin typeface="Microsoft YaHei"/>
                <a:ea typeface="Microsoft YaHei"/>
                <a:cs typeface="Microsoft YaHei"/>
              </a:defRPr>
            </a:lvl6pPr>
            <a:lvl7pPr algn="l">
              <a:defRPr sz="1800" b="0">
                <a:solidFill>
                  <a:srgbClr val="303030"/>
                </a:solidFill>
                <a:latin typeface="Microsoft YaHei"/>
                <a:ea typeface="Microsoft YaHei"/>
                <a:cs typeface="Microsoft YaHei"/>
              </a:defRPr>
            </a:lvl7pPr>
            <a:lvl8pPr algn="l">
              <a:defRPr sz="1800" b="0">
                <a:solidFill>
                  <a:srgbClr val="303030"/>
                </a:solidFill>
                <a:latin typeface="Microsoft YaHei"/>
                <a:ea typeface="Microsoft YaHei"/>
                <a:cs typeface="Microsoft YaHei"/>
              </a:defRPr>
            </a:lvl8pPr>
            <a:lvl9pPr algn="l">
              <a:defRPr sz="1800" b="0">
                <a:solidFill>
                  <a:srgbClr val="303030"/>
                </a:solidFill>
                <a:latin typeface="Microsoft YaHei"/>
                <a:ea typeface="Microsoft YaHei"/>
                <a:cs typeface="Microsoft YaHei"/>
              </a:defRPr>
            </a:lvl9pPr>
          </a:lstStyle>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Cemri et al. (2025), “Why Do Multi-Agent LLM Systems Fail?”</a:t>
            </a:r>
          </a:p>
        </p:txBody>
      </p:sp>
      <p:sp>
        <p:nvSpPr>
          <p:cNvPr id="5" name="definition">
            <a:extLst xmlns:a="http://schemas.openxmlformats.org/drawingml/2006/main">
              <a:ext uri="{FF2B5EF4-FFF2-40B4-BE49-F238E27FC236}">
                <a16:creationId xmlns:a16="http://schemas.microsoft.com/office/drawing/2014/main" id="{255F3615-7966-47AD-A7F2-5216345B7D72}"/>
              </a:ext>
            </a:extLst>
          </p:cNvPr>
          <p:cNvSpPr>
            <a:spLocks xmlns:a="http://schemas.openxmlformats.org/drawingml/2006/main" noGrp="1"/>
          </p:cNvSpPr>
          <p:nvPr/>
        </p:nvSpPr>
        <p:spPr>
          <a:xfrm xmlns:a="http://schemas.openxmlformats.org/drawingml/2006/main">
            <a:off x="571500" y="2552700"/>
            <a:ext cx="10953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303030"/>
                </a:solidFill>
                <a:latin typeface="Microsoft YaHei"/>
                <a:ea typeface="Microsoft YaHei"/>
                <a:cs typeface="Microsoft YaHei"/>
              </a:defRPr>
            </a:defPPr>
            <a:lvl1pPr algn="l">
              <a:defRPr sz="1725" b="0">
                <a:solidFill>
                  <a:srgbClr val="303030"/>
                </a:solidFill>
                <a:latin typeface="Microsoft YaHei"/>
                <a:ea typeface="Microsoft YaHei"/>
                <a:cs typeface="Microsoft YaHei"/>
              </a:defRPr>
            </a:lvl1pPr>
            <a:lvl2pPr algn="l">
              <a:defRPr sz="1725" b="0">
                <a:solidFill>
                  <a:srgbClr val="303030"/>
                </a:solidFill>
                <a:latin typeface="Microsoft YaHei"/>
                <a:ea typeface="Microsoft YaHei"/>
                <a:cs typeface="Microsoft YaHei"/>
              </a:defRPr>
            </a:lvl2pPr>
            <a:lvl3pPr algn="l">
              <a:defRPr sz="1725" b="0">
                <a:solidFill>
                  <a:srgbClr val="303030"/>
                </a:solidFill>
                <a:latin typeface="Microsoft YaHei"/>
                <a:ea typeface="Microsoft YaHei"/>
                <a:cs typeface="Microsoft YaHei"/>
              </a:defRPr>
            </a:lvl3pPr>
            <a:lvl4pPr algn="l">
              <a:defRPr sz="1725" b="0">
                <a:solidFill>
                  <a:srgbClr val="303030"/>
                </a:solidFill>
                <a:latin typeface="Microsoft YaHei"/>
                <a:ea typeface="Microsoft YaHei"/>
                <a:cs typeface="Microsoft YaHei"/>
              </a:defRPr>
            </a:lvl4pPr>
            <a:lvl5pPr algn="l">
              <a:defRPr sz="1725" b="0">
                <a:solidFill>
                  <a:srgbClr val="303030"/>
                </a:solidFill>
                <a:latin typeface="Microsoft YaHei"/>
                <a:ea typeface="Microsoft YaHei"/>
                <a:cs typeface="Microsoft YaHei"/>
              </a:defRPr>
            </a:lvl5pPr>
            <a:lvl6pPr algn="l">
              <a:defRPr sz="1725" b="0">
                <a:solidFill>
                  <a:srgbClr val="303030"/>
                </a:solidFill>
                <a:latin typeface="Microsoft YaHei"/>
                <a:ea typeface="Microsoft YaHei"/>
                <a:cs typeface="Microsoft YaHei"/>
              </a:defRPr>
            </a:lvl6pPr>
            <a:lvl7pPr algn="l">
              <a:defRPr sz="1725" b="0">
                <a:solidFill>
                  <a:srgbClr val="303030"/>
                </a:solidFill>
                <a:latin typeface="Microsoft YaHei"/>
                <a:ea typeface="Microsoft YaHei"/>
                <a:cs typeface="Microsoft YaHei"/>
              </a:defRPr>
            </a:lvl7pPr>
            <a:lvl8pPr algn="l">
              <a:defRPr sz="1725" b="0">
                <a:solidFill>
                  <a:srgbClr val="303030"/>
                </a:solidFill>
                <a:latin typeface="Microsoft YaHei"/>
                <a:ea typeface="Microsoft YaHei"/>
                <a:cs typeface="Microsoft YaHei"/>
              </a:defRPr>
            </a:lvl8pPr>
            <a:lvl9pPr algn="l">
              <a:defRPr sz="1725" b="0">
                <a:solidFill>
                  <a:srgbClr val="303030"/>
                </a:solidFill>
                <a:latin typeface="Microsoft YaHei"/>
                <a:ea typeface="Microsoft YaHei"/>
                <a:cs typeface="Microsoft YaHei"/>
              </a:defRPr>
            </a:lvl9pPr>
          </a:lstStyle>
          <a:p xmlns:a="http://schemas.openxmlformats.org/drawingml/2006/main">
            <a:pPr algn="l">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Multi-Agent System Failure Taxonomy: 14 failure modes in three groups</a:t>
            </a:r>
          </a:p>
        </p:txBody>
      </p:sp>
      <p:sp>
        <p:nvSpPr>
          <p:cNvPr id="6" name="categories">
            <a:extLst xmlns:a="http://schemas.openxmlformats.org/drawingml/2006/main">
              <a:ext uri="{FF2B5EF4-FFF2-40B4-BE49-F238E27FC236}">
                <a16:creationId xmlns:a16="http://schemas.microsoft.com/office/drawing/2014/main" id="{154D1888-19CB-4DF7-8872-3C5166962BEF}"/>
              </a:ext>
            </a:extLst>
          </p:cNvPr>
          <p:cNvSpPr>
            <a:spLocks xmlns:a="http://schemas.openxmlformats.org/drawingml/2006/main" noGrp="1"/>
          </p:cNvSpPr>
          <p:nvPr/>
        </p:nvSpPr>
        <p:spPr>
          <a:xfrm xmlns:a="http://schemas.openxmlformats.org/drawingml/2006/main">
            <a:off x="571500" y="3048000"/>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B71920"/>
                </a:solidFill>
                <a:latin typeface="Microsoft YaHei"/>
                <a:ea typeface="Microsoft YaHei"/>
                <a:cs typeface="Microsoft YaHei"/>
              </a:defRPr>
            </a:defPPr>
            <a:lvl1pPr algn="l">
              <a:defRPr sz="1800" b="0">
                <a:solidFill>
                  <a:srgbClr val="B71920"/>
                </a:solidFill>
                <a:latin typeface="Microsoft YaHei"/>
                <a:ea typeface="Microsoft YaHei"/>
                <a:cs typeface="Microsoft YaHei"/>
              </a:defRPr>
            </a:lvl1pPr>
            <a:lvl2pPr algn="l">
              <a:defRPr sz="1800" b="0">
                <a:solidFill>
                  <a:srgbClr val="B71920"/>
                </a:solidFill>
                <a:latin typeface="Microsoft YaHei"/>
                <a:ea typeface="Microsoft YaHei"/>
                <a:cs typeface="Microsoft YaHei"/>
              </a:defRPr>
            </a:lvl2pPr>
            <a:lvl3pPr algn="l">
              <a:defRPr sz="1800" b="0">
                <a:solidFill>
                  <a:srgbClr val="B71920"/>
                </a:solidFill>
                <a:latin typeface="Microsoft YaHei"/>
                <a:ea typeface="Microsoft YaHei"/>
                <a:cs typeface="Microsoft YaHei"/>
              </a:defRPr>
            </a:lvl3pPr>
            <a:lvl4pPr algn="l">
              <a:defRPr sz="1800" b="0">
                <a:solidFill>
                  <a:srgbClr val="B71920"/>
                </a:solidFill>
                <a:latin typeface="Microsoft YaHei"/>
                <a:ea typeface="Microsoft YaHei"/>
                <a:cs typeface="Microsoft YaHei"/>
              </a:defRPr>
            </a:lvl4pPr>
            <a:lvl5pPr algn="l">
              <a:defRPr sz="1800" b="0">
                <a:solidFill>
                  <a:srgbClr val="B71920"/>
                </a:solidFill>
                <a:latin typeface="Microsoft YaHei"/>
                <a:ea typeface="Microsoft YaHei"/>
                <a:cs typeface="Microsoft YaHei"/>
              </a:defRPr>
            </a:lvl5pPr>
            <a:lvl6pPr algn="l">
              <a:defRPr sz="1800" b="0">
                <a:solidFill>
                  <a:srgbClr val="B71920"/>
                </a:solidFill>
                <a:latin typeface="Microsoft YaHei"/>
                <a:ea typeface="Microsoft YaHei"/>
                <a:cs typeface="Microsoft YaHei"/>
              </a:defRPr>
            </a:lvl6pPr>
            <a:lvl7pPr algn="l">
              <a:defRPr sz="1800" b="0">
                <a:solidFill>
                  <a:srgbClr val="B71920"/>
                </a:solidFill>
                <a:latin typeface="Microsoft YaHei"/>
                <a:ea typeface="Microsoft YaHei"/>
                <a:cs typeface="Microsoft YaHei"/>
              </a:defRPr>
            </a:lvl7pPr>
            <a:lvl8pPr algn="l">
              <a:defRPr sz="1800" b="0">
                <a:solidFill>
                  <a:srgbClr val="B71920"/>
                </a:solidFill>
                <a:latin typeface="Microsoft YaHei"/>
                <a:ea typeface="Microsoft YaHei"/>
                <a:cs typeface="Microsoft YaHei"/>
              </a:defRPr>
            </a:lvl8pPr>
            <a:lvl9pPr algn="l">
              <a:defRPr sz="1800" b="0">
                <a:solidFill>
                  <a:srgbClr val="B71920"/>
                </a:solidFill>
                <a:latin typeface="Microsoft YaHei"/>
                <a:ea typeface="Microsoft YaHei"/>
                <a:cs typeface="Microsoft YaHei"/>
              </a:defRPr>
            </a:lvl9pPr>
          </a:lstStyle>
          <a:p xmlns:a="http://schemas.openxmlformats.org/drawingml/2006/main">
            <a:pPr algn="l">
              <a:defRPr sz="1800" b="0">
                <a:solidFill>
                  <a:srgbClr val="B71920"/>
                </a:solidFill>
                <a:latin typeface="Microsoft YaHei"/>
                <a:ea typeface="Microsoft YaHei"/>
                <a:cs typeface="Microsoft YaHei"/>
              </a:defRPr>
            </a:pPr>
            <a:r>
              <a:rPr sz="1800" b="0">
                <a:solidFill>
                  <a:srgbClr val="B71920"/>
                </a:solidFill>
                <a:latin typeface="Microsoft YaHei"/>
                <a:ea typeface="Microsoft YaHei"/>
                <a:cs typeface="Microsoft YaHei"/>
              </a:rPr>
              <a:t>System design     /     Inter-agent misalignment     /     Task verification</a:t>
            </a:r>
          </a:p>
        </p:txBody>
      </p:sp>
      <p:sp>
        <p:nvSpPr>
          <p:cNvPr id="7" name="div1">
            <a:extLst xmlns:a="http://schemas.openxmlformats.org/drawingml/2006/main">
              <a:ext uri="{FF2B5EF4-FFF2-40B4-BE49-F238E27FC236}">
                <a16:creationId xmlns:a16="http://schemas.microsoft.com/office/drawing/2014/main" id="{B45AE39F-C5D9-4357-8CFF-967E933CBBE4}"/>
              </a:ext>
            </a:extLst>
          </p:cNvPr>
          <p:cNvSpPr>
            <a:spLocks xmlns:a="http://schemas.openxmlformats.org/drawingml/2006/main" noGrp="1"/>
          </p:cNvSpPr>
          <p:nvPr/>
        </p:nvSpPr>
        <p:spPr>
          <a:xfrm xmlns:a="http://schemas.openxmlformats.org/drawingml/2006/main">
            <a:off x="571500" y="3619500"/>
            <a:ext cx="10953750" cy="0"/>
          </a:xfrm>
          <a:prstGeom xmlns:a="http://schemas.openxmlformats.org/drawingml/2006/main" prst="line">
            <a:avLst/>
          </a:prstGeom>
          <a:ln xmlns:a="http://schemas.openxmlformats.org/drawingml/2006/main" w="9525">
            <a:solidFill>
              <a:srgbClr val="D9D4CF"/>
            </a:solidFill>
          </a:ln>
        </p:spPr>
      </p:sp>
      <p:sp>
        <p:nvSpPr>
          <p:cNvPr id="8" name="evidence-label">
            <a:extLst xmlns:a="http://schemas.openxmlformats.org/drawingml/2006/main">
              <a:ext uri="{FF2B5EF4-FFF2-40B4-BE49-F238E27FC236}">
                <a16:creationId xmlns:a16="http://schemas.microsoft.com/office/drawing/2014/main" id="{584C974F-7588-48E9-AB26-E58A73C38D1C}"/>
              </a:ext>
            </a:extLst>
          </p:cNvPr>
          <p:cNvSpPr>
            <a:spLocks xmlns:a="http://schemas.openxmlformats.org/drawingml/2006/main" noGrp="1"/>
          </p:cNvSpPr>
          <p:nvPr/>
        </p:nvSpPr>
        <p:spPr>
          <a:xfrm xmlns:a="http://schemas.openxmlformats.org/drawingml/2006/main">
            <a:off x="571500" y="3876675"/>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03030"/>
                </a:solidFill>
                <a:latin typeface="Microsoft YaHei"/>
                <a:ea typeface="Microsoft YaHei"/>
                <a:cs typeface="Microsoft YaHei"/>
              </a:defRPr>
            </a:defPPr>
            <a:lvl1pPr algn="l">
              <a:defRPr sz="1875" b="0">
                <a:solidFill>
                  <a:srgbClr val="303030"/>
                </a:solidFill>
                <a:latin typeface="Microsoft YaHei"/>
                <a:ea typeface="Microsoft YaHei"/>
                <a:cs typeface="Microsoft YaHei"/>
              </a:defRPr>
            </a:lvl1pPr>
            <a:lvl2pPr algn="l">
              <a:defRPr sz="1875" b="0">
                <a:solidFill>
                  <a:srgbClr val="303030"/>
                </a:solidFill>
                <a:latin typeface="Microsoft YaHei"/>
                <a:ea typeface="Microsoft YaHei"/>
                <a:cs typeface="Microsoft YaHei"/>
              </a:defRPr>
            </a:lvl2pPr>
            <a:lvl3pPr algn="l">
              <a:defRPr sz="1875" b="0">
                <a:solidFill>
                  <a:srgbClr val="303030"/>
                </a:solidFill>
                <a:latin typeface="Microsoft YaHei"/>
                <a:ea typeface="Microsoft YaHei"/>
                <a:cs typeface="Microsoft YaHei"/>
              </a:defRPr>
            </a:lvl3pPr>
            <a:lvl4pPr algn="l">
              <a:defRPr sz="1875" b="0">
                <a:solidFill>
                  <a:srgbClr val="303030"/>
                </a:solidFill>
                <a:latin typeface="Microsoft YaHei"/>
                <a:ea typeface="Microsoft YaHei"/>
                <a:cs typeface="Microsoft YaHei"/>
              </a:defRPr>
            </a:lvl4pPr>
            <a:lvl5pPr algn="l">
              <a:defRPr sz="1875" b="0">
                <a:solidFill>
                  <a:srgbClr val="303030"/>
                </a:solidFill>
                <a:latin typeface="Microsoft YaHei"/>
                <a:ea typeface="Microsoft YaHei"/>
                <a:cs typeface="Microsoft YaHei"/>
              </a:defRPr>
            </a:lvl5pPr>
            <a:lvl6pPr algn="l">
              <a:defRPr sz="1875" b="0">
                <a:solidFill>
                  <a:srgbClr val="303030"/>
                </a:solidFill>
                <a:latin typeface="Microsoft YaHei"/>
                <a:ea typeface="Microsoft YaHei"/>
                <a:cs typeface="Microsoft YaHei"/>
              </a:defRPr>
            </a:lvl6pPr>
            <a:lvl7pPr algn="l">
              <a:defRPr sz="1875" b="0">
                <a:solidFill>
                  <a:srgbClr val="303030"/>
                </a:solidFill>
                <a:latin typeface="Microsoft YaHei"/>
                <a:ea typeface="Microsoft YaHei"/>
                <a:cs typeface="Microsoft YaHei"/>
              </a:defRPr>
            </a:lvl7pPr>
            <a:lvl8pPr algn="l">
              <a:defRPr sz="1875" b="0">
                <a:solidFill>
                  <a:srgbClr val="303030"/>
                </a:solidFill>
                <a:latin typeface="Microsoft YaHei"/>
                <a:ea typeface="Microsoft YaHei"/>
                <a:cs typeface="Microsoft YaHei"/>
              </a:defRPr>
            </a:lvl8pPr>
            <a:lvl9pPr algn="l">
              <a:defRPr sz="1875" b="0">
                <a:solidFill>
                  <a:srgbClr val="303030"/>
                </a:solidFill>
                <a:latin typeface="Microsoft YaHei"/>
                <a:ea typeface="Microsoft YaHei"/>
                <a:cs typeface="Microsoft YaHei"/>
              </a:defRPr>
            </a:lvl9pPr>
          </a:lstStyle>
          <a:p xmlns:a="http://schemas.openxmlformats.org/drawingml/2006/main">
            <a:pPr algn="l">
              <a:defRPr sz="1875" b="0">
                <a:solidFill>
                  <a:srgbClr val="303030"/>
                </a:solidFill>
                <a:latin typeface="Microsoft YaHei"/>
                <a:ea typeface="Microsoft YaHei"/>
                <a:cs typeface="Microsoft YaHei"/>
              </a:defRPr>
            </a:pPr>
            <a:r>
              <a:rPr sz="1875" b="0">
                <a:solidFill>
                  <a:srgbClr val="303030"/>
                </a:solidFill>
                <a:latin typeface="Microsoft YaHei"/>
                <a:ea typeface="Microsoft YaHei"/>
                <a:cs typeface="Microsoft YaHei"/>
              </a:rPr>
              <a:t>Evidence and experience use</a:t>
            </a:r>
          </a:p>
        </p:txBody>
      </p:sp>
      <p:sp>
        <p:nvSpPr>
          <p:cNvPr id="9" name="evidence-detail">
            <a:extLst xmlns:a="http://schemas.openxmlformats.org/drawingml/2006/main">
              <a:ext uri="{FF2B5EF4-FFF2-40B4-BE49-F238E27FC236}">
                <a16:creationId xmlns:a16="http://schemas.microsoft.com/office/drawing/2014/main" id="{80A8D319-06D3-4D78-BF73-030F7046E8A0}"/>
              </a:ext>
            </a:extLst>
          </p:cNvPr>
          <p:cNvSpPr>
            <a:spLocks xmlns:a="http://schemas.openxmlformats.org/drawingml/2006/main" noGrp="1"/>
          </p:cNvSpPr>
          <p:nvPr/>
        </p:nvSpPr>
        <p:spPr>
          <a:xfrm xmlns:a="http://schemas.openxmlformats.org/drawingml/2006/main">
            <a:off x="571500" y="4343400"/>
            <a:ext cx="5286375"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303030"/>
                </a:solidFill>
                <a:latin typeface="Microsoft YaHei"/>
                <a:ea typeface="Microsoft YaHei"/>
                <a:cs typeface="Microsoft YaHei"/>
              </a:defRPr>
            </a:defPPr>
            <a:lvl1pPr algn="l">
              <a:defRPr sz="1650" b="0">
                <a:solidFill>
                  <a:srgbClr val="303030"/>
                </a:solidFill>
                <a:latin typeface="Microsoft YaHei"/>
                <a:ea typeface="Microsoft YaHei"/>
                <a:cs typeface="Microsoft YaHei"/>
              </a:defRPr>
            </a:lvl1pPr>
            <a:lvl2pPr algn="l">
              <a:defRPr sz="1650" b="0">
                <a:solidFill>
                  <a:srgbClr val="303030"/>
                </a:solidFill>
                <a:latin typeface="Microsoft YaHei"/>
                <a:ea typeface="Microsoft YaHei"/>
                <a:cs typeface="Microsoft YaHei"/>
              </a:defRPr>
            </a:lvl2pPr>
            <a:lvl3pPr algn="l">
              <a:defRPr sz="1650" b="0">
                <a:solidFill>
                  <a:srgbClr val="303030"/>
                </a:solidFill>
                <a:latin typeface="Microsoft YaHei"/>
                <a:ea typeface="Microsoft YaHei"/>
                <a:cs typeface="Microsoft YaHei"/>
              </a:defRPr>
            </a:lvl3pPr>
            <a:lvl4pPr algn="l">
              <a:defRPr sz="1650" b="0">
                <a:solidFill>
                  <a:srgbClr val="303030"/>
                </a:solidFill>
                <a:latin typeface="Microsoft YaHei"/>
                <a:ea typeface="Microsoft YaHei"/>
                <a:cs typeface="Microsoft YaHei"/>
              </a:defRPr>
            </a:lvl4pPr>
            <a:lvl5pPr algn="l">
              <a:defRPr sz="1650" b="0">
                <a:solidFill>
                  <a:srgbClr val="303030"/>
                </a:solidFill>
                <a:latin typeface="Microsoft YaHei"/>
                <a:ea typeface="Microsoft YaHei"/>
                <a:cs typeface="Microsoft YaHei"/>
              </a:defRPr>
            </a:lvl5pPr>
            <a:lvl6pPr algn="l">
              <a:defRPr sz="1650" b="0">
                <a:solidFill>
                  <a:srgbClr val="303030"/>
                </a:solidFill>
                <a:latin typeface="Microsoft YaHei"/>
                <a:ea typeface="Microsoft YaHei"/>
                <a:cs typeface="Microsoft YaHei"/>
              </a:defRPr>
            </a:lvl6pPr>
            <a:lvl7pPr algn="l">
              <a:defRPr sz="1650" b="0">
                <a:solidFill>
                  <a:srgbClr val="303030"/>
                </a:solidFill>
                <a:latin typeface="Microsoft YaHei"/>
                <a:ea typeface="Microsoft YaHei"/>
                <a:cs typeface="Microsoft YaHei"/>
              </a:defRPr>
            </a:lvl7pPr>
            <a:lvl8pPr algn="l">
              <a:defRPr sz="1650" b="0">
                <a:solidFill>
                  <a:srgbClr val="303030"/>
                </a:solidFill>
                <a:latin typeface="Microsoft YaHei"/>
                <a:ea typeface="Microsoft YaHei"/>
                <a:cs typeface="Microsoft YaHei"/>
              </a:defRPr>
            </a:lvl8pPr>
            <a:lvl9pPr algn="l">
              <a:defRPr sz="1650" b="0">
                <a:solidFill>
                  <a:srgbClr val="303030"/>
                </a:solidFill>
                <a:latin typeface="Microsoft YaHei"/>
                <a:ea typeface="Microsoft YaHei"/>
                <a:cs typeface="Microsoft YaHei"/>
              </a:defRPr>
            </a:lvl9pPr>
          </a:lstStyle>
          <a:p xmlns:a="http://schemas.openxmlformats.org/drawingml/2006/main">
            <a:pPr algn="l">
              <a:defRPr sz="1650" b="0">
                <a:solidFill>
                  <a:srgbClr val="303030"/>
                </a:solidFill>
                <a:latin typeface="Microsoft YaHei"/>
                <a:ea typeface="Microsoft YaHei"/>
                <a:cs typeface="Microsoft YaHei"/>
              </a:defRPr>
            </a:pPr>
            <a:r>
              <a:rPr sz="1650" b="0">
                <a:solidFill>
                  <a:srgbClr val="303030"/>
                </a:solidFill>
                <a:latin typeface="Microsoft YaHei"/>
                <a:ea typeface="Microsoft YaHei"/>
                <a:cs typeface="Microsoft YaHei"/>
              </a:rPr>
              <a:t>FM-2.4: a finding is not passed on.</a:t>
            </a:r>
          </a:p>
          <a:p xmlns:a="http://schemas.openxmlformats.org/drawingml/2006/main">
            <a:pPr algn="l">
              <a:defRPr sz="1650" b="0">
                <a:solidFill>
                  <a:srgbClr val="303030"/>
                </a:solidFill>
                <a:latin typeface="Microsoft YaHei"/>
                <a:ea typeface="Microsoft YaHei"/>
                <a:cs typeface="Microsoft YaHei"/>
              </a:defRPr>
            </a:pPr>
            <a:r>
              <a:rPr sz="1650" b="0">
                <a:solidFill>
                  <a:srgbClr val="303030"/>
                </a:solidFill>
                <a:latin typeface="Microsoft YaHei"/>
                <a:ea typeface="Microsoft YaHei"/>
                <a:cs typeface="Microsoft YaHei"/>
              </a:rPr>
              <a:t>FM-2.5: received evidence is ignored.</a:t>
            </a:r>
          </a:p>
          <a:p xmlns:a="http://schemas.openxmlformats.org/drawingml/2006/main">
            <a:pPr algn="l">
              <a:defRPr sz="1650" b="0">
                <a:solidFill>
                  <a:srgbClr val="303030"/>
                </a:solidFill>
                <a:latin typeface="Microsoft YaHei"/>
                <a:ea typeface="Microsoft YaHei"/>
                <a:cs typeface="Microsoft YaHei"/>
              </a:defRPr>
            </a:pPr>
            <a:r>
              <a:rPr sz="1650" b="0">
                <a:solidFill>
                  <a:srgbClr val="303030"/>
                </a:solidFill>
                <a:latin typeface="Microsoft YaHei"/>
                <a:ea typeface="Microsoft YaHei"/>
                <a:cs typeface="Microsoft YaHei"/>
              </a:rPr>
              <a:t>Experience misuse may require finer coding.</a:t>
            </a:r>
          </a:p>
        </p:txBody>
      </p:sp>
      <p:sp>
        <p:nvSpPr>
          <p:cNvPr id="10" name="review-label">
            <a:extLst xmlns:a="http://schemas.openxmlformats.org/drawingml/2006/main">
              <a:ext uri="{FF2B5EF4-FFF2-40B4-BE49-F238E27FC236}">
                <a16:creationId xmlns:a16="http://schemas.microsoft.com/office/drawing/2014/main" id="{777477D9-1887-4A1C-8C6B-3DF626845274}"/>
              </a:ext>
            </a:extLst>
          </p:cNvPr>
          <p:cNvSpPr>
            <a:spLocks xmlns:a="http://schemas.openxmlformats.org/drawingml/2006/main" noGrp="1"/>
          </p:cNvSpPr>
          <p:nvPr/>
        </p:nvSpPr>
        <p:spPr>
          <a:xfrm xmlns:a="http://schemas.openxmlformats.org/drawingml/2006/main">
            <a:off x="6334125" y="38766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03030"/>
                </a:solidFill>
                <a:latin typeface="Microsoft YaHei"/>
                <a:ea typeface="Microsoft YaHei"/>
                <a:cs typeface="Microsoft YaHei"/>
              </a:defRPr>
            </a:defPPr>
            <a:lvl1pPr algn="l">
              <a:defRPr sz="1875" b="0">
                <a:solidFill>
                  <a:srgbClr val="303030"/>
                </a:solidFill>
                <a:latin typeface="Microsoft YaHei"/>
                <a:ea typeface="Microsoft YaHei"/>
                <a:cs typeface="Microsoft YaHei"/>
              </a:defRPr>
            </a:lvl1pPr>
            <a:lvl2pPr algn="l">
              <a:defRPr sz="1875" b="0">
                <a:solidFill>
                  <a:srgbClr val="303030"/>
                </a:solidFill>
                <a:latin typeface="Microsoft YaHei"/>
                <a:ea typeface="Microsoft YaHei"/>
                <a:cs typeface="Microsoft YaHei"/>
              </a:defRPr>
            </a:lvl2pPr>
            <a:lvl3pPr algn="l">
              <a:defRPr sz="1875" b="0">
                <a:solidFill>
                  <a:srgbClr val="303030"/>
                </a:solidFill>
                <a:latin typeface="Microsoft YaHei"/>
                <a:ea typeface="Microsoft YaHei"/>
                <a:cs typeface="Microsoft YaHei"/>
              </a:defRPr>
            </a:lvl3pPr>
            <a:lvl4pPr algn="l">
              <a:defRPr sz="1875" b="0">
                <a:solidFill>
                  <a:srgbClr val="303030"/>
                </a:solidFill>
                <a:latin typeface="Microsoft YaHei"/>
                <a:ea typeface="Microsoft YaHei"/>
                <a:cs typeface="Microsoft YaHei"/>
              </a:defRPr>
            </a:lvl4pPr>
            <a:lvl5pPr algn="l">
              <a:defRPr sz="1875" b="0">
                <a:solidFill>
                  <a:srgbClr val="303030"/>
                </a:solidFill>
                <a:latin typeface="Microsoft YaHei"/>
                <a:ea typeface="Microsoft YaHei"/>
                <a:cs typeface="Microsoft YaHei"/>
              </a:defRPr>
            </a:lvl5pPr>
            <a:lvl6pPr algn="l">
              <a:defRPr sz="1875" b="0">
                <a:solidFill>
                  <a:srgbClr val="303030"/>
                </a:solidFill>
                <a:latin typeface="Microsoft YaHei"/>
                <a:ea typeface="Microsoft YaHei"/>
                <a:cs typeface="Microsoft YaHei"/>
              </a:defRPr>
            </a:lvl6pPr>
            <a:lvl7pPr algn="l">
              <a:defRPr sz="1875" b="0">
                <a:solidFill>
                  <a:srgbClr val="303030"/>
                </a:solidFill>
                <a:latin typeface="Microsoft YaHei"/>
                <a:ea typeface="Microsoft YaHei"/>
                <a:cs typeface="Microsoft YaHei"/>
              </a:defRPr>
            </a:lvl7pPr>
            <a:lvl8pPr algn="l">
              <a:defRPr sz="1875" b="0">
                <a:solidFill>
                  <a:srgbClr val="303030"/>
                </a:solidFill>
                <a:latin typeface="Microsoft YaHei"/>
                <a:ea typeface="Microsoft YaHei"/>
                <a:cs typeface="Microsoft YaHei"/>
              </a:defRPr>
            </a:lvl8pPr>
            <a:lvl9pPr algn="l">
              <a:defRPr sz="1875" b="0">
                <a:solidFill>
                  <a:srgbClr val="303030"/>
                </a:solidFill>
                <a:latin typeface="Microsoft YaHei"/>
                <a:ea typeface="Microsoft YaHei"/>
                <a:cs typeface="Microsoft YaHei"/>
              </a:defRPr>
            </a:lvl9pPr>
          </a:lstStyle>
          <a:p xmlns:a="http://schemas.openxmlformats.org/drawingml/2006/main">
            <a:pPr algn="l">
              <a:defRPr sz="1875" b="0">
                <a:solidFill>
                  <a:srgbClr val="303030"/>
                </a:solidFill>
                <a:latin typeface="Microsoft YaHei"/>
                <a:ea typeface="Microsoft YaHei"/>
                <a:cs typeface="Microsoft YaHei"/>
              </a:defRPr>
            </a:pPr>
            <a:r>
              <a:rPr sz="1875" b="0">
                <a:solidFill>
                  <a:srgbClr val="303030"/>
                </a:solidFill>
                <a:latin typeface="Microsoft YaHei"/>
                <a:ea typeface="Microsoft YaHei"/>
                <a:cs typeface="Microsoft YaHei"/>
              </a:rPr>
              <a:t>Semantic verification</a:t>
            </a:r>
          </a:p>
        </p:txBody>
      </p:sp>
      <p:sp>
        <p:nvSpPr>
          <p:cNvPr id="11" name="review-detail">
            <a:extLst xmlns:a="http://schemas.openxmlformats.org/drawingml/2006/main">
              <a:ext uri="{FF2B5EF4-FFF2-40B4-BE49-F238E27FC236}">
                <a16:creationId xmlns:a16="http://schemas.microsoft.com/office/drawing/2014/main" id="{1F6265D0-8A9E-45D4-9725-84E00B796C29}"/>
              </a:ext>
            </a:extLst>
          </p:cNvPr>
          <p:cNvSpPr>
            <a:spLocks xmlns:a="http://schemas.openxmlformats.org/drawingml/2006/main" noGrp="1"/>
          </p:cNvSpPr>
          <p:nvPr/>
        </p:nvSpPr>
        <p:spPr>
          <a:xfrm xmlns:a="http://schemas.openxmlformats.org/drawingml/2006/main">
            <a:off x="6334125" y="4343400"/>
            <a:ext cx="519112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303030"/>
                </a:solidFill>
                <a:latin typeface="Microsoft YaHei"/>
                <a:ea typeface="Microsoft YaHei"/>
                <a:cs typeface="Microsoft YaHei"/>
              </a:defRPr>
            </a:defPPr>
            <a:lvl1pPr algn="l">
              <a:defRPr sz="1725" b="0">
                <a:solidFill>
                  <a:srgbClr val="303030"/>
                </a:solidFill>
                <a:latin typeface="Microsoft YaHei"/>
                <a:ea typeface="Microsoft YaHei"/>
                <a:cs typeface="Microsoft YaHei"/>
              </a:defRPr>
            </a:lvl1pPr>
            <a:lvl2pPr algn="l">
              <a:defRPr sz="1725" b="0">
                <a:solidFill>
                  <a:srgbClr val="303030"/>
                </a:solidFill>
                <a:latin typeface="Microsoft YaHei"/>
                <a:ea typeface="Microsoft YaHei"/>
                <a:cs typeface="Microsoft YaHei"/>
              </a:defRPr>
            </a:lvl2pPr>
            <a:lvl3pPr algn="l">
              <a:defRPr sz="1725" b="0">
                <a:solidFill>
                  <a:srgbClr val="303030"/>
                </a:solidFill>
                <a:latin typeface="Microsoft YaHei"/>
                <a:ea typeface="Microsoft YaHei"/>
                <a:cs typeface="Microsoft YaHei"/>
              </a:defRPr>
            </a:lvl3pPr>
            <a:lvl4pPr algn="l">
              <a:defRPr sz="1725" b="0">
                <a:solidFill>
                  <a:srgbClr val="303030"/>
                </a:solidFill>
                <a:latin typeface="Microsoft YaHei"/>
                <a:ea typeface="Microsoft YaHei"/>
                <a:cs typeface="Microsoft YaHei"/>
              </a:defRPr>
            </a:lvl4pPr>
            <a:lvl5pPr algn="l">
              <a:defRPr sz="1725" b="0">
                <a:solidFill>
                  <a:srgbClr val="303030"/>
                </a:solidFill>
                <a:latin typeface="Microsoft YaHei"/>
                <a:ea typeface="Microsoft YaHei"/>
                <a:cs typeface="Microsoft YaHei"/>
              </a:defRPr>
            </a:lvl5pPr>
            <a:lvl6pPr algn="l">
              <a:defRPr sz="1725" b="0">
                <a:solidFill>
                  <a:srgbClr val="303030"/>
                </a:solidFill>
                <a:latin typeface="Microsoft YaHei"/>
                <a:ea typeface="Microsoft YaHei"/>
                <a:cs typeface="Microsoft YaHei"/>
              </a:defRPr>
            </a:lvl6pPr>
            <a:lvl7pPr algn="l">
              <a:defRPr sz="1725" b="0">
                <a:solidFill>
                  <a:srgbClr val="303030"/>
                </a:solidFill>
                <a:latin typeface="Microsoft YaHei"/>
                <a:ea typeface="Microsoft YaHei"/>
                <a:cs typeface="Microsoft YaHei"/>
              </a:defRPr>
            </a:lvl7pPr>
            <a:lvl8pPr algn="l">
              <a:defRPr sz="1725" b="0">
                <a:solidFill>
                  <a:srgbClr val="303030"/>
                </a:solidFill>
                <a:latin typeface="Microsoft YaHei"/>
                <a:ea typeface="Microsoft YaHei"/>
                <a:cs typeface="Microsoft YaHei"/>
              </a:defRPr>
            </a:lvl8pPr>
            <a:lvl9pPr algn="l">
              <a:defRPr sz="1725" b="0">
                <a:solidFill>
                  <a:srgbClr val="303030"/>
                </a:solidFill>
                <a:latin typeface="Microsoft YaHei"/>
                <a:ea typeface="Microsoft YaHei"/>
                <a:cs typeface="Microsoft YaHei"/>
              </a:defRPr>
            </a:lvl9pPr>
          </a:lstStyle>
          <a:p xmlns:a="http://schemas.openxmlformats.org/drawingml/2006/main">
            <a:pPr algn="l">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FM-3.2: a required check is omitted.</a:t>
            </a:r>
          </a:p>
          <a:p xmlns:a="http://schemas.openxmlformats.org/drawingml/2006/main">
            <a:pPr algn="l">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FM-3.3: an attempted check is judged wrongly.</a:t>
            </a:r>
          </a:p>
        </p:txBody>
      </p:sp>
      <p:sp>
        <p:nvSpPr>
          <p:cNvPr id="12" name="scope">
            <a:extLst xmlns:a="http://schemas.openxmlformats.org/drawingml/2006/main">
              <a:ext uri="{FF2B5EF4-FFF2-40B4-BE49-F238E27FC236}">
                <a16:creationId xmlns:a16="http://schemas.microsoft.com/office/drawing/2014/main" id="{CBCD1F52-2B25-446B-A5E4-E5741D9B04CE}"/>
              </a:ext>
            </a:extLst>
          </p:cNvPr>
          <p:cNvSpPr>
            <a:spLocks xmlns:a="http://schemas.openxmlformats.org/drawingml/2006/main" noGrp="1"/>
          </p:cNvSpPr>
          <p:nvPr/>
        </p:nvSpPr>
        <p:spPr>
          <a:xfrm xmlns:a="http://schemas.openxmlformats.org/drawingml/2006/main">
            <a:off x="571500" y="56007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5555"/>
                </a:solidFill>
                <a:latin typeface="Microsoft YaHei"/>
                <a:ea typeface="Microsoft YaHei"/>
                <a:cs typeface="Microsoft YaHei"/>
              </a:defRPr>
            </a:defPPr>
            <a:lvl1pPr algn="l">
              <a:defRPr sz="1725" b="0">
                <a:solidFill>
                  <a:srgbClr val="555555"/>
                </a:solidFill>
                <a:latin typeface="Microsoft YaHei"/>
                <a:ea typeface="Microsoft YaHei"/>
                <a:cs typeface="Microsoft YaHei"/>
              </a:defRPr>
            </a:lvl1pPr>
            <a:lvl2pPr algn="l">
              <a:defRPr sz="1725" b="0">
                <a:solidFill>
                  <a:srgbClr val="555555"/>
                </a:solidFill>
                <a:latin typeface="Microsoft YaHei"/>
                <a:ea typeface="Microsoft YaHei"/>
                <a:cs typeface="Microsoft YaHei"/>
              </a:defRPr>
            </a:lvl2pPr>
            <a:lvl3pPr algn="l">
              <a:defRPr sz="1725" b="0">
                <a:solidFill>
                  <a:srgbClr val="555555"/>
                </a:solidFill>
                <a:latin typeface="Microsoft YaHei"/>
                <a:ea typeface="Microsoft YaHei"/>
                <a:cs typeface="Microsoft YaHei"/>
              </a:defRPr>
            </a:lvl3pPr>
            <a:lvl4pPr algn="l">
              <a:defRPr sz="1725" b="0">
                <a:solidFill>
                  <a:srgbClr val="555555"/>
                </a:solidFill>
                <a:latin typeface="Microsoft YaHei"/>
                <a:ea typeface="Microsoft YaHei"/>
                <a:cs typeface="Microsoft YaHei"/>
              </a:defRPr>
            </a:lvl4pPr>
            <a:lvl5pPr algn="l">
              <a:defRPr sz="1725" b="0">
                <a:solidFill>
                  <a:srgbClr val="555555"/>
                </a:solidFill>
                <a:latin typeface="Microsoft YaHei"/>
                <a:ea typeface="Microsoft YaHei"/>
                <a:cs typeface="Microsoft YaHei"/>
              </a:defRPr>
            </a:lvl5pPr>
            <a:lvl6pPr algn="l">
              <a:defRPr sz="1725" b="0">
                <a:solidFill>
                  <a:srgbClr val="555555"/>
                </a:solidFill>
                <a:latin typeface="Microsoft YaHei"/>
                <a:ea typeface="Microsoft YaHei"/>
                <a:cs typeface="Microsoft YaHei"/>
              </a:defRPr>
            </a:lvl6pPr>
            <a:lvl7pPr algn="l">
              <a:defRPr sz="1725" b="0">
                <a:solidFill>
                  <a:srgbClr val="555555"/>
                </a:solidFill>
                <a:latin typeface="Microsoft YaHei"/>
                <a:ea typeface="Microsoft YaHei"/>
                <a:cs typeface="Microsoft YaHei"/>
              </a:defRPr>
            </a:lvl7pPr>
            <a:lvl8pPr algn="l">
              <a:defRPr sz="1725" b="0">
                <a:solidFill>
                  <a:srgbClr val="555555"/>
                </a:solidFill>
                <a:latin typeface="Microsoft YaHei"/>
                <a:ea typeface="Microsoft YaHei"/>
                <a:cs typeface="Microsoft YaHei"/>
              </a:defRPr>
            </a:lvl8pPr>
            <a:lvl9pPr algn="l">
              <a:defRPr sz="1725" b="0">
                <a:solidFill>
                  <a:srgbClr val="555555"/>
                </a:solidFill>
                <a:latin typeface="Microsoft YaHei"/>
                <a:ea typeface="Microsoft YaHei"/>
                <a:cs typeface="Microsoft YaHei"/>
              </a:defRPr>
            </a:lvl9pPr>
          </a:lstStyle>
          <a:p xmlns:a="http://schemas.openxmlformats.org/drawingml/2006/main">
            <a:pPr algn="l">
              <a:defRPr sz="1725" b="0">
                <a:solidFill>
                  <a:srgbClr val="555555"/>
                </a:solidFill>
                <a:latin typeface="Microsoft YaHei"/>
                <a:ea typeface="Microsoft YaHei"/>
                <a:cs typeface="Microsoft YaHei"/>
              </a:defRPr>
            </a:pPr>
            <a:r>
              <a:rPr sz="1725" b="0">
                <a:solidFill>
                  <a:srgbClr val="555555"/>
                </a:solidFill>
                <a:latin typeface="Microsoft YaHei"/>
                <a:ea typeface="Microsoft YaHei"/>
                <a:cs typeface="Microsoft YaHei"/>
              </a:rPr>
              <a:t>Classify observed actions; use controlled comparisons to test the repairs.</a:t>
            </a:r>
          </a:p>
        </p:txBody>
      </p:sp>
      <p:sp>
        <p:nvSpPr>
          <p:cNvPr id="13" name="sources">
            <a:extLst xmlns:a="http://schemas.openxmlformats.org/drawingml/2006/main">
              <a:ext uri="{FF2B5EF4-FFF2-40B4-BE49-F238E27FC236}">
                <a16:creationId xmlns:a16="http://schemas.microsoft.com/office/drawing/2014/main" id="{74A7D63F-D624-4AD8-8210-3D062525CEB8}"/>
              </a:ext>
            </a:extLst>
          </p:cNvPr>
          <p:cNvSpPr>
            <a:spLocks xmlns:a="http://schemas.openxmlformats.org/drawingml/2006/main" noGrp="1"/>
          </p:cNvSpPr>
          <p:nvPr/>
        </p:nvSpPr>
        <p:spPr>
          <a:xfrm xmlns:a="http://schemas.openxmlformats.org/drawingml/2006/main">
            <a:off x="571500" y="609600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75" b="0">
                <a:solidFill>
                  <a:srgbClr val="555555"/>
                </a:solidFill>
                <a:latin typeface="Microsoft YaHei"/>
                <a:ea typeface="Microsoft YaHei"/>
                <a:cs typeface="Microsoft YaHei"/>
              </a:defRPr>
            </a:defPPr>
            <a:lvl1pPr algn="l">
              <a:defRPr sz="975" b="0">
                <a:solidFill>
                  <a:srgbClr val="555555"/>
                </a:solidFill>
                <a:latin typeface="Microsoft YaHei"/>
                <a:ea typeface="Microsoft YaHei"/>
                <a:cs typeface="Microsoft YaHei"/>
              </a:defRPr>
            </a:lvl1pPr>
            <a:lvl2pPr algn="l">
              <a:defRPr sz="975" b="0">
                <a:solidFill>
                  <a:srgbClr val="555555"/>
                </a:solidFill>
                <a:latin typeface="Microsoft YaHei"/>
                <a:ea typeface="Microsoft YaHei"/>
                <a:cs typeface="Microsoft YaHei"/>
              </a:defRPr>
            </a:lvl2pPr>
            <a:lvl3pPr algn="l">
              <a:defRPr sz="975" b="0">
                <a:solidFill>
                  <a:srgbClr val="555555"/>
                </a:solidFill>
                <a:latin typeface="Microsoft YaHei"/>
                <a:ea typeface="Microsoft YaHei"/>
                <a:cs typeface="Microsoft YaHei"/>
              </a:defRPr>
            </a:lvl3pPr>
            <a:lvl4pPr algn="l">
              <a:defRPr sz="975" b="0">
                <a:solidFill>
                  <a:srgbClr val="555555"/>
                </a:solidFill>
                <a:latin typeface="Microsoft YaHei"/>
                <a:ea typeface="Microsoft YaHei"/>
                <a:cs typeface="Microsoft YaHei"/>
              </a:defRPr>
            </a:lvl4pPr>
            <a:lvl5pPr algn="l">
              <a:defRPr sz="975" b="0">
                <a:solidFill>
                  <a:srgbClr val="555555"/>
                </a:solidFill>
                <a:latin typeface="Microsoft YaHei"/>
                <a:ea typeface="Microsoft YaHei"/>
                <a:cs typeface="Microsoft YaHei"/>
              </a:defRPr>
            </a:lvl5pPr>
            <a:lvl6pPr algn="l">
              <a:defRPr sz="975" b="0">
                <a:solidFill>
                  <a:srgbClr val="555555"/>
                </a:solidFill>
                <a:latin typeface="Microsoft YaHei"/>
                <a:ea typeface="Microsoft YaHei"/>
                <a:cs typeface="Microsoft YaHei"/>
              </a:defRPr>
            </a:lvl6pPr>
            <a:lvl7pPr algn="l">
              <a:defRPr sz="975" b="0">
                <a:solidFill>
                  <a:srgbClr val="555555"/>
                </a:solidFill>
                <a:latin typeface="Microsoft YaHei"/>
                <a:ea typeface="Microsoft YaHei"/>
                <a:cs typeface="Microsoft YaHei"/>
              </a:defRPr>
            </a:lvl7pPr>
            <a:lvl8pPr algn="l">
              <a:defRPr sz="975" b="0">
                <a:solidFill>
                  <a:srgbClr val="555555"/>
                </a:solidFill>
                <a:latin typeface="Microsoft YaHei"/>
                <a:ea typeface="Microsoft YaHei"/>
                <a:cs typeface="Microsoft YaHei"/>
              </a:defRPr>
            </a:lvl8pPr>
            <a:lvl9pPr algn="l">
              <a:defRPr sz="975" b="0">
                <a:solidFill>
                  <a:srgbClr val="555555"/>
                </a:solidFill>
                <a:latin typeface="Microsoft YaHei"/>
                <a:ea typeface="Microsoft YaHei"/>
                <a:cs typeface="Microsoft YaHei"/>
              </a:defRPr>
            </a:lvl9pPr>
          </a:lstStyle>
          <a:p xmlns:a="http://schemas.openxmlformats.org/drawingml/2006/main">
            <a:pPr algn="l">
              <a:defRPr sz="975" b="0">
                <a:solidFill>
                  <a:srgbClr val="555555"/>
                </a:solidFill>
                <a:latin typeface="Microsoft YaHei"/>
                <a:ea typeface="Microsoft YaHei"/>
                <a:cs typeface="Microsoft YaHei"/>
              </a:defRPr>
            </a:pPr>
            <a:r>
              <a:rPr sz="975" b="0">
                <a:solidFill>
                  <a:srgbClr val="555555"/>
                </a:solidFill>
                <a:latin typeface="Microsoft YaHei"/>
                <a:ea typeface="Microsoft YaHei"/>
                <a:cs typeface="Microsoft YaHei"/>
                <a:hlinkClick xmlns:r="http://schemas.openxmlformats.org/officeDocument/2006/relationships" r:id="Rc9d2ac47f1954271"/>
              </a:rPr>
              <a:t>Cemri et al. · MAST v3</a:t>
            </a:r>
          </a:p>
        </p:txBody>
      </p:sp>
    </p:spTree>
    <p:extLst>
      <p:ext uri="{BB962C8B-B14F-4D97-AF65-F5344CB8AC3E}">
        <p14:creationId xmlns:p14="http://schemas.microsoft.com/office/powerpoint/2010/main" val="91057728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cxnSp>
        <p:nvCxnSpPr>
          <p:cNvPr id="10" name="">
            <a:extLst xmlns:a="http://schemas.openxmlformats.org/drawingml/2006/main">
              <a:ext uri="{FF2B5EF4-FFF2-40B4-BE49-F238E27FC236}">
                <a16:creationId xmlns:a16="http://schemas.microsoft.com/office/drawing/2014/main" id="{11D5A195-D29A-4063-A383-82F7467F637E}"/>
              </a:ext>
            </a:extLst>
          </p:cNvPr>
          <p:cNvCxnSpPr>
            <a:stCxn xmlns:a="http://schemas.openxmlformats.org/drawingml/2006/main" id="7" idx="3"/>
            <a:endCxn xmlns:a="http://schemas.openxmlformats.org/drawingml/2006/main" id="8" idx="1"/>
          </p:cNvCxnSpPr>
          <p:nvPr/>
        </p:nvCxnSpPr>
        <p:spPr>
          <a:xfrm xmlns:a="http://schemas.openxmlformats.org/drawingml/2006/main">
            <a:off x="7715250" y="3743325"/>
            <a:ext cx="476250" cy="0"/>
          </a:xfrm>
          <a:prstGeom xmlns:a="http://schemas.openxmlformats.org/drawingml/2006/main" prst="straightConnector1">
            <a:avLst/>
          </a:prstGeom>
          <a:ln xmlns:a="http://schemas.openxmlformats.org/drawingml/2006/main" w="14288">
            <a:solidFill>
              <a:srgbClr val="8D8D8D"/>
            </a:solidFill>
            <a:tailEnd type="arrow" w="med" len="med"/>
          </a:ln>
        </p:spPr>
      </p:cxnSp>
      <p:cxnSp>
        <p:nvCxnSpPr>
          <p:cNvPr id="9" name="">
            <a:extLst xmlns:a="http://schemas.openxmlformats.org/drawingml/2006/main">
              <a:ext uri="{FF2B5EF4-FFF2-40B4-BE49-F238E27FC236}">
                <a16:creationId xmlns:a16="http://schemas.microsoft.com/office/drawing/2014/main" id="{6505C59F-B04E-4681-82C1-F6B638B085F7}"/>
              </a:ext>
            </a:extLst>
          </p:cNvPr>
          <p:cNvCxnSpPr>
            <a:stCxn xmlns:a="http://schemas.openxmlformats.org/drawingml/2006/main" id="6" idx="3"/>
            <a:endCxn xmlns:a="http://schemas.openxmlformats.org/drawingml/2006/main" id="7" idx="1"/>
          </p:cNvCxnSpPr>
          <p:nvPr/>
        </p:nvCxnSpPr>
        <p:spPr>
          <a:xfrm xmlns:a="http://schemas.openxmlformats.org/drawingml/2006/main">
            <a:off x="3905250" y="3743325"/>
            <a:ext cx="476250" cy="0"/>
          </a:xfrm>
          <a:prstGeom xmlns:a="http://schemas.openxmlformats.org/drawingml/2006/main" prst="straightConnector1">
            <a:avLst/>
          </a:prstGeom>
          <a:ln xmlns:a="http://schemas.openxmlformats.org/drawingml/2006/main" w="14288">
            <a:solidFill>
              <a:srgbClr val="8D8D8D"/>
            </a:solidFill>
            <a:tailEnd type="arrow" w="med" len="med"/>
          </a:ln>
        </p:spPr>
      </p:cxnSp>
      <p:sp>
        <p:nvSpPr>
          <p:cNvPr id="14" name="section">
            <a:extLst xmlns:a="http://schemas.openxmlformats.org/drawingml/2006/main">
              <a:ext uri="{FF2B5EF4-FFF2-40B4-BE49-F238E27FC236}">
                <a16:creationId xmlns:a16="http://schemas.microsoft.com/office/drawing/2014/main" id="{AA72609E-DAD2-4A4B-9084-CB97B57E8C94}"/>
              </a:ext>
            </a:extLst>
          </p:cNvPr>
          <p:cNvSpPr>
            <a:spLocks xmlns:a="http://schemas.openxmlformats.org/drawingml/2006/main" noGrp="1"/>
          </p:cNvSpPr>
          <p:nvPr/>
        </p:nvSpPr>
        <p:spPr>
          <a:xfrm xmlns:a="http://schemas.openxmlformats.org/drawingml/2006/main">
            <a:off x="571500" y="8667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B71920"/>
                </a:solidFill>
                <a:latin typeface="Microsoft YaHei"/>
                <a:ea typeface="Microsoft YaHei"/>
                <a:cs typeface="Microsoft YaHei"/>
              </a:defRPr>
            </a:defPPr>
            <a:lvl1pPr algn="l">
              <a:defRPr sz="1650" b="0">
                <a:solidFill>
                  <a:srgbClr val="B71920"/>
                </a:solidFill>
                <a:latin typeface="Microsoft YaHei"/>
                <a:ea typeface="Microsoft YaHei"/>
                <a:cs typeface="Microsoft YaHei"/>
              </a:defRPr>
            </a:lvl1pPr>
            <a:lvl2pPr algn="l">
              <a:defRPr sz="1650" b="0">
                <a:solidFill>
                  <a:srgbClr val="B71920"/>
                </a:solidFill>
                <a:latin typeface="Microsoft YaHei"/>
                <a:ea typeface="Microsoft YaHei"/>
                <a:cs typeface="Microsoft YaHei"/>
              </a:defRPr>
            </a:lvl2pPr>
            <a:lvl3pPr algn="l">
              <a:defRPr sz="1650" b="0">
                <a:solidFill>
                  <a:srgbClr val="B71920"/>
                </a:solidFill>
                <a:latin typeface="Microsoft YaHei"/>
                <a:ea typeface="Microsoft YaHei"/>
                <a:cs typeface="Microsoft YaHei"/>
              </a:defRPr>
            </a:lvl3pPr>
            <a:lvl4pPr algn="l">
              <a:defRPr sz="1650" b="0">
                <a:solidFill>
                  <a:srgbClr val="B71920"/>
                </a:solidFill>
                <a:latin typeface="Microsoft YaHei"/>
                <a:ea typeface="Microsoft YaHei"/>
                <a:cs typeface="Microsoft YaHei"/>
              </a:defRPr>
            </a:lvl4pPr>
            <a:lvl5pPr algn="l">
              <a:defRPr sz="1650" b="0">
                <a:solidFill>
                  <a:srgbClr val="B71920"/>
                </a:solidFill>
                <a:latin typeface="Microsoft YaHei"/>
                <a:ea typeface="Microsoft YaHei"/>
                <a:cs typeface="Microsoft YaHei"/>
              </a:defRPr>
            </a:lvl5pPr>
            <a:lvl6pPr algn="l">
              <a:defRPr sz="1650" b="0">
                <a:solidFill>
                  <a:srgbClr val="B71920"/>
                </a:solidFill>
                <a:latin typeface="Microsoft YaHei"/>
                <a:ea typeface="Microsoft YaHei"/>
                <a:cs typeface="Microsoft YaHei"/>
              </a:defRPr>
            </a:lvl6pPr>
            <a:lvl7pPr algn="l">
              <a:defRPr sz="1650" b="0">
                <a:solidFill>
                  <a:srgbClr val="B71920"/>
                </a:solidFill>
                <a:latin typeface="Microsoft YaHei"/>
                <a:ea typeface="Microsoft YaHei"/>
                <a:cs typeface="Microsoft YaHei"/>
              </a:defRPr>
            </a:lvl7pPr>
            <a:lvl8pPr algn="l">
              <a:defRPr sz="1650" b="0">
                <a:solidFill>
                  <a:srgbClr val="B71920"/>
                </a:solidFill>
                <a:latin typeface="Microsoft YaHei"/>
                <a:ea typeface="Microsoft YaHei"/>
                <a:cs typeface="Microsoft YaHei"/>
              </a:defRPr>
            </a:lvl8pPr>
            <a:lvl9pPr algn="l">
              <a:defRPr sz="1650" b="0">
                <a:solidFill>
                  <a:srgbClr val="B71920"/>
                </a:solidFill>
                <a:latin typeface="Microsoft YaHei"/>
                <a:ea typeface="Microsoft YaHei"/>
                <a:cs typeface="Microsoft YaHei"/>
              </a:defRPr>
            </a:lvl9pPr>
          </a:lstStyle>
          <a:p xmlns:a="http://schemas.openxmlformats.org/drawingml/2006/main">
            <a:pPr algn="l">
              <a:defRPr sz="1650" b="0">
                <a:solidFill>
                  <a:srgbClr val="B71920"/>
                </a:solidFill>
                <a:latin typeface="Microsoft YaHei"/>
                <a:ea typeface="Microsoft YaHei"/>
                <a:cs typeface="Microsoft YaHei"/>
              </a:defRPr>
            </a:pPr>
            <a:r>
              <a:rPr sz="1650" b="0">
                <a:solidFill>
                  <a:srgbClr val="B71920"/>
                </a:solidFill>
                <a:latin typeface="Microsoft YaHei"/>
                <a:ea typeface="Microsoft YaHei"/>
                <a:cs typeface="Microsoft YaHei"/>
              </a:rPr>
              <a:t>Literature Review</a:t>
            </a:r>
          </a:p>
        </p:txBody>
      </p:sp>
      <p:sp>
        <p:nvSpPr>
          <p:cNvPr id="2" name="slide-title">
            <a:extLst xmlns:a="http://schemas.openxmlformats.org/drawingml/2006/main">
              <a:ext uri="{FF2B5EF4-FFF2-40B4-BE49-F238E27FC236}">
                <a16:creationId xmlns:a16="http://schemas.microsoft.com/office/drawing/2014/main" id="{23878694-3FB9-4750-8C64-FA1ED15B2C23}"/>
              </a:ext>
            </a:extLst>
          </p:cNvPr>
          <p:cNvSpPr>
            <a:spLocks xmlns:a="http://schemas.openxmlformats.org/drawingml/2006/main" noGrp="1"/>
          </p:cNvSpPr>
          <p:nvPr/>
        </p:nvSpPr>
        <p:spPr>
          <a:xfrm xmlns:a="http://schemas.openxmlformats.org/drawingml/2006/main">
            <a:off x="571500" y="132397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303030"/>
                </a:solidFill>
                <a:latin typeface="Microsoft YaHei"/>
                <a:ea typeface="Microsoft YaHei"/>
                <a:cs typeface="Microsoft YaHei"/>
              </a:defRPr>
            </a:defPPr>
            <a:lvl1pPr algn="l">
              <a:defRPr sz="2625" b="0">
                <a:solidFill>
                  <a:srgbClr val="303030"/>
                </a:solidFill>
                <a:latin typeface="Microsoft YaHei"/>
                <a:ea typeface="Microsoft YaHei"/>
                <a:cs typeface="Microsoft YaHei"/>
              </a:defRPr>
            </a:lvl1pPr>
            <a:lvl2pPr algn="l">
              <a:defRPr sz="2625" b="0">
                <a:solidFill>
                  <a:srgbClr val="303030"/>
                </a:solidFill>
                <a:latin typeface="Microsoft YaHei"/>
                <a:ea typeface="Microsoft YaHei"/>
                <a:cs typeface="Microsoft YaHei"/>
              </a:defRPr>
            </a:lvl2pPr>
            <a:lvl3pPr algn="l">
              <a:defRPr sz="2625" b="0">
                <a:solidFill>
                  <a:srgbClr val="303030"/>
                </a:solidFill>
                <a:latin typeface="Microsoft YaHei"/>
                <a:ea typeface="Microsoft YaHei"/>
                <a:cs typeface="Microsoft YaHei"/>
              </a:defRPr>
            </a:lvl3pPr>
            <a:lvl4pPr algn="l">
              <a:defRPr sz="2625" b="0">
                <a:solidFill>
                  <a:srgbClr val="303030"/>
                </a:solidFill>
                <a:latin typeface="Microsoft YaHei"/>
                <a:ea typeface="Microsoft YaHei"/>
                <a:cs typeface="Microsoft YaHei"/>
              </a:defRPr>
            </a:lvl4pPr>
            <a:lvl5pPr algn="l">
              <a:defRPr sz="2625" b="0">
                <a:solidFill>
                  <a:srgbClr val="303030"/>
                </a:solidFill>
                <a:latin typeface="Microsoft YaHei"/>
                <a:ea typeface="Microsoft YaHei"/>
                <a:cs typeface="Microsoft YaHei"/>
              </a:defRPr>
            </a:lvl5pPr>
            <a:lvl6pPr algn="l">
              <a:defRPr sz="2625" b="0">
                <a:solidFill>
                  <a:srgbClr val="303030"/>
                </a:solidFill>
                <a:latin typeface="Microsoft YaHei"/>
                <a:ea typeface="Microsoft YaHei"/>
                <a:cs typeface="Microsoft YaHei"/>
              </a:defRPr>
            </a:lvl6pPr>
            <a:lvl7pPr algn="l">
              <a:defRPr sz="2625" b="0">
                <a:solidFill>
                  <a:srgbClr val="303030"/>
                </a:solidFill>
                <a:latin typeface="Microsoft YaHei"/>
                <a:ea typeface="Microsoft YaHei"/>
                <a:cs typeface="Microsoft YaHei"/>
              </a:defRPr>
            </a:lvl7pPr>
            <a:lvl8pPr algn="l">
              <a:defRPr sz="2625" b="0">
                <a:solidFill>
                  <a:srgbClr val="303030"/>
                </a:solidFill>
                <a:latin typeface="Microsoft YaHei"/>
                <a:ea typeface="Microsoft YaHei"/>
                <a:cs typeface="Microsoft YaHei"/>
              </a:defRPr>
            </a:lvl8pPr>
            <a:lvl9pPr algn="l">
              <a:defRPr sz="2625" b="0">
                <a:solidFill>
                  <a:srgbClr val="303030"/>
                </a:solidFill>
                <a:latin typeface="Microsoft YaHei"/>
                <a:ea typeface="Microsoft YaHei"/>
                <a:cs typeface="Microsoft YaHei"/>
              </a:defRPr>
            </a:lvl9pPr>
          </a:lstStyle>
          <a:p xmlns:a="http://schemas.openxmlformats.org/drawingml/2006/main">
            <a:pPr algn="l">
              <a:defRPr sz="2625" b="0">
                <a:solidFill>
                  <a:srgbClr val="303030"/>
                </a:solidFill>
                <a:latin typeface="Microsoft YaHei"/>
                <a:ea typeface="Microsoft YaHei"/>
                <a:cs typeface="Microsoft YaHei"/>
              </a:defRPr>
            </a:pPr>
            <a:r>
              <a:rPr sz="2625" b="0">
                <a:solidFill>
                  <a:srgbClr val="303030"/>
                </a:solidFill>
                <a:latin typeface="Microsoft YaHei"/>
                <a:ea typeface="Microsoft YaHei"/>
                <a:cs typeface="Microsoft YaHei"/>
              </a:rPr>
              <a:t>DABstep: a common test for analytical agents</a:t>
            </a:r>
          </a:p>
        </p:txBody>
      </p:sp>
      <p:sp>
        <p:nvSpPr>
          <p:cNvPr id="3" name="page">
            <a:extLst xmlns:a="http://schemas.openxmlformats.org/drawingml/2006/main">
              <a:ext uri="{FF2B5EF4-FFF2-40B4-BE49-F238E27FC236}">
                <a16:creationId xmlns:a16="http://schemas.microsoft.com/office/drawing/2014/main" id="{F69D285B-73FE-4BA2-A361-3D7DAA72BB26}"/>
              </a:ext>
            </a:extLst>
          </p:cNvPr>
          <p:cNvSpPr>
            <a:spLocks xmlns:a="http://schemas.openxmlformats.org/drawingml/2006/main" noGrp="1"/>
          </p:cNvSpPr>
          <p:nvPr/>
        </p:nvSpPr>
        <p:spPr>
          <a:xfrm xmlns:a="http://schemas.openxmlformats.org/drawingml/2006/main">
            <a:off x="10801350" y="6353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55555"/>
                </a:solidFill>
                <a:latin typeface="Microsoft YaHei"/>
                <a:ea typeface="Microsoft YaHei"/>
                <a:cs typeface="Microsoft YaHei"/>
              </a:defRPr>
            </a:defPPr>
            <a:lvl1pPr algn="r">
              <a:defRPr sz="1125" b="0">
                <a:solidFill>
                  <a:srgbClr val="555555"/>
                </a:solidFill>
                <a:latin typeface="Microsoft YaHei"/>
                <a:ea typeface="Microsoft YaHei"/>
                <a:cs typeface="Microsoft YaHei"/>
              </a:defRPr>
            </a:lvl1pPr>
            <a:lvl2pPr algn="r">
              <a:defRPr sz="1125" b="0">
                <a:solidFill>
                  <a:srgbClr val="555555"/>
                </a:solidFill>
                <a:latin typeface="Microsoft YaHei"/>
                <a:ea typeface="Microsoft YaHei"/>
                <a:cs typeface="Microsoft YaHei"/>
              </a:defRPr>
            </a:lvl2pPr>
            <a:lvl3pPr algn="r">
              <a:defRPr sz="1125" b="0">
                <a:solidFill>
                  <a:srgbClr val="555555"/>
                </a:solidFill>
                <a:latin typeface="Microsoft YaHei"/>
                <a:ea typeface="Microsoft YaHei"/>
                <a:cs typeface="Microsoft YaHei"/>
              </a:defRPr>
            </a:lvl3pPr>
            <a:lvl4pPr algn="r">
              <a:defRPr sz="1125" b="0">
                <a:solidFill>
                  <a:srgbClr val="555555"/>
                </a:solidFill>
                <a:latin typeface="Microsoft YaHei"/>
                <a:ea typeface="Microsoft YaHei"/>
                <a:cs typeface="Microsoft YaHei"/>
              </a:defRPr>
            </a:lvl4pPr>
            <a:lvl5pPr algn="r">
              <a:defRPr sz="1125" b="0">
                <a:solidFill>
                  <a:srgbClr val="555555"/>
                </a:solidFill>
                <a:latin typeface="Microsoft YaHei"/>
                <a:ea typeface="Microsoft YaHei"/>
                <a:cs typeface="Microsoft YaHei"/>
              </a:defRPr>
            </a:lvl5pPr>
            <a:lvl6pPr algn="r">
              <a:defRPr sz="1125" b="0">
                <a:solidFill>
                  <a:srgbClr val="555555"/>
                </a:solidFill>
                <a:latin typeface="Microsoft YaHei"/>
                <a:ea typeface="Microsoft YaHei"/>
                <a:cs typeface="Microsoft YaHei"/>
              </a:defRPr>
            </a:lvl6pPr>
            <a:lvl7pPr algn="r">
              <a:defRPr sz="1125" b="0">
                <a:solidFill>
                  <a:srgbClr val="555555"/>
                </a:solidFill>
                <a:latin typeface="Microsoft YaHei"/>
                <a:ea typeface="Microsoft YaHei"/>
                <a:cs typeface="Microsoft YaHei"/>
              </a:defRPr>
            </a:lvl7pPr>
            <a:lvl8pPr algn="r">
              <a:defRPr sz="1125" b="0">
                <a:solidFill>
                  <a:srgbClr val="555555"/>
                </a:solidFill>
                <a:latin typeface="Microsoft YaHei"/>
                <a:ea typeface="Microsoft YaHei"/>
                <a:cs typeface="Microsoft YaHei"/>
              </a:defRPr>
            </a:lvl8pPr>
            <a:lvl9pPr algn="r">
              <a:defRPr sz="1125" b="0">
                <a:solidFill>
                  <a:srgbClr val="555555"/>
                </a:solidFill>
                <a:latin typeface="Microsoft YaHei"/>
                <a:ea typeface="Microsoft YaHei"/>
                <a:cs typeface="Microsoft YaHei"/>
              </a:defRPr>
            </a:lvl9pPr>
          </a:lstStyle>
          <a:p xmlns:a="http://schemas.openxmlformats.org/drawingml/2006/main">
            <a:pPr algn="r">
              <a:defRPr sz="1125" b="0">
                <a:solidFill>
                  <a:srgbClr val="555555"/>
                </a:solidFill>
                <a:latin typeface="Microsoft YaHei"/>
                <a:ea typeface="Microsoft YaHei"/>
                <a:cs typeface="Microsoft YaHei"/>
              </a:defRPr>
            </a:pPr>
            <a:r>
              <a:rPr sz="1125" b="0">
                <a:solidFill>
                  <a:srgbClr val="555555"/>
                </a:solidFill>
                <a:latin typeface="Microsoft YaHei"/>
                <a:ea typeface="Microsoft YaHei"/>
                <a:cs typeface="Microsoft YaHei"/>
              </a:rPr>
              <a:t>7 / 16</a:t>
            </a:r>
          </a:p>
        </p:txBody>
      </p:sp>
      <p:sp>
        <p:nvSpPr>
          <p:cNvPr id="4" name="fullname">
            <a:extLst xmlns:a="http://schemas.openxmlformats.org/drawingml/2006/main">
              <a:ext uri="{FF2B5EF4-FFF2-40B4-BE49-F238E27FC236}">
                <a16:creationId xmlns:a16="http://schemas.microsoft.com/office/drawing/2014/main" id="{CB29C225-9FBA-4AC2-A0F7-6FF21607ED83}"/>
              </a:ext>
            </a:extLst>
          </p:cNvPr>
          <p:cNvSpPr>
            <a:spLocks xmlns:a="http://schemas.openxmlformats.org/drawingml/2006/main" noGrp="1"/>
          </p:cNvSpPr>
          <p:nvPr/>
        </p:nvSpPr>
        <p:spPr>
          <a:xfrm xmlns:a="http://schemas.openxmlformats.org/drawingml/2006/main">
            <a:off x="571500" y="212407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03030"/>
                </a:solidFill>
                <a:latin typeface="Microsoft YaHei"/>
                <a:ea typeface="Microsoft YaHei"/>
                <a:cs typeface="Microsoft YaHei"/>
              </a:defRPr>
            </a:defPPr>
            <a:lvl1pPr algn="l">
              <a:defRPr sz="1875" b="0">
                <a:solidFill>
                  <a:srgbClr val="303030"/>
                </a:solidFill>
                <a:latin typeface="Microsoft YaHei"/>
                <a:ea typeface="Microsoft YaHei"/>
                <a:cs typeface="Microsoft YaHei"/>
              </a:defRPr>
            </a:lvl1pPr>
            <a:lvl2pPr algn="l">
              <a:defRPr sz="1875" b="0">
                <a:solidFill>
                  <a:srgbClr val="303030"/>
                </a:solidFill>
                <a:latin typeface="Microsoft YaHei"/>
                <a:ea typeface="Microsoft YaHei"/>
                <a:cs typeface="Microsoft YaHei"/>
              </a:defRPr>
            </a:lvl2pPr>
            <a:lvl3pPr algn="l">
              <a:defRPr sz="1875" b="0">
                <a:solidFill>
                  <a:srgbClr val="303030"/>
                </a:solidFill>
                <a:latin typeface="Microsoft YaHei"/>
                <a:ea typeface="Microsoft YaHei"/>
                <a:cs typeface="Microsoft YaHei"/>
              </a:defRPr>
            </a:lvl3pPr>
            <a:lvl4pPr algn="l">
              <a:defRPr sz="1875" b="0">
                <a:solidFill>
                  <a:srgbClr val="303030"/>
                </a:solidFill>
                <a:latin typeface="Microsoft YaHei"/>
                <a:ea typeface="Microsoft YaHei"/>
                <a:cs typeface="Microsoft YaHei"/>
              </a:defRPr>
            </a:lvl4pPr>
            <a:lvl5pPr algn="l">
              <a:defRPr sz="1875" b="0">
                <a:solidFill>
                  <a:srgbClr val="303030"/>
                </a:solidFill>
                <a:latin typeface="Microsoft YaHei"/>
                <a:ea typeface="Microsoft YaHei"/>
                <a:cs typeface="Microsoft YaHei"/>
              </a:defRPr>
            </a:lvl5pPr>
            <a:lvl6pPr algn="l">
              <a:defRPr sz="1875" b="0">
                <a:solidFill>
                  <a:srgbClr val="303030"/>
                </a:solidFill>
                <a:latin typeface="Microsoft YaHei"/>
                <a:ea typeface="Microsoft YaHei"/>
                <a:cs typeface="Microsoft YaHei"/>
              </a:defRPr>
            </a:lvl6pPr>
            <a:lvl7pPr algn="l">
              <a:defRPr sz="1875" b="0">
                <a:solidFill>
                  <a:srgbClr val="303030"/>
                </a:solidFill>
                <a:latin typeface="Microsoft YaHei"/>
                <a:ea typeface="Microsoft YaHei"/>
                <a:cs typeface="Microsoft YaHei"/>
              </a:defRPr>
            </a:lvl7pPr>
            <a:lvl8pPr algn="l">
              <a:defRPr sz="1875" b="0">
                <a:solidFill>
                  <a:srgbClr val="303030"/>
                </a:solidFill>
                <a:latin typeface="Microsoft YaHei"/>
                <a:ea typeface="Microsoft YaHei"/>
                <a:cs typeface="Microsoft YaHei"/>
              </a:defRPr>
            </a:lvl8pPr>
            <a:lvl9pPr algn="l">
              <a:defRPr sz="1875" b="0">
                <a:solidFill>
                  <a:srgbClr val="303030"/>
                </a:solidFill>
                <a:latin typeface="Microsoft YaHei"/>
                <a:ea typeface="Microsoft YaHei"/>
                <a:cs typeface="Microsoft YaHei"/>
              </a:defRPr>
            </a:lvl9pPr>
          </a:lstStyle>
          <a:p xmlns:a="http://schemas.openxmlformats.org/drawingml/2006/main">
            <a:pPr algn="l">
              <a:defRPr sz="1875" b="0">
                <a:solidFill>
                  <a:srgbClr val="303030"/>
                </a:solidFill>
                <a:latin typeface="Microsoft YaHei"/>
                <a:ea typeface="Microsoft YaHei"/>
                <a:cs typeface="Microsoft YaHei"/>
              </a:defRPr>
            </a:pPr>
            <a:r>
              <a:rPr sz="1875" b="0">
                <a:solidFill>
                  <a:srgbClr val="303030"/>
                </a:solidFill>
                <a:latin typeface="Microsoft YaHei"/>
                <a:ea typeface="Microsoft YaHei"/>
                <a:cs typeface="Microsoft YaHei"/>
              </a:rPr>
              <a:t>Data Agent Benchmark for Multi-step Reasoning</a:t>
            </a:r>
          </a:p>
        </p:txBody>
      </p:sp>
      <p:sp>
        <p:nvSpPr>
          <p:cNvPr id="5" name="public">
            <a:extLst xmlns:a="http://schemas.openxmlformats.org/drawingml/2006/main">
              <a:ext uri="{FF2B5EF4-FFF2-40B4-BE49-F238E27FC236}">
                <a16:creationId xmlns:a16="http://schemas.microsoft.com/office/drawing/2014/main" id="{121A24B5-BAA3-411D-BCFE-FCED4D533C93}"/>
              </a:ext>
            </a:extLst>
          </p:cNvPr>
          <p:cNvSpPr>
            <a:spLocks xmlns:a="http://schemas.openxmlformats.org/drawingml/2006/main" noGrp="1"/>
          </p:cNvSpPr>
          <p:nvPr/>
        </p:nvSpPr>
        <p:spPr>
          <a:xfrm xmlns:a="http://schemas.openxmlformats.org/drawingml/2006/main">
            <a:off x="571500" y="2552700"/>
            <a:ext cx="10953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303030"/>
                </a:solidFill>
                <a:latin typeface="Microsoft YaHei"/>
                <a:ea typeface="Microsoft YaHei"/>
                <a:cs typeface="Microsoft YaHei"/>
              </a:defRPr>
            </a:defPPr>
            <a:lvl1pPr algn="l">
              <a:defRPr sz="1725" b="0">
                <a:solidFill>
                  <a:srgbClr val="303030"/>
                </a:solidFill>
                <a:latin typeface="Microsoft YaHei"/>
                <a:ea typeface="Microsoft YaHei"/>
                <a:cs typeface="Microsoft YaHei"/>
              </a:defRPr>
            </a:lvl1pPr>
            <a:lvl2pPr algn="l">
              <a:defRPr sz="1725" b="0">
                <a:solidFill>
                  <a:srgbClr val="303030"/>
                </a:solidFill>
                <a:latin typeface="Microsoft YaHei"/>
                <a:ea typeface="Microsoft YaHei"/>
                <a:cs typeface="Microsoft YaHei"/>
              </a:defRPr>
            </a:lvl2pPr>
            <a:lvl3pPr algn="l">
              <a:defRPr sz="1725" b="0">
                <a:solidFill>
                  <a:srgbClr val="303030"/>
                </a:solidFill>
                <a:latin typeface="Microsoft YaHei"/>
                <a:ea typeface="Microsoft YaHei"/>
                <a:cs typeface="Microsoft YaHei"/>
              </a:defRPr>
            </a:lvl3pPr>
            <a:lvl4pPr algn="l">
              <a:defRPr sz="1725" b="0">
                <a:solidFill>
                  <a:srgbClr val="303030"/>
                </a:solidFill>
                <a:latin typeface="Microsoft YaHei"/>
                <a:ea typeface="Microsoft YaHei"/>
                <a:cs typeface="Microsoft YaHei"/>
              </a:defRPr>
            </a:lvl4pPr>
            <a:lvl5pPr algn="l">
              <a:defRPr sz="1725" b="0">
                <a:solidFill>
                  <a:srgbClr val="303030"/>
                </a:solidFill>
                <a:latin typeface="Microsoft YaHei"/>
                <a:ea typeface="Microsoft YaHei"/>
                <a:cs typeface="Microsoft YaHei"/>
              </a:defRPr>
            </a:lvl5pPr>
            <a:lvl6pPr algn="l">
              <a:defRPr sz="1725" b="0">
                <a:solidFill>
                  <a:srgbClr val="303030"/>
                </a:solidFill>
                <a:latin typeface="Microsoft YaHei"/>
                <a:ea typeface="Microsoft YaHei"/>
                <a:cs typeface="Microsoft YaHei"/>
              </a:defRPr>
            </a:lvl6pPr>
            <a:lvl7pPr algn="l">
              <a:defRPr sz="1725" b="0">
                <a:solidFill>
                  <a:srgbClr val="303030"/>
                </a:solidFill>
                <a:latin typeface="Microsoft YaHei"/>
                <a:ea typeface="Microsoft YaHei"/>
                <a:cs typeface="Microsoft YaHei"/>
              </a:defRPr>
            </a:lvl7pPr>
            <a:lvl8pPr algn="l">
              <a:defRPr sz="1725" b="0">
                <a:solidFill>
                  <a:srgbClr val="303030"/>
                </a:solidFill>
                <a:latin typeface="Microsoft YaHei"/>
                <a:ea typeface="Microsoft YaHei"/>
                <a:cs typeface="Microsoft YaHei"/>
              </a:defRPr>
            </a:lvl8pPr>
            <a:lvl9pPr algn="l">
              <a:defRPr sz="1725" b="0">
                <a:solidFill>
                  <a:srgbClr val="303030"/>
                </a:solidFill>
                <a:latin typeface="Microsoft YaHei"/>
                <a:ea typeface="Microsoft YaHei"/>
                <a:cs typeface="Microsoft YaHei"/>
              </a:defRPr>
            </a:lvl9pPr>
          </a:lstStyle>
          <a:p xmlns:a="http://schemas.openxmlformats.org/drawingml/2006/main">
            <a:pPr algn="l">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Public dataset and competitive leaderboard by Adyen and Hugging Face</a:t>
            </a:r>
          </a:p>
        </p:txBody>
      </p:sp>
      <p:sp>
        <p:nvSpPr>
          <p:cNvPr id="6" name="inputs">
            <a:extLst xmlns:a="http://schemas.openxmlformats.org/drawingml/2006/main">
              <a:ext uri="{FF2B5EF4-FFF2-40B4-BE49-F238E27FC236}">
                <a16:creationId xmlns:a16="http://schemas.microsoft.com/office/drawing/2014/main" id="{030E6E17-4C8C-4F8B-B214-466B9EB796ED}"/>
              </a:ext>
            </a:extLst>
          </p:cNvPr>
          <p:cNvSpPr>
            <a:spLocks xmlns:a="http://schemas.openxmlformats.org/drawingml/2006/main" noGrp="1"/>
          </p:cNvSpPr>
          <p:nvPr/>
        </p:nvSpPr>
        <p:spPr>
          <a:xfrm xmlns:a="http://schemas.openxmlformats.org/drawingml/2006/main">
            <a:off x="571500" y="3162300"/>
            <a:ext cx="3333750" cy="1162050"/>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725" b="0">
                <a:solidFill>
                  <a:srgbClr val="303030"/>
                </a:solidFill>
                <a:latin typeface="Microsoft YaHei"/>
                <a:ea typeface="Microsoft YaHei"/>
                <a:cs typeface="Microsoft YaHei"/>
              </a:defRPr>
            </a:defPPr>
            <a:lvl1pPr algn="ctr">
              <a:defRPr sz="1725" b="0">
                <a:solidFill>
                  <a:srgbClr val="303030"/>
                </a:solidFill>
                <a:latin typeface="Microsoft YaHei"/>
                <a:ea typeface="Microsoft YaHei"/>
                <a:cs typeface="Microsoft YaHei"/>
              </a:defRPr>
            </a:lvl1pPr>
            <a:lvl2pPr algn="ctr">
              <a:defRPr sz="1725" b="0">
                <a:solidFill>
                  <a:srgbClr val="303030"/>
                </a:solidFill>
                <a:latin typeface="Microsoft YaHei"/>
                <a:ea typeface="Microsoft YaHei"/>
                <a:cs typeface="Microsoft YaHei"/>
              </a:defRPr>
            </a:lvl2pPr>
            <a:lvl3pPr algn="ctr">
              <a:defRPr sz="1725" b="0">
                <a:solidFill>
                  <a:srgbClr val="303030"/>
                </a:solidFill>
                <a:latin typeface="Microsoft YaHei"/>
                <a:ea typeface="Microsoft YaHei"/>
                <a:cs typeface="Microsoft YaHei"/>
              </a:defRPr>
            </a:lvl3pPr>
            <a:lvl4pPr algn="ctr">
              <a:defRPr sz="1725" b="0">
                <a:solidFill>
                  <a:srgbClr val="303030"/>
                </a:solidFill>
                <a:latin typeface="Microsoft YaHei"/>
                <a:ea typeface="Microsoft YaHei"/>
                <a:cs typeface="Microsoft YaHei"/>
              </a:defRPr>
            </a:lvl4pPr>
            <a:lvl5pPr algn="ctr">
              <a:defRPr sz="1725" b="0">
                <a:solidFill>
                  <a:srgbClr val="303030"/>
                </a:solidFill>
                <a:latin typeface="Microsoft YaHei"/>
                <a:ea typeface="Microsoft YaHei"/>
                <a:cs typeface="Microsoft YaHei"/>
              </a:defRPr>
            </a:lvl5pPr>
            <a:lvl6pPr algn="ctr">
              <a:defRPr sz="1725" b="0">
                <a:solidFill>
                  <a:srgbClr val="303030"/>
                </a:solidFill>
                <a:latin typeface="Microsoft YaHei"/>
                <a:ea typeface="Microsoft YaHei"/>
                <a:cs typeface="Microsoft YaHei"/>
              </a:defRPr>
            </a:lvl6pPr>
            <a:lvl7pPr algn="ctr">
              <a:defRPr sz="1725" b="0">
                <a:solidFill>
                  <a:srgbClr val="303030"/>
                </a:solidFill>
                <a:latin typeface="Microsoft YaHei"/>
                <a:ea typeface="Microsoft YaHei"/>
                <a:cs typeface="Microsoft YaHei"/>
              </a:defRPr>
            </a:lvl7pPr>
            <a:lvl8pPr algn="ctr">
              <a:defRPr sz="1725" b="0">
                <a:solidFill>
                  <a:srgbClr val="303030"/>
                </a:solidFill>
                <a:latin typeface="Microsoft YaHei"/>
                <a:ea typeface="Microsoft YaHei"/>
                <a:cs typeface="Microsoft YaHei"/>
              </a:defRPr>
            </a:lvl8pPr>
            <a:lvl9pPr algn="ctr">
              <a:defRPr sz="1725" b="0">
                <a:solidFill>
                  <a:srgbClr val="303030"/>
                </a:solidFill>
                <a:latin typeface="Microsoft YaHei"/>
                <a:ea typeface="Microsoft YaHei"/>
                <a:cs typeface="Microsoft YaHei"/>
              </a:defRPr>
            </a:lvl9pPr>
          </a:lstStyle>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Inputs</a:t>
            </a:r>
          </a:p>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Payment tables and</a:t>
            </a:r>
          </a:p>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supporting documents</a:t>
            </a:r>
          </a:p>
        </p:txBody>
      </p:sp>
      <p:sp>
        <p:nvSpPr>
          <p:cNvPr id="7" name="task">
            <a:extLst xmlns:a="http://schemas.openxmlformats.org/drawingml/2006/main">
              <a:ext uri="{FF2B5EF4-FFF2-40B4-BE49-F238E27FC236}">
                <a16:creationId xmlns:a16="http://schemas.microsoft.com/office/drawing/2014/main" id="{19DAF68C-5E86-41F2-93D1-4198FC783F42}"/>
              </a:ext>
            </a:extLst>
          </p:cNvPr>
          <p:cNvSpPr>
            <a:spLocks xmlns:a="http://schemas.openxmlformats.org/drawingml/2006/main" noGrp="1"/>
          </p:cNvSpPr>
          <p:nvPr/>
        </p:nvSpPr>
        <p:spPr>
          <a:xfrm xmlns:a="http://schemas.openxmlformats.org/drawingml/2006/main">
            <a:off x="4381500" y="3162300"/>
            <a:ext cx="3333750" cy="1162050"/>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725" b="0">
                <a:solidFill>
                  <a:srgbClr val="303030"/>
                </a:solidFill>
                <a:latin typeface="Microsoft YaHei"/>
                <a:ea typeface="Microsoft YaHei"/>
                <a:cs typeface="Microsoft YaHei"/>
              </a:defRPr>
            </a:defPPr>
            <a:lvl1pPr algn="ctr">
              <a:defRPr sz="1725" b="0">
                <a:solidFill>
                  <a:srgbClr val="303030"/>
                </a:solidFill>
                <a:latin typeface="Microsoft YaHei"/>
                <a:ea typeface="Microsoft YaHei"/>
                <a:cs typeface="Microsoft YaHei"/>
              </a:defRPr>
            </a:lvl1pPr>
            <a:lvl2pPr algn="ctr">
              <a:defRPr sz="1725" b="0">
                <a:solidFill>
                  <a:srgbClr val="303030"/>
                </a:solidFill>
                <a:latin typeface="Microsoft YaHei"/>
                <a:ea typeface="Microsoft YaHei"/>
                <a:cs typeface="Microsoft YaHei"/>
              </a:defRPr>
            </a:lvl2pPr>
            <a:lvl3pPr algn="ctr">
              <a:defRPr sz="1725" b="0">
                <a:solidFill>
                  <a:srgbClr val="303030"/>
                </a:solidFill>
                <a:latin typeface="Microsoft YaHei"/>
                <a:ea typeface="Microsoft YaHei"/>
                <a:cs typeface="Microsoft YaHei"/>
              </a:defRPr>
            </a:lvl3pPr>
            <a:lvl4pPr algn="ctr">
              <a:defRPr sz="1725" b="0">
                <a:solidFill>
                  <a:srgbClr val="303030"/>
                </a:solidFill>
                <a:latin typeface="Microsoft YaHei"/>
                <a:ea typeface="Microsoft YaHei"/>
                <a:cs typeface="Microsoft YaHei"/>
              </a:defRPr>
            </a:lvl4pPr>
            <a:lvl5pPr algn="ctr">
              <a:defRPr sz="1725" b="0">
                <a:solidFill>
                  <a:srgbClr val="303030"/>
                </a:solidFill>
                <a:latin typeface="Microsoft YaHei"/>
                <a:ea typeface="Microsoft YaHei"/>
                <a:cs typeface="Microsoft YaHei"/>
              </a:defRPr>
            </a:lvl5pPr>
            <a:lvl6pPr algn="ctr">
              <a:defRPr sz="1725" b="0">
                <a:solidFill>
                  <a:srgbClr val="303030"/>
                </a:solidFill>
                <a:latin typeface="Microsoft YaHei"/>
                <a:ea typeface="Microsoft YaHei"/>
                <a:cs typeface="Microsoft YaHei"/>
              </a:defRPr>
            </a:lvl6pPr>
            <a:lvl7pPr algn="ctr">
              <a:defRPr sz="1725" b="0">
                <a:solidFill>
                  <a:srgbClr val="303030"/>
                </a:solidFill>
                <a:latin typeface="Microsoft YaHei"/>
                <a:ea typeface="Microsoft YaHei"/>
                <a:cs typeface="Microsoft YaHei"/>
              </a:defRPr>
            </a:lvl7pPr>
            <a:lvl8pPr algn="ctr">
              <a:defRPr sz="1725" b="0">
                <a:solidFill>
                  <a:srgbClr val="303030"/>
                </a:solidFill>
                <a:latin typeface="Microsoft YaHei"/>
                <a:ea typeface="Microsoft YaHei"/>
                <a:cs typeface="Microsoft YaHei"/>
              </a:defRPr>
            </a:lvl8pPr>
            <a:lvl9pPr algn="ctr">
              <a:defRPr sz="1725" b="0">
                <a:solidFill>
                  <a:srgbClr val="303030"/>
                </a:solidFill>
                <a:latin typeface="Microsoft YaHei"/>
                <a:ea typeface="Microsoft YaHei"/>
                <a:cs typeface="Microsoft YaHei"/>
              </a:defRPr>
            </a:lvl9pPr>
          </a:lstStyle>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Agent task</a:t>
            </a:r>
          </a:p>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Find rules, combine data</a:t>
            </a:r>
          </a:p>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and calculate an answer</a:t>
            </a:r>
          </a:p>
        </p:txBody>
      </p:sp>
      <p:sp>
        <p:nvSpPr>
          <p:cNvPr id="8" name="scoring">
            <a:extLst xmlns:a="http://schemas.openxmlformats.org/drawingml/2006/main">
              <a:ext uri="{FF2B5EF4-FFF2-40B4-BE49-F238E27FC236}">
                <a16:creationId xmlns:a16="http://schemas.microsoft.com/office/drawing/2014/main" id="{75832E5B-BAC5-4751-81DD-3AE501CC6C3C}"/>
              </a:ext>
            </a:extLst>
          </p:cNvPr>
          <p:cNvSpPr>
            <a:spLocks xmlns:a="http://schemas.openxmlformats.org/drawingml/2006/main" noGrp="1"/>
          </p:cNvSpPr>
          <p:nvPr/>
        </p:nvSpPr>
        <p:spPr>
          <a:xfrm xmlns:a="http://schemas.openxmlformats.org/drawingml/2006/main">
            <a:off x="8191500" y="3162300"/>
            <a:ext cx="3333750" cy="1162050"/>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725" b="0">
                <a:solidFill>
                  <a:srgbClr val="303030"/>
                </a:solidFill>
                <a:latin typeface="Microsoft YaHei"/>
                <a:ea typeface="Microsoft YaHei"/>
                <a:cs typeface="Microsoft YaHei"/>
              </a:defRPr>
            </a:defPPr>
            <a:lvl1pPr algn="ctr">
              <a:defRPr sz="1725" b="0">
                <a:solidFill>
                  <a:srgbClr val="303030"/>
                </a:solidFill>
                <a:latin typeface="Microsoft YaHei"/>
                <a:ea typeface="Microsoft YaHei"/>
                <a:cs typeface="Microsoft YaHei"/>
              </a:defRPr>
            </a:lvl1pPr>
            <a:lvl2pPr algn="ctr">
              <a:defRPr sz="1725" b="0">
                <a:solidFill>
                  <a:srgbClr val="303030"/>
                </a:solidFill>
                <a:latin typeface="Microsoft YaHei"/>
                <a:ea typeface="Microsoft YaHei"/>
                <a:cs typeface="Microsoft YaHei"/>
              </a:defRPr>
            </a:lvl2pPr>
            <a:lvl3pPr algn="ctr">
              <a:defRPr sz="1725" b="0">
                <a:solidFill>
                  <a:srgbClr val="303030"/>
                </a:solidFill>
                <a:latin typeface="Microsoft YaHei"/>
                <a:ea typeface="Microsoft YaHei"/>
                <a:cs typeface="Microsoft YaHei"/>
              </a:defRPr>
            </a:lvl3pPr>
            <a:lvl4pPr algn="ctr">
              <a:defRPr sz="1725" b="0">
                <a:solidFill>
                  <a:srgbClr val="303030"/>
                </a:solidFill>
                <a:latin typeface="Microsoft YaHei"/>
                <a:ea typeface="Microsoft YaHei"/>
                <a:cs typeface="Microsoft YaHei"/>
              </a:defRPr>
            </a:lvl4pPr>
            <a:lvl5pPr algn="ctr">
              <a:defRPr sz="1725" b="0">
                <a:solidFill>
                  <a:srgbClr val="303030"/>
                </a:solidFill>
                <a:latin typeface="Microsoft YaHei"/>
                <a:ea typeface="Microsoft YaHei"/>
                <a:cs typeface="Microsoft YaHei"/>
              </a:defRPr>
            </a:lvl5pPr>
            <a:lvl6pPr algn="ctr">
              <a:defRPr sz="1725" b="0">
                <a:solidFill>
                  <a:srgbClr val="303030"/>
                </a:solidFill>
                <a:latin typeface="Microsoft YaHei"/>
                <a:ea typeface="Microsoft YaHei"/>
                <a:cs typeface="Microsoft YaHei"/>
              </a:defRPr>
            </a:lvl6pPr>
            <a:lvl7pPr algn="ctr">
              <a:defRPr sz="1725" b="0">
                <a:solidFill>
                  <a:srgbClr val="303030"/>
                </a:solidFill>
                <a:latin typeface="Microsoft YaHei"/>
                <a:ea typeface="Microsoft YaHei"/>
                <a:cs typeface="Microsoft YaHei"/>
              </a:defRPr>
            </a:lvl7pPr>
            <a:lvl8pPr algn="ctr">
              <a:defRPr sz="1725" b="0">
                <a:solidFill>
                  <a:srgbClr val="303030"/>
                </a:solidFill>
                <a:latin typeface="Microsoft YaHei"/>
                <a:ea typeface="Microsoft YaHei"/>
                <a:cs typeface="Microsoft YaHei"/>
              </a:defRPr>
            </a:lvl8pPr>
            <a:lvl9pPr algn="ctr">
              <a:defRPr sz="1725" b="0">
                <a:solidFill>
                  <a:srgbClr val="303030"/>
                </a:solidFill>
                <a:latin typeface="Microsoft YaHei"/>
                <a:ea typeface="Microsoft YaHei"/>
                <a:cs typeface="Microsoft YaHei"/>
              </a:defRPr>
            </a:lvl9pPr>
          </a:lstStyle>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Evaluation</a:t>
            </a:r>
          </a:p>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Submit final answers</a:t>
            </a:r>
          </a:p>
          <a:p xmlns:a="http://schemas.openxmlformats.org/drawingml/2006/main">
            <a:pPr algn="ctr">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for accuracy scoring</a:t>
            </a:r>
          </a:p>
        </p:txBody>
      </p:sp>
      <p:sp>
        <p:nvSpPr>
          <p:cNvPr id="11" name="task-example">
            <a:extLst xmlns:a="http://schemas.openxmlformats.org/drawingml/2006/main">
              <a:ext uri="{FF2B5EF4-FFF2-40B4-BE49-F238E27FC236}">
                <a16:creationId xmlns:a16="http://schemas.microsoft.com/office/drawing/2014/main" id="{07E35F6B-36B2-44C3-B213-7EB3B450B359}"/>
              </a:ext>
            </a:extLst>
          </p:cNvPr>
          <p:cNvSpPr>
            <a:spLocks xmlns:a="http://schemas.openxmlformats.org/drawingml/2006/main" noGrp="1"/>
          </p:cNvSpPr>
          <p:nvPr/>
        </p:nvSpPr>
        <p:spPr>
          <a:xfrm xmlns:a="http://schemas.openxmlformats.org/drawingml/2006/main">
            <a:off x="571500" y="4714875"/>
            <a:ext cx="10953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03030"/>
                </a:solidFill>
                <a:latin typeface="Microsoft YaHei"/>
                <a:ea typeface="Microsoft YaHei"/>
                <a:cs typeface="Microsoft YaHei"/>
              </a:defRPr>
            </a:defPPr>
            <a:lvl1pPr algn="l">
              <a:defRPr sz="1800" b="0">
                <a:solidFill>
                  <a:srgbClr val="303030"/>
                </a:solidFill>
                <a:latin typeface="Microsoft YaHei"/>
                <a:ea typeface="Microsoft YaHei"/>
                <a:cs typeface="Microsoft YaHei"/>
              </a:defRPr>
            </a:lvl1pPr>
            <a:lvl2pPr algn="l">
              <a:defRPr sz="1800" b="0">
                <a:solidFill>
                  <a:srgbClr val="303030"/>
                </a:solidFill>
                <a:latin typeface="Microsoft YaHei"/>
                <a:ea typeface="Microsoft YaHei"/>
                <a:cs typeface="Microsoft YaHei"/>
              </a:defRPr>
            </a:lvl2pPr>
            <a:lvl3pPr algn="l">
              <a:defRPr sz="1800" b="0">
                <a:solidFill>
                  <a:srgbClr val="303030"/>
                </a:solidFill>
                <a:latin typeface="Microsoft YaHei"/>
                <a:ea typeface="Microsoft YaHei"/>
                <a:cs typeface="Microsoft YaHei"/>
              </a:defRPr>
            </a:lvl3pPr>
            <a:lvl4pPr algn="l">
              <a:defRPr sz="1800" b="0">
                <a:solidFill>
                  <a:srgbClr val="303030"/>
                </a:solidFill>
                <a:latin typeface="Microsoft YaHei"/>
                <a:ea typeface="Microsoft YaHei"/>
                <a:cs typeface="Microsoft YaHei"/>
              </a:defRPr>
            </a:lvl4pPr>
            <a:lvl5pPr algn="l">
              <a:defRPr sz="1800" b="0">
                <a:solidFill>
                  <a:srgbClr val="303030"/>
                </a:solidFill>
                <a:latin typeface="Microsoft YaHei"/>
                <a:ea typeface="Microsoft YaHei"/>
                <a:cs typeface="Microsoft YaHei"/>
              </a:defRPr>
            </a:lvl5pPr>
            <a:lvl6pPr algn="l">
              <a:defRPr sz="1800" b="0">
                <a:solidFill>
                  <a:srgbClr val="303030"/>
                </a:solidFill>
                <a:latin typeface="Microsoft YaHei"/>
                <a:ea typeface="Microsoft YaHei"/>
                <a:cs typeface="Microsoft YaHei"/>
              </a:defRPr>
            </a:lvl6pPr>
            <a:lvl7pPr algn="l">
              <a:defRPr sz="1800" b="0">
                <a:solidFill>
                  <a:srgbClr val="303030"/>
                </a:solidFill>
                <a:latin typeface="Microsoft YaHei"/>
                <a:ea typeface="Microsoft YaHei"/>
                <a:cs typeface="Microsoft YaHei"/>
              </a:defRPr>
            </a:lvl7pPr>
            <a:lvl8pPr algn="l">
              <a:defRPr sz="1800" b="0">
                <a:solidFill>
                  <a:srgbClr val="303030"/>
                </a:solidFill>
                <a:latin typeface="Microsoft YaHei"/>
                <a:ea typeface="Microsoft YaHei"/>
                <a:cs typeface="Microsoft YaHei"/>
              </a:defRPr>
            </a:lvl8pPr>
            <a:lvl9pPr algn="l">
              <a:defRPr sz="1800" b="0">
                <a:solidFill>
                  <a:srgbClr val="303030"/>
                </a:solidFill>
                <a:latin typeface="Microsoft YaHei"/>
                <a:ea typeface="Microsoft YaHei"/>
                <a:cs typeface="Microsoft YaHei"/>
              </a:defRPr>
            </a:lvl9pPr>
          </a:lstStyle>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Example task type: identify applicable fee rules and calculate merchant fees.</a:t>
            </a:r>
          </a:p>
        </p:txBody>
      </p:sp>
      <p:sp>
        <p:nvSpPr>
          <p:cNvPr id="12" name="dataset-scale">
            <a:extLst xmlns:a="http://schemas.openxmlformats.org/drawingml/2006/main">
              <a:ext uri="{FF2B5EF4-FFF2-40B4-BE49-F238E27FC236}">
                <a16:creationId xmlns:a16="http://schemas.microsoft.com/office/drawing/2014/main" id="{CB090358-9C96-4BE1-9DB0-7A5AE26740FA}"/>
              </a:ext>
            </a:extLst>
          </p:cNvPr>
          <p:cNvSpPr>
            <a:spLocks xmlns:a="http://schemas.openxmlformats.org/drawingml/2006/main" noGrp="1"/>
          </p:cNvSpPr>
          <p:nvPr/>
        </p:nvSpPr>
        <p:spPr>
          <a:xfrm xmlns:a="http://schemas.openxmlformats.org/drawingml/2006/main">
            <a:off x="571500" y="555307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5555"/>
                </a:solidFill>
                <a:latin typeface="Microsoft YaHei"/>
                <a:ea typeface="Microsoft YaHei"/>
                <a:cs typeface="Microsoft YaHei"/>
              </a:defRPr>
            </a:defPPr>
            <a:lvl1pPr algn="l">
              <a:defRPr sz="1725" b="0">
                <a:solidFill>
                  <a:srgbClr val="555555"/>
                </a:solidFill>
                <a:latin typeface="Microsoft YaHei"/>
                <a:ea typeface="Microsoft YaHei"/>
                <a:cs typeface="Microsoft YaHei"/>
              </a:defRPr>
            </a:lvl1pPr>
            <a:lvl2pPr algn="l">
              <a:defRPr sz="1725" b="0">
                <a:solidFill>
                  <a:srgbClr val="555555"/>
                </a:solidFill>
                <a:latin typeface="Microsoft YaHei"/>
                <a:ea typeface="Microsoft YaHei"/>
                <a:cs typeface="Microsoft YaHei"/>
              </a:defRPr>
            </a:lvl2pPr>
            <a:lvl3pPr algn="l">
              <a:defRPr sz="1725" b="0">
                <a:solidFill>
                  <a:srgbClr val="555555"/>
                </a:solidFill>
                <a:latin typeface="Microsoft YaHei"/>
                <a:ea typeface="Microsoft YaHei"/>
                <a:cs typeface="Microsoft YaHei"/>
              </a:defRPr>
            </a:lvl3pPr>
            <a:lvl4pPr algn="l">
              <a:defRPr sz="1725" b="0">
                <a:solidFill>
                  <a:srgbClr val="555555"/>
                </a:solidFill>
                <a:latin typeface="Microsoft YaHei"/>
                <a:ea typeface="Microsoft YaHei"/>
                <a:cs typeface="Microsoft YaHei"/>
              </a:defRPr>
            </a:lvl4pPr>
            <a:lvl5pPr algn="l">
              <a:defRPr sz="1725" b="0">
                <a:solidFill>
                  <a:srgbClr val="555555"/>
                </a:solidFill>
                <a:latin typeface="Microsoft YaHei"/>
                <a:ea typeface="Microsoft YaHei"/>
                <a:cs typeface="Microsoft YaHei"/>
              </a:defRPr>
            </a:lvl5pPr>
            <a:lvl6pPr algn="l">
              <a:defRPr sz="1725" b="0">
                <a:solidFill>
                  <a:srgbClr val="555555"/>
                </a:solidFill>
                <a:latin typeface="Microsoft YaHei"/>
                <a:ea typeface="Microsoft YaHei"/>
                <a:cs typeface="Microsoft YaHei"/>
              </a:defRPr>
            </a:lvl6pPr>
            <a:lvl7pPr algn="l">
              <a:defRPr sz="1725" b="0">
                <a:solidFill>
                  <a:srgbClr val="555555"/>
                </a:solidFill>
                <a:latin typeface="Microsoft YaHei"/>
                <a:ea typeface="Microsoft YaHei"/>
                <a:cs typeface="Microsoft YaHei"/>
              </a:defRPr>
            </a:lvl7pPr>
            <a:lvl8pPr algn="l">
              <a:defRPr sz="1725" b="0">
                <a:solidFill>
                  <a:srgbClr val="555555"/>
                </a:solidFill>
                <a:latin typeface="Microsoft YaHei"/>
                <a:ea typeface="Microsoft YaHei"/>
                <a:cs typeface="Microsoft YaHei"/>
              </a:defRPr>
            </a:lvl8pPr>
            <a:lvl9pPr algn="l">
              <a:defRPr sz="1725" b="0">
                <a:solidFill>
                  <a:srgbClr val="555555"/>
                </a:solidFill>
                <a:latin typeface="Microsoft YaHei"/>
                <a:ea typeface="Microsoft YaHei"/>
                <a:cs typeface="Microsoft YaHei"/>
              </a:defRPr>
            </a:lvl9pPr>
          </a:lstStyle>
          <a:p xmlns:a="http://schemas.openxmlformats.org/drawingml/2006/main">
            <a:pPr algn="l">
              <a:defRPr sz="1725" b="0">
                <a:solidFill>
                  <a:srgbClr val="555555"/>
                </a:solidFill>
                <a:latin typeface="Microsoft YaHei"/>
                <a:ea typeface="Microsoft YaHei"/>
                <a:cs typeface="Microsoft YaHei"/>
              </a:defRPr>
            </a:pPr>
            <a:r>
              <a:rPr sz="1725" b="0">
                <a:solidFill>
                  <a:srgbClr val="555555"/>
                </a:solidFill>
                <a:latin typeface="Microsoft YaHei"/>
                <a:ea typeface="Microsoft YaHei"/>
                <a:cs typeface="Microsoft YaHei"/>
              </a:rPr>
              <a:t>450 evaluation questions · Answers include numbers, short text and lists</a:t>
            </a:r>
          </a:p>
        </p:txBody>
      </p:sp>
      <p:sp>
        <p:nvSpPr>
          <p:cNvPr id="13" name="sources">
            <a:extLst xmlns:a="http://schemas.openxmlformats.org/drawingml/2006/main">
              <a:ext uri="{FF2B5EF4-FFF2-40B4-BE49-F238E27FC236}">
                <a16:creationId xmlns:a16="http://schemas.microsoft.com/office/drawing/2014/main" id="{B5DBE0B9-AAC2-486E-91C8-38CE044A6C67}"/>
              </a:ext>
            </a:extLst>
          </p:cNvPr>
          <p:cNvSpPr>
            <a:spLocks xmlns:a="http://schemas.openxmlformats.org/drawingml/2006/main" noGrp="1"/>
          </p:cNvSpPr>
          <p:nvPr/>
        </p:nvSpPr>
        <p:spPr>
          <a:xfrm xmlns:a="http://schemas.openxmlformats.org/drawingml/2006/main">
            <a:off x="571500" y="609600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75" b="0">
                <a:solidFill>
                  <a:srgbClr val="555555"/>
                </a:solidFill>
                <a:latin typeface="Microsoft YaHei"/>
                <a:ea typeface="Microsoft YaHei"/>
                <a:cs typeface="Microsoft YaHei"/>
              </a:defRPr>
            </a:defPPr>
            <a:lvl1pPr algn="l">
              <a:defRPr sz="975" b="0">
                <a:solidFill>
                  <a:srgbClr val="555555"/>
                </a:solidFill>
                <a:latin typeface="Microsoft YaHei"/>
                <a:ea typeface="Microsoft YaHei"/>
                <a:cs typeface="Microsoft YaHei"/>
              </a:defRPr>
            </a:lvl1pPr>
            <a:lvl2pPr algn="l">
              <a:defRPr sz="975" b="0">
                <a:solidFill>
                  <a:srgbClr val="555555"/>
                </a:solidFill>
                <a:latin typeface="Microsoft YaHei"/>
                <a:ea typeface="Microsoft YaHei"/>
                <a:cs typeface="Microsoft YaHei"/>
              </a:defRPr>
            </a:lvl2pPr>
            <a:lvl3pPr algn="l">
              <a:defRPr sz="975" b="0">
                <a:solidFill>
                  <a:srgbClr val="555555"/>
                </a:solidFill>
                <a:latin typeface="Microsoft YaHei"/>
                <a:ea typeface="Microsoft YaHei"/>
                <a:cs typeface="Microsoft YaHei"/>
              </a:defRPr>
            </a:lvl3pPr>
            <a:lvl4pPr algn="l">
              <a:defRPr sz="975" b="0">
                <a:solidFill>
                  <a:srgbClr val="555555"/>
                </a:solidFill>
                <a:latin typeface="Microsoft YaHei"/>
                <a:ea typeface="Microsoft YaHei"/>
                <a:cs typeface="Microsoft YaHei"/>
              </a:defRPr>
            </a:lvl4pPr>
            <a:lvl5pPr algn="l">
              <a:defRPr sz="975" b="0">
                <a:solidFill>
                  <a:srgbClr val="555555"/>
                </a:solidFill>
                <a:latin typeface="Microsoft YaHei"/>
                <a:ea typeface="Microsoft YaHei"/>
                <a:cs typeface="Microsoft YaHei"/>
              </a:defRPr>
            </a:lvl5pPr>
            <a:lvl6pPr algn="l">
              <a:defRPr sz="975" b="0">
                <a:solidFill>
                  <a:srgbClr val="555555"/>
                </a:solidFill>
                <a:latin typeface="Microsoft YaHei"/>
                <a:ea typeface="Microsoft YaHei"/>
                <a:cs typeface="Microsoft YaHei"/>
              </a:defRPr>
            </a:lvl6pPr>
            <a:lvl7pPr algn="l">
              <a:defRPr sz="975" b="0">
                <a:solidFill>
                  <a:srgbClr val="555555"/>
                </a:solidFill>
                <a:latin typeface="Microsoft YaHei"/>
                <a:ea typeface="Microsoft YaHei"/>
                <a:cs typeface="Microsoft YaHei"/>
              </a:defRPr>
            </a:lvl7pPr>
            <a:lvl8pPr algn="l">
              <a:defRPr sz="975" b="0">
                <a:solidFill>
                  <a:srgbClr val="555555"/>
                </a:solidFill>
                <a:latin typeface="Microsoft YaHei"/>
                <a:ea typeface="Microsoft YaHei"/>
                <a:cs typeface="Microsoft YaHei"/>
              </a:defRPr>
            </a:lvl8pPr>
            <a:lvl9pPr algn="l">
              <a:defRPr sz="975" b="0">
                <a:solidFill>
                  <a:srgbClr val="555555"/>
                </a:solidFill>
                <a:latin typeface="Microsoft YaHei"/>
                <a:ea typeface="Microsoft YaHei"/>
                <a:cs typeface="Microsoft YaHei"/>
              </a:defRPr>
            </a:lvl9pPr>
          </a:lstStyle>
          <a:p xmlns:a="http://schemas.openxmlformats.org/drawingml/2006/main">
            <a:pPr algn="l">
              <a:defRPr sz="975" b="0">
                <a:solidFill>
                  <a:srgbClr val="555555"/>
                </a:solidFill>
                <a:latin typeface="Microsoft YaHei"/>
                <a:ea typeface="Microsoft YaHei"/>
                <a:cs typeface="Microsoft YaHei"/>
              </a:defRPr>
            </a:pPr>
            <a:r>
              <a:rPr sz="975" b="0">
                <a:solidFill>
                  <a:srgbClr val="555555"/>
                </a:solidFill>
                <a:latin typeface="Microsoft YaHei"/>
                <a:ea typeface="Microsoft YaHei"/>
                <a:cs typeface="Microsoft YaHei"/>
                <a:hlinkClick xmlns:r="http://schemas.openxmlformats.org/officeDocument/2006/relationships" r:id="R37b8ea270b1a4b78"/>
              </a:rPr>
              <a:t>DABstep paper v1</a:t>
            </a:r>
            <a:r>
              <a:rPr sz="975" b="0">
                <a:solidFill>
                  <a:srgbClr val="555555"/>
                </a:solidFill>
                <a:latin typeface="Microsoft YaHei"/>
                <a:ea typeface="Microsoft YaHei"/>
                <a:cs typeface="Microsoft YaHei"/>
              </a:rPr>
              <a:t>  ·  </a:t>
            </a:r>
            <a:r>
              <a:rPr sz="975" b="0">
                <a:solidFill>
                  <a:srgbClr val="555555"/>
                </a:solidFill>
                <a:latin typeface="Microsoft YaHei"/>
                <a:ea typeface="Microsoft YaHei"/>
                <a:cs typeface="Microsoft YaHei"/>
                <a:hlinkClick xmlns:r="http://schemas.openxmlformats.org/officeDocument/2006/relationships" r:id="R0a29dd824e624f9c"/>
              </a:rPr>
              <a:t>Hugging Face dataset</a:t>
            </a:r>
            <a:r>
              <a:rPr sz="975" b="0">
                <a:solidFill>
                  <a:srgbClr val="555555"/>
                </a:solidFill>
                <a:latin typeface="Microsoft YaHei"/>
                <a:ea typeface="Microsoft YaHei"/>
                <a:cs typeface="Microsoft YaHei"/>
              </a:rPr>
              <a:t>  ·  </a:t>
            </a:r>
            <a:r>
              <a:rPr sz="975" b="0">
                <a:solidFill>
                  <a:srgbClr val="555555"/>
                </a:solidFill>
                <a:latin typeface="Microsoft YaHei"/>
                <a:ea typeface="Microsoft YaHei"/>
                <a:cs typeface="Microsoft YaHei"/>
                <a:hlinkClick xmlns:r="http://schemas.openxmlformats.org/officeDocument/2006/relationships" r:id="Reab8d2664690487f"/>
              </a:rPr>
              <a:t>Public leaderboard</a:t>
            </a:r>
          </a:p>
        </p:txBody>
      </p:sp>
    </p:spTree>
    <p:extLst>
      <p:ext uri="{BB962C8B-B14F-4D97-AF65-F5344CB8AC3E}">
        <p14:creationId xmlns:p14="http://schemas.microsoft.com/office/powerpoint/2010/main" val="91057728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FA124E87-09BB-49DB-865E-BB67EB85BDB4}"/>
              </a:ext>
            </a:extLst>
          </p:cNvPr>
          <p:cNvSpPr>
            <a:spLocks xmlns:a="http://schemas.openxmlformats.org/drawingml/2006/main" noGrp="1"/>
          </p:cNvSpPr>
          <p:nvPr/>
        </p:nvSpPr>
        <p:spPr>
          <a:xfrm xmlns:a="http://schemas.openxmlformats.org/drawingml/2006/main">
            <a:off x="571500" y="8667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B71920"/>
                </a:solidFill>
                <a:latin typeface="Microsoft YaHei"/>
                <a:ea typeface="Microsoft YaHei"/>
                <a:cs typeface="Microsoft YaHei"/>
              </a:defRPr>
            </a:defPPr>
            <a:lvl1pPr algn="l">
              <a:defRPr sz="1650" b="0">
                <a:solidFill>
                  <a:srgbClr val="B71920"/>
                </a:solidFill>
                <a:latin typeface="Microsoft YaHei"/>
                <a:ea typeface="Microsoft YaHei"/>
                <a:cs typeface="Microsoft YaHei"/>
              </a:defRPr>
            </a:lvl1pPr>
            <a:lvl2pPr algn="l">
              <a:defRPr sz="1650" b="0">
                <a:solidFill>
                  <a:srgbClr val="B71920"/>
                </a:solidFill>
                <a:latin typeface="Microsoft YaHei"/>
                <a:ea typeface="Microsoft YaHei"/>
                <a:cs typeface="Microsoft YaHei"/>
              </a:defRPr>
            </a:lvl2pPr>
            <a:lvl3pPr algn="l">
              <a:defRPr sz="1650" b="0">
                <a:solidFill>
                  <a:srgbClr val="B71920"/>
                </a:solidFill>
                <a:latin typeface="Microsoft YaHei"/>
                <a:ea typeface="Microsoft YaHei"/>
                <a:cs typeface="Microsoft YaHei"/>
              </a:defRPr>
            </a:lvl3pPr>
            <a:lvl4pPr algn="l">
              <a:defRPr sz="1650" b="0">
                <a:solidFill>
                  <a:srgbClr val="B71920"/>
                </a:solidFill>
                <a:latin typeface="Microsoft YaHei"/>
                <a:ea typeface="Microsoft YaHei"/>
                <a:cs typeface="Microsoft YaHei"/>
              </a:defRPr>
            </a:lvl4pPr>
            <a:lvl5pPr algn="l">
              <a:defRPr sz="1650" b="0">
                <a:solidFill>
                  <a:srgbClr val="B71920"/>
                </a:solidFill>
                <a:latin typeface="Microsoft YaHei"/>
                <a:ea typeface="Microsoft YaHei"/>
                <a:cs typeface="Microsoft YaHei"/>
              </a:defRPr>
            </a:lvl5pPr>
            <a:lvl6pPr algn="l">
              <a:defRPr sz="1650" b="0">
                <a:solidFill>
                  <a:srgbClr val="B71920"/>
                </a:solidFill>
                <a:latin typeface="Microsoft YaHei"/>
                <a:ea typeface="Microsoft YaHei"/>
                <a:cs typeface="Microsoft YaHei"/>
              </a:defRPr>
            </a:lvl6pPr>
            <a:lvl7pPr algn="l">
              <a:defRPr sz="1650" b="0">
                <a:solidFill>
                  <a:srgbClr val="B71920"/>
                </a:solidFill>
                <a:latin typeface="Microsoft YaHei"/>
                <a:ea typeface="Microsoft YaHei"/>
                <a:cs typeface="Microsoft YaHei"/>
              </a:defRPr>
            </a:lvl7pPr>
            <a:lvl8pPr algn="l">
              <a:defRPr sz="1650" b="0">
                <a:solidFill>
                  <a:srgbClr val="B71920"/>
                </a:solidFill>
                <a:latin typeface="Microsoft YaHei"/>
                <a:ea typeface="Microsoft YaHei"/>
                <a:cs typeface="Microsoft YaHei"/>
              </a:defRPr>
            </a:lvl8pPr>
            <a:lvl9pPr algn="l">
              <a:defRPr sz="1650" b="0">
                <a:solidFill>
                  <a:srgbClr val="B71920"/>
                </a:solidFill>
                <a:latin typeface="Microsoft YaHei"/>
                <a:ea typeface="Microsoft YaHei"/>
                <a:cs typeface="Microsoft YaHei"/>
              </a:defRPr>
            </a:lvl9pPr>
          </a:lstStyle>
          <a:p xmlns:a="http://schemas.openxmlformats.org/drawingml/2006/main">
            <a:pPr algn="l">
              <a:defRPr sz="1650" b="0">
                <a:solidFill>
                  <a:srgbClr val="B71920"/>
                </a:solidFill>
                <a:latin typeface="Microsoft YaHei"/>
                <a:ea typeface="Microsoft YaHei"/>
                <a:cs typeface="Microsoft YaHei"/>
              </a:defRPr>
            </a:pPr>
            <a:r>
              <a:rPr sz="1650" b="0">
                <a:solidFill>
                  <a:srgbClr val="B71920"/>
                </a:solidFill>
                <a:latin typeface="Microsoft YaHei"/>
                <a:ea typeface="Microsoft YaHei"/>
                <a:cs typeface="Microsoft YaHei"/>
              </a:rPr>
              <a:t>Literature Review</a:t>
            </a:r>
          </a:p>
        </p:txBody>
      </p:sp>
      <p:sp>
        <p:nvSpPr>
          <p:cNvPr id="2" name="slide-title">
            <a:extLst xmlns:a="http://schemas.openxmlformats.org/drawingml/2006/main">
              <a:ext uri="{FF2B5EF4-FFF2-40B4-BE49-F238E27FC236}">
                <a16:creationId xmlns:a16="http://schemas.microsoft.com/office/drawing/2014/main" id="{87312B0C-BD00-49EE-B018-98E6E2D7340F}"/>
              </a:ext>
            </a:extLst>
          </p:cNvPr>
          <p:cNvSpPr>
            <a:spLocks xmlns:a="http://schemas.openxmlformats.org/drawingml/2006/main" noGrp="1"/>
          </p:cNvSpPr>
          <p:nvPr/>
        </p:nvSpPr>
        <p:spPr>
          <a:xfrm xmlns:a="http://schemas.openxmlformats.org/drawingml/2006/main">
            <a:off x="571500" y="132397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303030"/>
                </a:solidFill>
                <a:latin typeface="Microsoft YaHei"/>
                <a:ea typeface="Microsoft YaHei"/>
                <a:cs typeface="Microsoft YaHei"/>
              </a:defRPr>
            </a:defPPr>
            <a:lvl1pPr algn="l">
              <a:defRPr sz="2625" b="0">
                <a:solidFill>
                  <a:srgbClr val="303030"/>
                </a:solidFill>
                <a:latin typeface="Microsoft YaHei"/>
                <a:ea typeface="Microsoft YaHei"/>
                <a:cs typeface="Microsoft YaHei"/>
              </a:defRPr>
            </a:lvl1pPr>
            <a:lvl2pPr algn="l">
              <a:defRPr sz="2625" b="0">
                <a:solidFill>
                  <a:srgbClr val="303030"/>
                </a:solidFill>
                <a:latin typeface="Microsoft YaHei"/>
                <a:ea typeface="Microsoft YaHei"/>
                <a:cs typeface="Microsoft YaHei"/>
              </a:defRPr>
            </a:lvl2pPr>
            <a:lvl3pPr algn="l">
              <a:defRPr sz="2625" b="0">
                <a:solidFill>
                  <a:srgbClr val="303030"/>
                </a:solidFill>
                <a:latin typeface="Microsoft YaHei"/>
                <a:ea typeface="Microsoft YaHei"/>
                <a:cs typeface="Microsoft YaHei"/>
              </a:defRPr>
            </a:lvl3pPr>
            <a:lvl4pPr algn="l">
              <a:defRPr sz="2625" b="0">
                <a:solidFill>
                  <a:srgbClr val="303030"/>
                </a:solidFill>
                <a:latin typeface="Microsoft YaHei"/>
                <a:ea typeface="Microsoft YaHei"/>
                <a:cs typeface="Microsoft YaHei"/>
              </a:defRPr>
            </a:lvl4pPr>
            <a:lvl5pPr algn="l">
              <a:defRPr sz="2625" b="0">
                <a:solidFill>
                  <a:srgbClr val="303030"/>
                </a:solidFill>
                <a:latin typeface="Microsoft YaHei"/>
                <a:ea typeface="Microsoft YaHei"/>
                <a:cs typeface="Microsoft YaHei"/>
              </a:defRPr>
            </a:lvl5pPr>
            <a:lvl6pPr algn="l">
              <a:defRPr sz="2625" b="0">
                <a:solidFill>
                  <a:srgbClr val="303030"/>
                </a:solidFill>
                <a:latin typeface="Microsoft YaHei"/>
                <a:ea typeface="Microsoft YaHei"/>
                <a:cs typeface="Microsoft YaHei"/>
              </a:defRPr>
            </a:lvl6pPr>
            <a:lvl7pPr algn="l">
              <a:defRPr sz="2625" b="0">
                <a:solidFill>
                  <a:srgbClr val="303030"/>
                </a:solidFill>
                <a:latin typeface="Microsoft YaHei"/>
                <a:ea typeface="Microsoft YaHei"/>
                <a:cs typeface="Microsoft YaHei"/>
              </a:defRPr>
            </a:lvl7pPr>
            <a:lvl8pPr algn="l">
              <a:defRPr sz="2625" b="0">
                <a:solidFill>
                  <a:srgbClr val="303030"/>
                </a:solidFill>
                <a:latin typeface="Microsoft YaHei"/>
                <a:ea typeface="Microsoft YaHei"/>
                <a:cs typeface="Microsoft YaHei"/>
              </a:defRPr>
            </a:lvl8pPr>
            <a:lvl9pPr algn="l">
              <a:defRPr sz="2625" b="0">
                <a:solidFill>
                  <a:srgbClr val="303030"/>
                </a:solidFill>
                <a:latin typeface="Microsoft YaHei"/>
                <a:ea typeface="Microsoft YaHei"/>
                <a:cs typeface="Microsoft YaHei"/>
              </a:defRPr>
            </a:lvl9pPr>
          </a:lstStyle>
          <a:p xmlns:a="http://schemas.openxmlformats.org/drawingml/2006/main">
            <a:pPr algn="l">
              <a:defRPr sz="2625" b="0">
                <a:solidFill>
                  <a:srgbClr val="303030"/>
                </a:solidFill>
                <a:latin typeface="Microsoft YaHei"/>
                <a:ea typeface="Microsoft YaHei"/>
                <a:cs typeface="Microsoft YaHei"/>
              </a:defRPr>
            </a:pPr>
            <a:r>
              <a:rPr sz="2625" b="0">
                <a:solidFill>
                  <a:srgbClr val="303030"/>
                </a:solidFill>
                <a:latin typeface="Microsoft YaHei"/>
                <a:ea typeface="Microsoft YaHei"/>
                <a:cs typeface="Microsoft YaHei"/>
              </a:rPr>
              <a:t>Existing systems and mechanisms</a:t>
            </a:r>
          </a:p>
        </p:txBody>
      </p:sp>
      <p:sp>
        <p:nvSpPr>
          <p:cNvPr id="3" name="page">
            <a:extLst xmlns:a="http://schemas.openxmlformats.org/drawingml/2006/main">
              <a:ext uri="{FF2B5EF4-FFF2-40B4-BE49-F238E27FC236}">
                <a16:creationId xmlns:a16="http://schemas.microsoft.com/office/drawing/2014/main" id="{3396D171-DF22-445A-95B3-19C17A9023CB}"/>
              </a:ext>
            </a:extLst>
          </p:cNvPr>
          <p:cNvSpPr>
            <a:spLocks xmlns:a="http://schemas.openxmlformats.org/drawingml/2006/main" noGrp="1"/>
          </p:cNvSpPr>
          <p:nvPr/>
        </p:nvSpPr>
        <p:spPr>
          <a:xfrm xmlns:a="http://schemas.openxmlformats.org/drawingml/2006/main">
            <a:off x="10801350" y="6353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55555"/>
                </a:solidFill>
                <a:latin typeface="Microsoft YaHei"/>
                <a:ea typeface="Microsoft YaHei"/>
                <a:cs typeface="Microsoft YaHei"/>
              </a:defRPr>
            </a:defPPr>
            <a:lvl1pPr algn="r">
              <a:defRPr sz="1125" b="0">
                <a:solidFill>
                  <a:srgbClr val="555555"/>
                </a:solidFill>
                <a:latin typeface="Microsoft YaHei"/>
                <a:ea typeface="Microsoft YaHei"/>
                <a:cs typeface="Microsoft YaHei"/>
              </a:defRPr>
            </a:lvl1pPr>
            <a:lvl2pPr algn="r">
              <a:defRPr sz="1125" b="0">
                <a:solidFill>
                  <a:srgbClr val="555555"/>
                </a:solidFill>
                <a:latin typeface="Microsoft YaHei"/>
                <a:ea typeface="Microsoft YaHei"/>
                <a:cs typeface="Microsoft YaHei"/>
              </a:defRPr>
            </a:lvl2pPr>
            <a:lvl3pPr algn="r">
              <a:defRPr sz="1125" b="0">
                <a:solidFill>
                  <a:srgbClr val="555555"/>
                </a:solidFill>
                <a:latin typeface="Microsoft YaHei"/>
                <a:ea typeface="Microsoft YaHei"/>
                <a:cs typeface="Microsoft YaHei"/>
              </a:defRPr>
            </a:lvl3pPr>
            <a:lvl4pPr algn="r">
              <a:defRPr sz="1125" b="0">
                <a:solidFill>
                  <a:srgbClr val="555555"/>
                </a:solidFill>
                <a:latin typeface="Microsoft YaHei"/>
                <a:ea typeface="Microsoft YaHei"/>
                <a:cs typeface="Microsoft YaHei"/>
              </a:defRPr>
            </a:lvl4pPr>
            <a:lvl5pPr algn="r">
              <a:defRPr sz="1125" b="0">
                <a:solidFill>
                  <a:srgbClr val="555555"/>
                </a:solidFill>
                <a:latin typeface="Microsoft YaHei"/>
                <a:ea typeface="Microsoft YaHei"/>
                <a:cs typeface="Microsoft YaHei"/>
              </a:defRPr>
            </a:lvl5pPr>
            <a:lvl6pPr algn="r">
              <a:defRPr sz="1125" b="0">
                <a:solidFill>
                  <a:srgbClr val="555555"/>
                </a:solidFill>
                <a:latin typeface="Microsoft YaHei"/>
                <a:ea typeface="Microsoft YaHei"/>
                <a:cs typeface="Microsoft YaHei"/>
              </a:defRPr>
            </a:lvl6pPr>
            <a:lvl7pPr algn="r">
              <a:defRPr sz="1125" b="0">
                <a:solidFill>
                  <a:srgbClr val="555555"/>
                </a:solidFill>
                <a:latin typeface="Microsoft YaHei"/>
                <a:ea typeface="Microsoft YaHei"/>
                <a:cs typeface="Microsoft YaHei"/>
              </a:defRPr>
            </a:lvl7pPr>
            <a:lvl8pPr algn="r">
              <a:defRPr sz="1125" b="0">
                <a:solidFill>
                  <a:srgbClr val="555555"/>
                </a:solidFill>
                <a:latin typeface="Microsoft YaHei"/>
                <a:ea typeface="Microsoft YaHei"/>
                <a:cs typeface="Microsoft YaHei"/>
              </a:defRPr>
            </a:lvl8pPr>
            <a:lvl9pPr algn="r">
              <a:defRPr sz="1125" b="0">
                <a:solidFill>
                  <a:srgbClr val="555555"/>
                </a:solidFill>
                <a:latin typeface="Microsoft YaHei"/>
                <a:ea typeface="Microsoft YaHei"/>
                <a:cs typeface="Microsoft YaHei"/>
              </a:defRPr>
            </a:lvl9pPr>
          </a:lstStyle>
          <a:p xmlns:a="http://schemas.openxmlformats.org/drawingml/2006/main">
            <a:pPr algn="r">
              <a:defRPr sz="1125" b="0">
                <a:solidFill>
                  <a:srgbClr val="555555"/>
                </a:solidFill>
                <a:latin typeface="Microsoft YaHei"/>
                <a:ea typeface="Microsoft YaHei"/>
                <a:cs typeface="Microsoft YaHei"/>
              </a:defRPr>
            </a:pPr>
            <a:r>
              <a:rPr sz="1125" b="0">
                <a:solidFill>
                  <a:srgbClr val="555555"/>
                </a:solidFill>
                <a:latin typeface="Microsoft YaHei"/>
                <a:ea typeface="Microsoft YaHei"/>
                <a:cs typeface="Microsoft YaHei"/>
              </a:rPr>
              <a:t>8 / 16</a:t>
            </a:r>
          </a:p>
        </p:txBody>
      </p:sp>
      <p:graphicFrame>
        <p:nvGraphicFramePr>
          <p:cNvPr id="4" name="">
            <a:extLst xmlns:a="http://schemas.openxmlformats.org/drawingml/2006/main">
              <a:ext uri="{FF2B5EF4-FFF2-40B4-BE49-F238E27FC236}">
                <a16:creationId xmlns:a16="http://schemas.microsoft.com/office/drawing/2014/main" id="{66F0302B-215C-44FB-B0A7-0E32DA511490}"/>
              </a:ext>
            </a:extLst>
          </p:cNvPr>
          <p:cNvGraphicFramePr/>
          <p:nvPr/>
        </p:nvGraphicFramePr>
        <p:xfrm>
          <a:off xmlns:a="http://schemas.openxmlformats.org/drawingml/2006/main" x="571500" y="2143125"/>
          <a:ext xmlns:a="http://schemas.openxmlformats.org/drawingml/2006/main" cx="10953750" cy="2352675"/>
        </p:xfrm>
        <a:graphic xmlns:a="http://schemas.openxmlformats.org/drawingml/2006/main">
          <a:graphicData uri="http://schemas.openxmlformats.org/drawingml/2006/table">
            <a:tbl>
              <a:tblPr firstRow="0" bandRow="0"/>
              <a:tblGrid>
                <a:gridCol w="1762125"/>
                <a:gridCol w="4953000"/>
                <a:gridCol w="4238625"/>
              </a:tblGrid>
              <a:tr h="447675">
                <a:tc>
                  <a:txBody>
                    <a:bodyPr wrap="square">
                      <a:noAutofit/>
                    </a:bodyPr>
                    <a:lstStyle/>
                    <a:p>
                      <a:pPr algn="l"/>
                      <a:r>
                        <a:rPr sz="1575" b="1">
                          <a:solidFill>
                            <a:srgbClr val="FFFFFF"/>
                          </a:solidFill>
                          <a:latin typeface="Microsoft YaHei"/>
                          <a:ea typeface="Microsoft YaHei"/>
                          <a:cs typeface="Microsoft YaHei"/>
                        </a:rPr>
                        <a:t>Reference</a:t>
                      </a:r>
                    </a:p>
                  </a:txBody>
                  <a:tcPr marL="114300" marR="114300" marT="95250" marB="95250" anchor="ctr">
                    <a:lnL w="6668">
                      <a:solidFill>
                        <a:srgbClr val="D9D4CF"/>
                      </a:solidFill>
                      <a:prstDash val="solid"/>
                    </a:lnL>
                    <a:lnR w="6668">
                      <a:solidFill>
                        <a:srgbClr val="D9D4CF"/>
                      </a:solidFill>
                      <a:prstDash val="solid"/>
                    </a:lnR>
                    <a:lnT w="6668">
                      <a:solidFill>
                        <a:srgbClr val="D9D4CF"/>
                      </a:solidFill>
                      <a:prstDash val="solid"/>
                    </a:lnT>
                    <a:lnB w="6668">
                      <a:solidFill>
                        <a:srgbClr val="D9D4CF"/>
                      </a:solidFill>
                      <a:prstDash val="solid"/>
                    </a:lnB>
                    <a:solidFill>
                      <a:srgbClr val="B71920"/>
                    </a:solidFill>
                  </a:tcPr>
                </a:tc>
                <a:tc>
                  <a:txBody>
                    <a:bodyPr wrap="square">
                      <a:noAutofit/>
                    </a:bodyPr>
                    <a:lstStyle/>
                    <a:p>
                      <a:pPr algn="l"/>
                      <a:r>
                        <a:rPr sz="1575" b="1">
                          <a:solidFill>
                            <a:srgbClr val="FFFFFF"/>
                          </a:solidFill>
                          <a:latin typeface="Microsoft YaHei"/>
                          <a:ea typeface="Microsoft YaHei"/>
                          <a:cs typeface="Microsoft YaHei"/>
                        </a:rPr>
                        <a:t>Relevant approach</a:t>
                      </a:r>
                    </a:p>
                  </a:txBody>
                  <a:tcPr marL="114300" marR="114300" marT="95250" marB="95250" anchor="ctr">
                    <a:lnR w="6668">
                      <a:solidFill>
                        <a:srgbClr val="D9D4CF"/>
                      </a:solidFill>
                      <a:prstDash val="solid"/>
                    </a:lnR>
                    <a:lnT w="6668">
                      <a:solidFill>
                        <a:srgbClr val="D9D4CF"/>
                      </a:solidFill>
                      <a:prstDash val="solid"/>
                    </a:lnT>
                    <a:lnB w="6668">
                      <a:solidFill>
                        <a:srgbClr val="D9D4CF"/>
                      </a:solidFill>
                      <a:prstDash val="solid"/>
                    </a:lnB>
                    <a:solidFill>
                      <a:srgbClr val="B71920"/>
                    </a:solidFill>
                  </a:tcPr>
                </a:tc>
                <a:tc>
                  <a:txBody>
                    <a:bodyPr wrap="square">
                      <a:noAutofit/>
                    </a:bodyPr>
                    <a:lstStyle/>
                    <a:p>
                      <a:pPr algn="l"/>
                      <a:r>
                        <a:rPr sz="1575" b="1">
                          <a:solidFill>
                            <a:srgbClr val="FFFFFF"/>
                          </a:solidFill>
                          <a:latin typeface="Microsoft YaHei"/>
                          <a:ea typeface="Microsoft YaHei"/>
                          <a:cs typeface="Microsoft YaHei"/>
                        </a:rPr>
                        <a:t>Role in our study</a:t>
                      </a:r>
                    </a:p>
                  </a:txBody>
                  <a:tcPr marL="114300" marR="114300" marT="95250" marB="95250" anchor="ctr">
                    <a:lnR w="6668">
                      <a:solidFill>
                        <a:srgbClr val="D9D4CF"/>
                      </a:solidFill>
                      <a:prstDash val="solid"/>
                    </a:lnR>
                    <a:lnT w="6668">
                      <a:solidFill>
                        <a:srgbClr val="D9D4CF"/>
                      </a:solidFill>
                      <a:prstDash val="solid"/>
                    </a:lnT>
                    <a:lnB w="6668">
                      <a:solidFill>
                        <a:srgbClr val="D9D4CF"/>
                      </a:solidFill>
                      <a:prstDash val="solid"/>
                    </a:lnB>
                    <a:solidFill>
                      <a:srgbClr val="B71920"/>
                    </a:solidFill>
                  </a:tcPr>
                </a:tc>
              </a:tr>
              <a:tr h="476250">
                <a:tc>
                  <a:txBody>
                    <a:bodyPr wrap="square">
                      <a:noAutofit/>
                    </a:bodyPr>
                    <a:lstStyle/>
                    <a:p>
                      <a:pPr algn="l"/>
                      <a:r>
                        <a:rPr sz="1575" b="0">
                          <a:solidFill>
                            <a:srgbClr val="303030"/>
                          </a:solidFill>
                          <a:latin typeface="Microsoft YaHei"/>
                          <a:ea typeface="Microsoft YaHei"/>
                          <a:cs typeface="Microsoft YaHei"/>
                        </a:rPr>
                        <a:t>DataPilot</a:t>
                      </a:r>
                    </a:p>
                  </a:txBody>
                  <a:tcPr marL="114300" marR="114300" marT="95250" marB="95250" anchor="ctr">
                    <a:lnL w="6668">
                      <a:solidFill>
                        <a:srgbClr val="D9D4CF"/>
                      </a:solidFill>
                      <a:prstDash val="solid"/>
                    </a:lnL>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575" b="0">
                          <a:solidFill>
                            <a:srgbClr val="303030"/>
                          </a:solidFill>
                          <a:latin typeface="Microsoft YaHei"/>
                          <a:ea typeface="Microsoft YaHei"/>
                          <a:cs typeface="Microsoft YaHei"/>
                        </a:rPr>
                        <a:t>Scoped assets and procedures</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575" b="0">
                          <a:solidFill>
                            <a:srgbClr val="303030"/>
                          </a:solidFill>
                          <a:latin typeface="Microsoft YaHei"/>
                          <a:ea typeface="Microsoft YaHei"/>
                          <a:cs typeface="Microsoft YaHei"/>
                        </a:rPr>
                        <a:t>Experience-use reference</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r>
              <a:tr h="476250">
                <a:tc>
                  <a:txBody>
                    <a:bodyPr wrap="square">
                      <a:noAutofit/>
                    </a:bodyPr>
                    <a:lstStyle/>
                    <a:p>
                      <a:pPr algn="l"/>
                      <a:r>
                        <a:rPr sz="1575" b="0">
                          <a:solidFill>
                            <a:srgbClr val="303030"/>
                          </a:solidFill>
                          <a:latin typeface="Microsoft YaHei"/>
                          <a:ea typeface="Microsoft YaHei"/>
                          <a:cs typeface="Microsoft YaHei"/>
                        </a:rPr>
                        <a:t>DS-STAR</a:t>
                      </a:r>
                    </a:p>
                  </a:txBody>
                  <a:tcPr marL="114300" marR="114300" marT="95250" marB="95250" anchor="ctr">
                    <a:lnL w="6668">
                      <a:solidFill>
                        <a:srgbClr val="D9D4CF"/>
                      </a:solidFill>
                      <a:prstDash val="solid"/>
                    </a:lnL>
                    <a:lnR w="6668">
                      <a:solidFill>
                        <a:srgbClr val="D9D4CF"/>
                      </a:solidFill>
                      <a:prstDash val="solid"/>
                    </a:lnR>
                    <a:lnB w="6668">
                      <a:solidFill>
                        <a:srgbClr val="D9D4CF"/>
                      </a:solidFill>
                      <a:prstDash val="solid"/>
                    </a:lnB>
                    <a:solidFill>
                      <a:srgbClr val="F7F5F2"/>
                    </a:solidFill>
                  </a:tcPr>
                </a:tc>
                <a:tc>
                  <a:txBody>
                    <a:bodyPr wrap="square">
                      <a:noAutofit/>
                    </a:bodyPr>
                    <a:lstStyle/>
                    <a:p>
                      <a:pPr algn="l"/>
                      <a:r>
                        <a:rPr sz="1575" b="0">
                          <a:solidFill>
                            <a:srgbClr val="303030"/>
                          </a:solidFill>
                          <a:latin typeface="Microsoft YaHei"/>
                          <a:ea typeface="Microsoft YaHei"/>
                          <a:cs typeface="Microsoft YaHei"/>
                        </a:rPr>
                        <a:t>Planning and iterative review</a:t>
                      </a:r>
                    </a:p>
                  </a:txBody>
                  <a:tcPr marL="114300" marR="114300" marT="95250" marB="95250" anchor="ctr">
                    <a:lnR w="6668">
                      <a:solidFill>
                        <a:srgbClr val="D9D4CF"/>
                      </a:solidFill>
                      <a:prstDash val="solid"/>
                    </a:lnR>
                    <a:lnB w="6668">
                      <a:solidFill>
                        <a:srgbClr val="D9D4CF"/>
                      </a:solidFill>
                      <a:prstDash val="solid"/>
                    </a:lnB>
                    <a:solidFill>
                      <a:srgbClr val="F7F5F2"/>
                    </a:solidFill>
                  </a:tcPr>
                </a:tc>
                <a:tc>
                  <a:txBody>
                    <a:bodyPr wrap="square">
                      <a:noAutofit/>
                    </a:bodyPr>
                    <a:lstStyle/>
                    <a:p>
                      <a:pPr algn="l"/>
                      <a:r>
                        <a:rPr sz="1575" b="0">
                          <a:solidFill>
                            <a:srgbClr val="303030"/>
                          </a:solidFill>
                          <a:latin typeface="Microsoft YaHei"/>
                          <a:ea typeface="Microsoft YaHei"/>
                          <a:cs typeface="Microsoft YaHei"/>
                        </a:rPr>
                        <a:t>Review-workflow reference</a:t>
                      </a:r>
                    </a:p>
                  </a:txBody>
                  <a:tcPr marL="114300" marR="114300" marT="95250" marB="95250" anchor="ctr">
                    <a:lnR w="6668">
                      <a:solidFill>
                        <a:srgbClr val="D9D4CF"/>
                      </a:solidFill>
                      <a:prstDash val="solid"/>
                    </a:lnR>
                    <a:lnB w="6668">
                      <a:solidFill>
                        <a:srgbClr val="D9D4CF"/>
                      </a:solidFill>
                      <a:prstDash val="solid"/>
                    </a:lnB>
                    <a:solidFill>
                      <a:srgbClr val="F7F5F2"/>
                    </a:solidFill>
                  </a:tcPr>
                </a:tc>
              </a:tr>
              <a:tr h="476250">
                <a:tc>
                  <a:txBody>
                    <a:bodyPr wrap="square">
                      <a:noAutofit/>
                    </a:bodyPr>
                    <a:lstStyle/>
                    <a:p>
                      <a:pPr algn="l"/>
                      <a:r>
                        <a:rPr sz="1575" b="0">
                          <a:solidFill>
                            <a:srgbClr val="303030"/>
                          </a:solidFill>
                          <a:latin typeface="Microsoft YaHei"/>
                          <a:ea typeface="Microsoft YaHei"/>
                          <a:cs typeface="Microsoft YaHei"/>
                        </a:rPr>
                        <a:t>NVIDIA</a:t>
                      </a:r>
                    </a:p>
                  </a:txBody>
                  <a:tcPr marL="114300" marR="114300" marT="95250" marB="95250" anchor="ctr">
                    <a:lnL w="6668">
                      <a:solidFill>
                        <a:srgbClr val="D9D4CF"/>
                      </a:solidFill>
                      <a:prstDash val="solid"/>
                    </a:lnL>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575" b="0">
                          <a:solidFill>
                            <a:srgbClr val="303030"/>
                          </a:solidFill>
                          <a:latin typeface="Microsoft YaHei"/>
                          <a:ea typeface="Microsoft YaHei"/>
                          <a:cs typeface="Microsoft YaHei"/>
                        </a:rPr>
                        <a:t>Prepared tools; one inference agent</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575" b="0">
                          <a:solidFill>
                            <a:srgbClr val="303030"/>
                          </a:solidFill>
                          <a:latin typeface="Microsoft YaHei"/>
                          <a:ea typeface="Microsoft YaHei"/>
                          <a:cs typeface="Microsoft YaHei"/>
                        </a:rPr>
                        <a:t>Strong single-agent reference</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r>
              <a:tr h="476250">
                <a:tc>
                  <a:txBody>
                    <a:bodyPr wrap="square">
                      <a:noAutofit/>
                    </a:bodyPr>
                    <a:lstStyle/>
                    <a:p>
                      <a:pPr algn="l"/>
                      <a:r>
                        <a:rPr sz="1575" b="0">
                          <a:solidFill>
                            <a:srgbClr val="303030"/>
                          </a:solidFill>
                          <a:latin typeface="Microsoft YaHei"/>
                          <a:ea typeface="Microsoft YaHei"/>
                          <a:cs typeface="Microsoft YaHei"/>
                        </a:rPr>
                        <a:t>FinHelm</a:t>
                      </a:r>
                    </a:p>
                  </a:txBody>
                  <a:tcPr marL="114300" marR="114300" marT="95250" marB="95250" anchor="ctr">
                    <a:lnL w="6668">
                      <a:solidFill>
                        <a:srgbClr val="D9D4CF"/>
                      </a:solidFill>
                      <a:prstDash val="solid"/>
                    </a:lnL>
                    <a:lnR w="6668">
                      <a:solidFill>
                        <a:srgbClr val="D9D4CF"/>
                      </a:solidFill>
                      <a:prstDash val="solid"/>
                    </a:lnR>
                    <a:lnB w="6668">
                      <a:solidFill>
                        <a:srgbClr val="D9D4CF"/>
                      </a:solidFill>
                      <a:prstDash val="solid"/>
                    </a:lnB>
                    <a:solidFill>
                      <a:srgbClr val="F7F5F2"/>
                    </a:solidFill>
                  </a:tcPr>
                </a:tc>
                <a:tc>
                  <a:txBody>
                    <a:bodyPr wrap="square">
                      <a:noAutofit/>
                    </a:bodyPr>
                    <a:lstStyle/>
                    <a:p>
                      <a:pPr algn="l"/>
                      <a:r>
                        <a:rPr sz="1575" b="0">
                          <a:solidFill>
                            <a:srgbClr val="303030"/>
                          </a:solidFill>
                          <a:latin typeface="Microsoft YaHei"/>
                          <a:ea typeface="Microsoft YaHei"/>
                          <a:cs typeface="Microsoft YaHei"/>
                        </a:rPr>
                        <a:t>Memory, delegation and verification</a:t>
                      </a:r>
                    </a:p>
                  </a:txBody>
                  <a:tcPr marL="114300" marR="114300" marT="95250" marB="95250" anchor="ctr">
                    <a:lnR w="6668">
                      <a:solidFill>
                        <a:srgbClr val="D9D4CF"/>
                      </a:solidFill>
                      <a:prstDash val="solid"/>
                    </a:lnR>
                    <a:lnB w="6668">
                      <a:solidFill>
                        <a:srgbClr val="D9D4CF"/>
                      </a:solidFill>
                      <a:prstDash val="solid"/>
                    </a:lnB>
                    <a:solidFill>
                      <a:srgbClr val="F7F5F2"/>
                    </a:solidFill>
                  </a:tcPr>
                </a:tc>
                <a:tc>
                  <a:txBody>
                    <a:bodyPr wrap="square">
                      <a:noAutofit/>
                    </a:bodyPr>
                    <a:lstStyle/>
                    <a:p>
                      <a:pPr algn="l"/>
                      <a:r>
                        <a:rPr sz="1575" b="0">
                          <a:solidFill>
                            <a:srgbClr val="303030"/>
                          </a:solidFill>
                          <a:latin typeface="Microsoft YaHei"/>
                          <a:ea typeface="Microsoft YaHei"/>
                          <a:cs typeface="Microsoft YaHei"/>
                        </a:rPr>
                        <a:t>Public engine to adapt</a:t>
                      </a:r>
                    </a:p>
                  </a:txBody>
                  <a:tcPr marL="114300" marR="114300" marT="95250" marB="95250" anchor="ctr">
                    <a:lnR w="6668">
                      <a:solidFill>
                        <a:srgbClr val="D9D4CF"/>
                      </a:solidFill>
                      <a:prstDash val="solid"/>
                    </a:lnR>
                    <a:lnB w="6668">
                      <a:solidFill>
                        <a:srgbClr val="D9D4CF"/>
                      </a:solidFill>
                      <a:prstDash val="solid"/>
                    </a:lnB>
                    <a:solidFill>
                      <a:srgbClr val="F7F5F2"/>
                    </a:solidFill>
                  </a:tcPr>
                </a:tc>
              </a:tr>
            </a:tbl>
          </a:graphicData>
        </a:graphic>
      </p:graphicFrame>
      <p:sp>
        <p:nvSpPr>
          <p:cNvPr id="5" name="tests">
            <a:extLst xmlns:a="http://schemas.openxmlformats.org/drawingml/2006/main">
              <a:ext uri="{FF2B5EF4-FFF2-40B4-BE49-F238E27FC236}">
                <a16:creationId xmlns:a16="http://schemas.microsoft.com/office/drawing/2014/main" id="{DD33924B-DD7D-4119-B2EE-8FC1E298B340}"/>
              </a:ext>
            </a:extLst>
          </p:cNvPr>
          <p:cNvSpPr>
            <a:spLocks xmlns:a="http://schemas.openxmlformats.org/drawingml/2006/main" noGrp="1"/>
          </p:cNvSpPr>
          <p:nvPr/>
        </p:nvSpPr>
        <p:spPr>
          <a:xfrm xmlns:a="http://schemas.openxmlformats.org/drawingml/2006/main">
            <a:off x="571500" y="475297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303030"/>
                </a:solidFill>
                <a:latin typeface="Microsoft YaHei"/>
                <a:ea typeface="Microsoft YaHei"/>
                <a:cs typeface="Microsoft YaHei"/>
              </a:defRPr>
            </a:defPPr>
            <a:lvl1pPr algn="l">
              <a:defRPr sz="1650" b="0">
                <a:solidFill>
                  <a:srgbClr val="303030"/>
                </a:solidFill>
                <a:latin typeface="Microsoft YaHei"/>
                <a:ea typeface="Microsoft YaHei"/>
                <a:cs typeface="Microsoft YaHei"/>
              </a:defRPr>
            </a:lvl1pPr>
            <a:lvl2pPr algn="l">
              <a:defRPr sz="1650" b="0">
                <a:solidFill>
                  <a:srgbClr val="303030"/>
                </a:solidFill>
                <a:latin typeface="Microsoft YaHei"/>
                <a:ea typeface="Microsoft YaHei"/>
                <a:cs typeface="Microsoft YaHei"/>
              </a:defRPr>
            </a:lvl2pPr>
            <a:lvl3pPr algn="l">
              <a:defRPr sz="1650" b="0">
                <a:solidFill>
                  <a:srgbClr val="303030"/>
                </a:solidFill>
                <a:latin typeface="Microsoft YaHei"/>
                <a:ea typeface="Microsoft YaHei"/>
                <a:cs typeface="Microsoft YaHei"/>
              </a:defRPr>
            </a:lvl3pPr>
            <a:lvl4pPr algn="l">
              <a:defRPr sz="1650" b="0">
                <a:solidFill>
                  <a:srgbClr val="303030"/>
                </a:solidFill>
                <a:latin typeface="Microsoft YaHei"/>
                <a:ea typeface="Microsoft YaHei"/>
                <a:cs typeface="Microsoft YaHei"/>
              </a:defRPr>
            </a:lvl4pPr>
            <a:lvl5pPr algn="l">
              <a:defRPr sz="1650" b="0">
                <a:solidFill>
                  <a:srgbClr val="303030"/>
                </a:solidFill>
                <a:latin typeface="Microsoft YaHei"/>
                <a:ea typeface="Microsoft YaHei"/>
                <a:cs typeface="Microsoft YaHei"/>
              </a:defRPr>
            </a:lvl5pPr>
            <a:lvl6pPr algn="l">
              <a:defRPr sz="1650" b="0">
                <a:solidFill>
                  <a:srgbClr val="303030"/>
                </a:solidFill>
                <a:latin typeface="Microsoft YaHei"/>
                <a:ea typeface="Microsoft YaHei"/>
                <a:cs typeface="Microsoft YaHei"/>
              </a:defRPr>
            </a:lvl6pPr>
            <a:lvl7pPr algn="l">
              <a:defRPr sz="1650" b="0">
                <a:solidFill>
                  <a:srgbClr val="303030"/>
                </a:solidFill>
                <a:latin typeface="Microsoft YaHei"/>
                <a:ea typeface="Microsoft YaHei"/>
                <a:cs typeface="Microsoft YaHei"/>
              </a:defRPr>
            </a:lvl7pPr>
            <a:lvl8pPr algn="l">
              <a:defRPr sz="1650" b="0">
                <a:solidFill>
                  <a:srgbClr val="303030"/>
                </a:solidFill>
                <a:latin typeface="Microsoft YaHei"/>
                <a:ea typeface="Microsoft YaHei"/>
                <a:cs typeface="Microsoft YaHei"/>
              </a:defRPr>
            </a:lvl8pPr>
            <a:lvl9pPr algn="l">
              <a:defRPr sz="1650" b="0">
                <a:solidFill>
                  <a:srgbClr val="303030"/>
                </a:solidFill>
                <a:latin typeface="Microsoft YaHei"/>
                <a:ea typeface="Microsoft YaHei"/>
                <a:cs typeface="Microsoft YaHei"/>
              </a:defRPr>
            </a:lvl9pPr>
          </a:lstStyle>
          <a:p xmlns:a="http://schemas.openxmlformats.org/drawingml/2006/main">
            <a:pPr algn="l">
              <a:defRPr sz="1650" b="0">
                <a:solidFill>
                  <a:srgbClr val="303030"/>
                </a:solidFill>
                <a:latin typeface="Microsoft YaHei"/>
                <a:ea typeface="Microsoft YaHei"/>
                <a:cs typeface="Microsoft YaHei"/>
              </a:defRPr>
            </a:pPr>
            <a:r>
              <a:rPr sz="1650" b="0">
                <a:solidFill>
                  <a:srgbClr val="303030"/>
                </a:solidFill>
                <a:latin typeface="Microsoft YaHei"/>
                <a:ea typeface="Microsoft YaHei"/>
                <a:cs typeface="Microsoft YaHei"/>
              </a:rPr>
              <a:t>SQLDriller / TS-SQL: executable tests    ·    QueryProof: business-rule gates</a:t>
            </a:r>
          </a:p>
        </p:txBody>
      </p:sp>
      <p:sp>
        <p:nvSpPr>
          <p:cNvPr id="6" name="dated">
            <a:extLst xmlns:a="http://schemas.openxmlformats.org/drawingml/2006/main">
              <a:ext uri="{FF2B5EF4-FFF2-40B4-BE49-F238E27FC236}">
                <a16:creationId xmlns:a16="http://schemas.microsoft.com/office/drawing/2014/main" id="{2A998A7F-D79D-4718-812D-167BBFF1474D}"/>
              </a:ext>
            </a:extLst>
          </p:cNvPr>
          <p:cNvSpPr>
            <a:spLocks xmlns:a="http://schemas.openxmlformats.org/drawingml/2006/main" noGrp="1"/>
          </p:cNvSpPr>
          <p:nvPr/>
        </p:nvSpPr>
        <p:spPr>
          <a:xfrm xmlns:a="http://schemas.openxmlformats.org/drawingml/2006/main">
            <a:off x="571500" y="5257800"/>
            <a:ext cx="10953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55555"/>
                </a:solidFill>
                <a:latin typeface="Microsoft YaHei"/>
                <a:ea typeface="Microsoft YaHei"/>
                <a:cs typeface="Microsoft YaHei"/>
              </a:defRPr>
            </a:defPPr>
            <a:lvl1pPr algn="l">
              <a:defRPr sz="1575" b="0">
                <a:solidFill>
                  <a:srgbClr val="555555"/>
                </a:solidFill>
                <a:latin typeface="Microsoft YaHei"/>
                <a:ea typeface="Microsoft YaHei"/>
                <a:cs typeface="Microsoft YaHei"/>
              </a:defRPr>
            </a:lvl1pPr>
            <a:lvl2pPr algn="l">
              <a:defRPr sz="1575" b="0">
                <a:solidFill>
                  <a:srgbClr val="555555"/>
                </a:solidFill>
                <a:latin typeface="Microsoft YaHei"/>
                <a:ea typeface="Microsoft YaHei"/>
                <a:cs typeface="Microsoft YaHei"/>
              </a:defRPr>
            </a:lvl2pPr>
            <a:lvl3pPr algn="l">
              <a:defRPr sz="1575" b="0">
                <a:solidFill>
                  <a:srgbClr val="555555"/>
                </a:solidFill>
                <a:latin typeface="Microsoft YaHei"/>
                <a:ea typeface="Microsoft YaHei"/>
                <a:cs typeface="Microsoft YaHei"/>
              </a:defRPr>
            </a:lvl3pPr>
            <a:lvl4pPr algn="l">
              <a:defRPr sz="1575" b="0">
                <a:solidFill>
                  <a:srgbClr val="555555"/>
                </a:solidFill>
                <a:latin typeface="Microsoft YaHei"/>
                <a:ea typeface="Microsoft YaHei"/>
                <a:cs typeface="Microsoft YaHei"/>
              </a:defRPr>
            </a:lvl4pPr>
            <a:lvl5pPr algn="l">
              <a:defRPr sz="1575" b="0">
                <a:solidFill>
                  <a:srgbClr val="555555"/>
                </a:solidFill>
                <a:latin typeface="Microsoft YaHei"/>
                <a:ea typeface="Microsoft YaHei"/>
                <a:cs typeface="Microsoft YaHei"/>
              </a:defRPr>
            </a:lvl5pPr>
            <a:lvl6pPr algn="l">
              <a:defRPr sz="1575" b="0">
                <a:solidFill>
                  <a:srgbClr val="555555"/>
                </a:solidFill>
                <a:latin typeface="Microsoft YaHei"/>
                <a:ea typeface="Microsoft YaHei"/>
                <a:cs typeface="Microsoft YaHei"/>
              </a:defRPr>
            </a:lvl6pPr>
            <a:lvl7pPr algn="l">
              <a:defRPr sz="1575" b="0">
                <a:solidFill>
                  <a:srgbClr val="555555"/>
                </a:solidFill>
                <a:latin typeface="Microsoft YaHei"/>
                <a:ea typeface="Microsoft YaHei"/>
                <a:cs typeface="Microsoft YaHei"/>
              </a:defRPr>
            </a:lvl7pPr>
            <a:lvl8pPr algn="l">
              <a:defRPr sz="1575" b="0">
                <a:solidFill>
                  <a:srgbClr val="555555"/>
                </a:solidFill>
                <a:latin typeface="Microsoft YaHei"/>
                <a:ea typeface="Microsoft YaHei"/>
                <a:cs typeface="Microsoft YaHei"/>
              </a:defRPr>
            </a:lvl8pPr>
            <a:lvl9pPr algn="l">
              <a:defRPr sz="1575" b="0">
                <a:solidFill>
                  <a:srgbClr val="555555"/>
                </a:solidFill>
                <a:latin typeface="Microsoft YaHei"/>
                <a:ea typeface="Microsoft YaHei"/>
                <a:cs typeface="Microsoft YaHei"/>
              </a:defRPr>
            </a:lvl9pPr>
          </a:lstStyle>
          <a:p xmlns:a="http://schemas.openxmlformats.org/drawingml/2006/main">
            <a:pPr algn="l">
              <a:defRPr sz="1575" b="0">
                <a:solidFill>
                  <a:srgbClr val="555555"/>
                </a:solidFill>
                <a:latin typeface="Microsoft YaHei"/>
                <a:ea typeface="Microsoft YaHei"/>
                <a:cs typeface="Microsoft YaHei"/>
              </a:defRPr>
            </a:pPr>
            <a:r>
              <a:rPr sz="1575" b="0">
                <a:solidFill>
                  <a:srgbClr val="555555"/>
                </a:solidFill>
                <a:latin typeface="Microsoft YaHei"/>
                <a:ea typeface="Microsoft YaHei"/>
                <a:cs typeface="Microsoft YaHei"/>
              </a:rPr>
              <a:t>DataPilot, DS-STAR and NVIDIA were high-performing in our 14 October audit.</a:t>
            </a:r>
          </a:p>
          <a:p xmlns:a="http://schemas.openxmlformats.org/drawingml/2006/main">
            <a:pPr algn="l">
              <a:defRPr sz="1575" b="0">
                <a:solidFill>
                  <a:srgbClr val="555555"/>
                </a:solidFill>
                <a:latin typeface="Microsoft YaHei"/>
                <a:ea typeface="Microsoft YaHei"/>
                <a:cs typeface="Microsoft YaHei"/>
              </a:defRPr>
            </a:pPr>
            <a:r>
              <a:rPr sz="1575" b="0">
                <a:solidFill>
                  <a:srgbClr val="555555"/>
                </a:solidFill>
                <a:latin typeface="Microsoft YaHei"/>
                <a:ea typeface="Microsoft YaHei"/>
                <a:cs typeface="Microsoft YaHei"/>
              </a:rPr>
              <a:t>FinHelm is an implementation starting point; reproducing their scores is not claimed.</a:t>
            </a:r>
          </a:p>
        </p:txBody>
      </p:sp>
      <p:sp>
        <p:nvSpPr>
          <p:cNvPr id="7" name="sources">
            <a:extLst xmlns:a="http://schemas.openxmlformats.org/drawingml/2006/main">
              <a:ext uri="{FF2B5EF4-FFF2-40B4-BE49-F238E27FC236}">
                <a16:creationId xmlns:a16="http://schemas.microsoft.com/office/drawing/2014/main" id="{7A792C5D-901A-4713-8A05-F99E843CBC9E}"/>
              </a:ext>
            </a:extLst>
          </p:cNvPr>
          <p:cNvSpPr>
            <a:spLocks xmlns:a="http://schemas.openxmlformats.org/drawingml/2006/main" noGrp="1"/>
          </p:cNvSpPr>
          <p:nvPr/>
        </p:nvSpPr>
        <p:spPr>
          <a:xfrm xmlns:a="http://schemas.openxmlformats.org/drawingml/2006/main">
            <a:off x="571500" y="609600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75" b="0">
                <a:solidFill>
                  <a:srgbClr val="555555"/>
                </a:solidFill>
                <a:latin typeface="Microsoft YaHei"/>
                <a:ea typeface="Microsoft YaHei"/>
                <a:cs typeface="Microsoft YaHei"/>
              </a:defRPr>
            </a:defPPr>
            <a:lvl1pPr algn="l">
              <a:defRPr sz="975" b="0">
                <a:solidFill>
                  <a:srgbClr val="555555"/>
                </a:solidFill>
                <a:latin typeface="Microsoft YaHei"/>
                <a:ea typeface="Microsoft YaHei"/>
                <a:cs typeface="Microsoft YaHei"/>
              </a:defRPr>
            </a:lvl1pPr>
            <a:lvl2pPr algn="l">
              <a:defRPr sz="975" b="0">
                <a:solidFill>
                  <a:srgbClr val="555555"/>
                </a:solidFill>
                <a:latin typeface="Microsoft YaHei"/>
                <a:ea typeface="Microsoft YaHei"/>
                <a:cs typeface="Microsoft YaHei"/>
              </a:defRPr>
            </a:lvl2pPr>
            <a:lvl3pPr algn="l">
              <a:defRPr sz="975" b="0">
                <a:solidFill>
                  <a:srgbClr val="555555"/>
                </a:solidFill>
                <a:latin typeface="Microsoft YaHei"/>
                <a:ea typeface="Microsoft YaHei"/>
                <a:cs typeface="Microsoft YaHei"/>
              </a:defRPr>
            </a:lvl3pPr>
            <a:lvl4pPr algn="l">
              <a:defRPr sz="975" b="0">
                <a:solidFill>
                  <a:srgbClr val="555555"/>
                </a:solidFill>
                <a:latin typeface="Microsoft YaHei"/>
                <a:ea typeface="Microsoft YaHei"/>
                <a:cs typeface="Microsoft YaHei"/>
              </a:defRPr>
            </a:lvl4pPr>
            <a:lvl5pPr algn="l">
              <a:defRPr sz="975" b="0">
                <a:solidFill>
                  <a:srgbClr val="555555"/>
                </a:solidFill>
                <a:latin typeface="Microsoft YaHei"/>
                <a:ea typeface="Microsoft YaHei"/>
                <a:cs typeface="Microsoft YaHei"/>
              </a:defRPr>
            </a:lvl5pPr>
            <a:lvl6pPr algn="l">
              <a:defRPr sz="975" b="0">
                <a:solidFill>
                  <a:srgbClr val="555555"/>
                </a:solidFill>
                <a:latin typeface="Microsoft YaHei"/>
                <a:ea typeface="Microsoft YaHei"/>
                <a:cs typeface="Microsoft YaHei"/>
              </a:defRPr>
            </a:lvl6pPr>
            <a:lvl7pPr algn="l">
              <a:defRPr sz="975" b="0">
                <a:solidFill>
                  <a:srgbClr val="555555"/>
                </a:solidFill>
                <a:latin typeface="Microsoft YaHei"/>
                <a:ea typeface="Microsoft YaHei"/>
                <a:cs typeface="Microsoft YaHei"/>
              </a:defRPr>
            </a:lvl7pPr>
            <a:lvl8pPr algn="l">
              <a:defRPr sz="975" b="0">
                <a:solidFill>
                  <a:srgbClr val="555555"/>
                </a:solidFill>
                <a:latin typeface="Microsoft YaHei"/>
                <a:ea typeface="Microsoft YaHei"/>
                <a:cs typeface="Microsoft YaHei"/>
              </a:defRPr>
            </a:lvl8pPr>
            <a:lvl9pPr algn="l">
              <a:defRPr sz="975" b="0">
                <a:solidFill>
                  <a:srgbClr val="555555"/>
                </a:solidFill>
                <a:latin typeface="Microsoft YaHei"/>
                <a:ea typeface="Microsoft YaHei"/>
                <a:cs typeface="Microsoft YaHei"/>
              </a:defRPr>
            </a:lvl9pPr>
          </a:lstStyle>
          <a:p xmlns:a="http://schemas.openxmlformats.org/drawingml/2006/main">
            <a:pPr algn="l">
              <a:defRPr sz="975" b="0">
                <a:solidFill>
                  <a:srgbClr val="555555"/>
                </a:solidFill>
                <a:latin typeface="Microsoft YaHei"/>
                <a:ea typeface="Microsoft YaHei"/>
                <a:cs typeface="Microsoft YaHei"/>
              </a:defRPr>
            </a:pPr>
            <a:r>
              <a:rPr sz="975" b="0">
                <a:solidFill>
                  <a:srgbClr val="555555"/>
                </a:solidFill>
                <a:latin typeface="Microsoft YaHei"/>
                <a:ea typeface="Microsoft YaHei"/>
                <a:cs typeface="Microsoft YaHei"/>
                <a:hlinkClick xmlns:r="http://schemas.openxmlformats.org/officeDocument/2006/relationships" r:id="R40496b3270384e96"/>
              </a:rPr>
              <a:t>DataPilot</a:t>
            </a:r>
            <a:r>
              <a:rPr sz="975" b="0">
                <a:solidFill>
                  <a:srgbClr val="555555"/>
                </a:solidFill>
                <a:latin typeface="Microsoft YaHei"/>
                <a:ea typeface="Microsoft YaHei"/>
                <a:cs typeface="Microsoft YaHei"/>
              </a:rPr>
              <a:t>  ·  </a:t>
            </a:r>
            <a:r>
              <a:rPr sz="975" b="0">
                <a:solidFill>
                  <a:srgbClr val="555555"/>
                </a:solidFill>
                <a:latin typeface="Microsoft YaHei"/>
                <a:ea typeface="Microsoft YaHei"/>
                <a:cs typeface="Microsoft YaHei"/>
                <a:hlinkClick xmlns:r="http://schemas.openxmlformats.org/officeDocument/2006/relationships" r:id="R4339c80235574917"/>
              </a:rPr>
              <a:t>DS-STAR v4</a:t>
            </a:r>
            <a:r>
              <a:rPr sz="975" b="0">
                <a:solidFill>
                  <a:srgbClr val="555555"/>
                </a:solidFill>
                <a:latin typeface="Microsoft YaHei"/>
                <a:ea typeface="Microsoft YaHei"/>
                <a:cs typeface="Microsoft YaHei"/>
              </a:rPr>
              <a:t>  ·  </a:t>
            </a:r>
            <a:r>
              <a:rPr sz="975" b="0">
                <a:solidFill>
                  <a:srgbClr val="555555"/>
                </a:solidFill>
                <a:latin typeface="Microsoft YaHei"/>
                <a:ea typeface="Microsoft YaHei"/>
                <a:cs typeface="Microsoft YaHei"/>
                <a:hlinkClick xmlns:r="http://schemas.openxmlformats.org/officeDocument/2006/relationships" r:id="Rea4f16125fdc49aa"/>
              </a:rPr>
              <a:t>NVIDIA Data Explorer</a:t>
            </a:r>
            <a:r>
              <a:rPr sz="975" b="0">
                <a:solidFill>
                  <a:srgbClr val="555555"/>
                </a:solidFill>
                <a:latin typeface="Microsoft YaHei"/>
                <a:ea typeface="Microsoft YaHei"/>
                <a:cs typeface="Microsoft YaHei"/>
              </a:rPr>
              <a:t>  ·  </a:t>
            </a:r>
            <a:r>
              <a:rPr sz="975" b="0">
                <a:solidFill>
                  <a:srgbClr val="555555"/>
                </a:solidFill>
                <a:latin typeface="Microsoft YaHei"/>
                <a:ea typeface="Microsoft YaHei"/>
                <a:cs typeface="Microsoft YaHei"/>
                <a:hlinkClick xmlns:r="http://schemas.openxmlformats.org/officeDocument/2006/relationships" r:id="R8229097995684a59"/>
              </a:rPr>
              <a:t>FinHelm · pinned revision</a:t>
            </a:r>
            <a:r>
              <a:rPr sz="975" b="0">
                <a:solidFill>
                  <a:srgbClr val="555555"/>
                </a:solidFill>
                <a:latin typeface="Microsoft YaHei"/>
                <a:ea typeface="Microsoft YaHei"/>
                <a:cs typeface="Microsoft YaHei"/>
              </a:rPr>
              <a:t>  ·  </a:t>
            </a:r>
            <a:r>
              <a:rPr sz="975" b="0">
                <a:solidFill>
                  <a:srgbClr val="555555"/>
                </a:solidFill>
                <a:latin typeface="Microsoft YaHei"/>
                <a:ea typeface="Microsoft YaHei"/>
                <a:cs typeface="Microsoft YaHei"/>
                <a:hlinkClick xmlns:r="http://schemas.openxmlformats.org/officeDocument/2006/relationships" r:id="R156b5d0ace1a49a0"/>
              </a:rPr>
              <a:t>SQLDriller</a:t>
            </a:r>
            <a:r>
              <a:rPr sz="975" b="0">
                <a:solidFill>
                  <a:srgbClr val="555555"/>
                </a:solidFill>
                <a:latin typeface="Microsoft YaHei"/>
                <a:ea typeface="Microsoft YaHei"/>
                <a:cs typeface="Microsoft YaHei"/>
              </a:rPr>
              <a:t>  ·  </a:t>
            </a:r>
            <a:r>
              <a:rPr sz="975" b="0">
                <a:solidFill>
                  <a:srgbClr val="555555"/>
                </a:solidFill>
                <a:latin typeface="Microsoft YaHei"/>
                <a:ea typeface="Microsoft YaHei"/>
                <a:cs typeface="Microsoft YaHei"/>
                <a:hlinkClick xmlns:r="http://schemas.openxmlformats.org/officeDocument/2006/relationships" r:id="R01e77a267ffd4228"/>
              </a:rPr>
              <a:t>TS-SQL</a:t>
            </a:r>
            <a:r>
              <a:rPr sz="975" b="0">
                <a:solidFill>
                  <a:srgbClr val="555555"/>
                </a:solidFill>
                <a:latin typeface="Microsoft YaHei"/>
                <a:ea typeface="Microsoft YaHei"/>
                <a:cs typeface="Microsoft YaHei"/>
              </a:rPr>
              <a:t>  ·  </a:t>
            </a:r>
            <a:r>
              <a:rPr sz="975" b="0">
                <a:solidFill>
                  <a:srgbClr val="555555"/>
                </a:solidFill>
                <a:latin typeface="Microsoft YaHei"/>
                <a:ea typeface="Microsoft YaHei"/>
                <a:cs typeface="Microsoft YaHei"/>
                <a:hlinkClick xmlns:r="http://schemas.openxmlformats.org/officeDocument/2006/relationships" r:id="Rbb04fdf4f9fe4a26"/>
              </a:rPr>
              <a:t>QueryProof v1</a:t>
            </a:r>
          </a:p>
        </p:txBody>
      </p:sp>
    </p:spTree>
    <p:extLst>
      <p:ext uri="{BB962C8B-B14F-4D97-AF65-F5344CB8AC3E}">
        <p14:creationId xmlns:p14="http://schemas.microsoft.com/office/powerpoint/2010/main" val="91057728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cxnSp>
        <p:nvCxnSpPr>
          <p:cNvPr id="10" name="">
            <a:extLst xmlns:a="http://schemas.openxmlformats.org/drawingml/2006/main">
              <a:ext uri="{FF2B5EF4-FFF2-40B4-BE49-F238E27FC236}">
                <a16:creationId xmlns:a16="http://schemas.microsoft.com/office/drawing/2014/main" id="{11FA923B-1A67-4E61-82E7-BEF20D94A42B}"/>
              </a:ext>
            </a:extLst>
          </p:cNvPr>
          <p:cNvCxnSpPr>
            <a:stCxn xmlns:a="http://schemas.openxmlformats.org/drawingml/2006/main" id="4" idx="3"/>
            <a:endCxn xmlns:a="http://schemas.openxmlformats.org/drawingml/2006/main" id="7" idx="0"/>
          </p:cNvCxnSpPr>
          <p:nvPr/>
        </p:nvCxnSpPr>
        <p:spPr>
          <a:xfrm xmlns:a="http://schemas.openxmlformats.org/drawingml/2006/main">
            <a:off x="8258175" y="2557463"/>
            <a:ext cx="1600200" cy="1138238"/>
          </a:xfrm>
          <a:prstGeom xmlns:a="http://schemas.openxmlformats.org/drawingml/2006/main" prst="bentConnector2">
            <a:avLst/>
          </a:prstGeom>
          <a:ln xmlns:a="http://schemas.openxmlformats.org/drawingml/2006/main" w="14288">
            <a:solidFill>
              <a:srgbClr val="8D8D8D"/>
            </a:solidFill>
            <a:tailEnd type="arrow" w="med" len="med"/>
          </a:ln>
        </p:spPr>
      </p:cxnSp>
      <p:cxnSp>
        <p:nvCxnSpPr>
          <p:cNvPr id="9" name="">
            <a:extLst xmlns:a="http://schemas.openxmlformats.org/drawingml/2006/main">
              <a:ext uri="{FF2B5EF4-FFF2-40B4-BE49-F238E27FC236}">
                <a16:creationId xmlns:a16="http://schemas.microsoft.com/office/drawing/2014/main" id="{96E03757-4A55-4A46-9A2E-5426920E1568}"/>
              </a:ext>
            </a:extLst>
          </p:cNvPr>
          <p:cNvCxnSpPr>
            <a:stCxn xmlns:a="http://schemas.openxmlformats.org/drawingml/2006/main" id="4" idx="2"/>
            <a:endCxn xmlns:a="http://schemas.openxmlformats.org/drawingml/2006/main" id="6" idx="0"/>
          </p:cNvCxnSpPr>
          <p:nvPr/>
        </p:nvCxnSpPr>
        <p:spPr>
          <a:xfrm xmlns:a="http://schemas.openxmlformats.org/drawingml/2006/main" flipH="1">
            <a:off x="6048375" y="2962275"/>
            <a:ext cx="19050" cy="733425"/>
          </a:xfrm>
          <a:prstGeom xmlns:a="http://schemas.openxmlformats.org/drawingml/2006/main" prst="bentConnector4">
            <a:avLst>
              <a:gd name="adj1" fmla="val 0"/>
              <a:gd name="adj2" fmla="val 50000"/>
            </a:avLst>
          </a:prstGeom>
          <a:ln xmlns:a="http://schemas.openxmlformats.org/drawingml/2006/main" w="14288">
            <a:solidFill>
              <a:srgbClr val="8D8D8D"/>
            </a:solidFill>
            <a:tailEnd type="arrow" w="med" len="med"/>
          </a:ln>
        </p:spPr>
      </p:cxnSp>
      <p:cxnSp>
        <p:nvCxnSpPr>
          <p:cNvPr id="8" name="">
            <a:extLst xmlns:a="http://schemas.openxmlformats.org/drawingml/2006/main">
              <a:ext uri="{FF2B5EF4-FFF2-40B4-BE49-F238E27FC236}">
                <a16:creationId xmlns:a16="http://schemas.microsoft.com/office/drawing/2014/main" id="{37F10A1B-E341-411A-B26A-C325669979C4}"/>
              </a:ext>
            </a:extLst>
          </p:cNvPr>
          <p:cNvCxnSpPr>
            <a:stCxn xmlns:a="http://schemas.openxmlformats.org/drawingml/2006/main" id="4" idx="1"/>
            <a:endCxn xmlns:a="http://schemas.openxmlformats.org/drawingml/2006/main" id="5" idx="0"/>
          </p:cNvCxnSpPr>
          <p:nvPr/>
        </p:nvCxnSpPr>
        <p:spPr>
          <a:xfrm xmlns:a="http://schemas.openxmlformats.org/drawingml/2006/main" flipH="1">
            <a:off x="2238375" y="2557463"/>
            <a:ext cx="1638300" cy="1138238"/>
          </a:xfrm>
          <a:prstGeom xmlns:a="http://schemas.openxmlformats.org/drawingml/2006/main" prst="bentConnector2">
            <a:avLst/>
          </a:prstGeom>
          <a:ln xmlns:a="http://schemas.openxmlformats.org/drawingml/2006/main" w="14288">
            <a:solidFill>
              <a:srgbClr val="8D8D8D"/>
            </a:solidFill>
            <a:tailEnd type="arrow" w="med" len="med"/>
          </a:ln>
        </p:spPr>
      </p:cxnSp>
      <p:sp>
        <p:nvSpPr>
          <p:cNvPr id="13" name="section">
            <a:extLst xmlns:a="http://schemas.openxmlformats.org/drawingml/2006/main">
              <a:ext uri="{FF2B5EF4-FFF2-40B4-BE49-F238E27FC236}">
                <a16:creationId xmlns:a16="http://schemas.microsoft.com/office/drawing/2014/main" id="{786C3CE8-98F4-4F04-963B-96DE54879BB6}"/>
              </a:ext>
            </a:extLst>
          </p:cNvPr>
          <p:cNvSpPr>
            <a:spLocks xmlns:a="http://schemas.openxmlformats.org/drawingml/2006/main" noGrp="1"/>
          </p:cNvSpPr>
          <p:nvPr/>
        </p:nvSpPr>
        <p:spPr>
          <a:xfrm xmlns:a="http://schemas.openxmlformats.org/drawingml/2006/main">
            <a:off x="571500" y="8667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B71920"/>
                </a:solidFill>
                <a:latin typeface="Microsoft YaHei"/>
                <a:ea typeface="Microsoft YaHei"/>
                <a:cs typeface="Microsoft YaHei"/>
              </a:defRPr>
            </a:defPPr>
            <a:lvl1pPr algn="l">
              <a:defRPr sz="1650" b="0">
                <a:solidFill>
                  <a:srgbClr val="B71920"/>
                </a:solidFill>
                <a:latin typeface="Microsoft YaHei"/>
                <a:ea typeface="Microsoft YaHei"/>
                <a:cs typeface="Microsoft YaHei"/>
              </a:defRPr>
            </a:lvl1pPr>
            <a:lvl2pPr algn="l">
              <a:defRPr sz="1650" b="0">
                <a:solidFill>
                  <a:srgbClr val="B71920"/>
                </a:solidFill>
                <a:latin typeface="Microsoft YaHei"/>
                <a:ea typeface="Microsoft YaHei"/>
                <a:cs typeface="Microsoft YaHei"/>
              </a:defRPr>
            </a:lvl2pPr>
            <a:lvl3pPr algn="l">
              <a:defRPr sz="1650" b="0">
                <a:solidFill>
                  <a:srgbClr val="B71920"/>
                </a:solidFill>
                <a:latin typeface="Microsoft YaHei"/>
                <a:ea typeface="Microsoft YaHei"/>
                <a:cs typeface="Microsoft YaHei"/>
              </a:defRPr>
            </a:lvl3pPr>
            <a:lvl4pPr algn="l">
              <a:defRPr sz="1650" b="0">
                <a:solidFill>
                  <a:srgbClr val="B71920"/>
                </a:solidFill>
                <a:latin typeface="Microsoft YaHei"/>
                <a:ea typeface="Microsoft YaHei"/>
                <a:cs typeface="Microsoft YaHei"/>
              </a:defRPr>
            </a:lvl4pPr>
            <a:lvl5pPr algn="l">
              <a:defRPr sz="1650" b="0">
                <a:solidFill>
                  <a:srgbClr val="B71920"/>
                </a:solidFill>
                <a:latin typeface="Microsoft YaHei"/>
                <a:ea typeface="Microsoft YaHei"/>
                <a:cs typeface="Microsoft YaHei"/>
              </a:defRPr>
            </a:lvl5pPr>
            <a:lvl6pPr algn="l">
              <a:defRPr sz="1650" b="0">
                <a:solidFill>
                  <a:srgbClr val="B71920"/>
                </a:solidFill>
                <a:latin typeface="Microsoft YaHei"/>
                <a:ea typeface="Microsoft YaHei"/>
                <a:cs typeface="Microsoft YaHei"/>
              </a:defRPr>
            </a:lvl6pPr>
            <a:lvl7pPr algn="l">
              <a:defRPr sz="1650" b="0">
                <a:solidFill>
                  <a:srgbClr val="B71920"/>
                </a:solidFill>
                <a:latin typeface="Microsoft YaHei"/>
                <a:ea typeface="Microsoft YaHei"/>
                <a:cs typeface="Microsoft YaHei"/>
              </a:defRPr>
            </a:lvl7pPr>
            <a:lvl8pPr algn="l">
              <a:defRPr sz="1650" b="0">
                <a:solidFill>
                  <a:srgbClr val="B71920"/>
                </a:solidFill>
                <a:latin typeface="Microsoft YaHei"/>
                <a:ea typeface="Microsoft YaHei"/>
                <a:cs typeface="Microsoft YaHei"/>
              </a:defRPr>
            </a:lvl8pPr>
            <a:lvl9pPr algn="l">
              <a:defRPr sz="1650" b="0">
                <a:solidFill>
                  <a:srgbClr val="B71920"/>
                </a:solidFill>
                <a:latin typeface="Microsoft YaHei"/>
                <a:ea typeface="Microsoft YaHei"/>
                <a:cs typeface="Microsoft YaHei"/>
              </a:defRPr>
            </a:lvl9pPr>
          </a:lstStyle>
          <a:p xmlns:a="http://schemas.openxmlformats.org/drawingml/2006/main">
            <a:pPr algn="l">
              <a:defRPr sz="1650" b="0">
                <a:solidFill>
                  <a:srgbClr val="B71920"/>
                </a:solidFill>
                <a:latin typeface="Microsoft YaHei"/>
                <a:ea typeface="Microsoft YaHei"/>
                <a:cs typeface="Microsoft YaHei"/>
              </a:defRPr>
            </a:pPr>
            <a:r>
              <a:rPr sz="1650" b="0">
                <a:solidFill>
                  <a:srgbClr val="B71920"/>
                </a:solidFill>
                <a:latin typeface="Microsoft YaHei"/>
                <a:ea typeface="Microsoft YaHei"/>
                <a:cs typeface="Microsoft YaHei"/>
              </a:rPr>
              <a:t>Research Plan &amp; Method</a:t>
            </a:r>
          </a:p>
        </p:txBody>
      </p:sp>
      <p:sp>
        <p:nvSpPr>
          <p:cNvPr id="2" name="slide-title">
            <a:extLst xmlns:a="http://schemas.openxmlformats.org/drawingml/2006/main">
              <a:ext uri="{FF2B5EF4-FFF2-40B4-BE49-F238E27FC236}">
                <a16:creationId xmlns:a16="http://schemas.microsoft.com/office/drawing/2014/main" id="{BACE8153-1BE8-4700-A654-219EA06F0922}"/>
              </a:ext>
            </a:extLst>
          </p:cNvPr>
          <p:cNvSpPr>
            <a:spLocks xmlns:a="http://schemas.openxmlformats.org/drawingml/2006/main" noGrp="1"/>
          </p:cNvSpPr>
          <p:nvPr/>
        </p:nvSpPr>
        <p:spPr>
          <a:xfrm xmlns:a="http://schemas.openxmlformats.org/drawingml/2006/main">
            <a:off x="571500" y="132397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303030"/>
                </a:solidFill>
                <a:latin typeface="Microsoft YaHei"/>
                <a:ea typeface="Microsoft YaHei"/>
                <a:cs typeface="Microsoft YaHei"/>
              </a:defRPr>
            </a:defPPr>
            <a:lvl1pPr algn="l">
              <a:defRPr sz="2625" b="0">
                <a:solidFill>
                  <a:srgbClr val="303030"/>
                </a:solidFill>
                <a:latin typeface="Microsoft YaHei"/>
                <a:ea typeface="Microsoft YaHei"/>
                <a:cs typeface="Microsoft YaHei"/>
              </a:defRPr>
            </a:lvl1pPr>
            <a:lvl2pPr algn="l">
              <a:defRPr sz="2625" b="0">
                <a:solidFill>
                  <a:srgbClr val="303030"/>
                </a:solidFill>
                <a:latin typeface="Microsoft YaHei"/>
                <a:ea typeface="Microsoft YaHei"/>
                <a:cs typeface="Microsoft YaHei"/>
              </a:defRPr>
            </a:lvl2pPr>
            <a:lvl3pPr algn="l">
              <a:defRPr sz="2625" b="0">
                <a:solidFill>
                  <a:srgbClr val="303030"/>
                </a:solidFill>
                <a:latin typeface="Microsoft YaHei"/>
                <a:ea typeface="Microsoft YaHei"/>
                <a:cs typeface="Microsoft YaHei"/>
              </a:defRPr>
            </a:lvl3pPr>
            <a:lvl4pPr algn="l">
              <a:defRPr sz="2625" b="0">
                <a:solidFill>
                  <a:srgbClr val="303030"/>
                </a:solidFill>
                <a:latin typeface="Microsoft YaHei"/>
                <a:ea typeface="Microsoft YaHei"/>
                <a:cs typeface="Microsoft YaHei"/>
              </a:defRPr>
            </a:lvl4pPr>
            <a:lvl5pPr algn="l">
              <a:defRPr sz="2625" b="0">
                <a:solidFill>
                  <a:srgbClr val="303030"/>
                </a:solidFill>
                <a:latin typeface="Microsoft YaHei"/>
                <a:ea typeface="Microsoft YaHei"/>
                <a:cs typeface="Microsoft YaHei"/>
              </a:defRPr>
            </a:lvl5pPr>
            <a:lvl6pPr algn="l">
              <a:defRPr sz="2625" b="0">
                <a:solidFill>
                  <a:srgbClr val="303030"/>
                </a:solidFill>
                <a:latin typeface="Microsoft YaHei"/>
                <a:ea typeface="Microsoft YaHei"/>
                <a:cs typeface="Microsoft YaHei"/>
              </a:defRPr>
            </a:lvl6pPr>
            <a:lvl7pPr algn="l">
              <a:defRPr sz="2625" b="0">
                <a:solidFill>
                  <a:srgbClr val="303030"/>
                </a:solidFill>
                <a:latin typeface="Microsoft YaHei"/>
                <a:ea typeface="Microsoft YaHei"/>
                <a:cs typeface="Microsoft YaHei"/>
              </a:defRPr>
            </a:lvl7pPr>
            <a:lvl8pPr algn="l">
              <a:defRPr sz="2625" b="0">
                <a:solidFill>
                  <a:srgbClr val="303030"/>
                </a:solidFill>
                <a:latin typeface="Microsoft YaHei"/>
                <a:ea typeface="Microsoft YaHei"/>
                <a:cs typeface="Microsoft YaHei"/>
              </a:defRPr>
            </a:lvl8pPr>
            <a:lvl9pPr algn="l">
              <a:defRPr sz="2625" b="0">
                <a:solidFill>
                  <a:srgbClr val="303030"/>
                </a:solidFill>
                <a:latin typeface="Microsoft YaHei"/>
                <a:ea typeface="Microsoft YaHei"/>
                <a:cs typeface="Microsoft YaHei"/>
              </a:defRPr>
            </a:lvl9pPr>
          </a:lstStyle>
          <a:p xmlns:a="http://schemas.openxmlformats.org/drawingml/2006/main">
            <a:pPr algn="l">
              <a:defRPr sz="2625" b="0">
                <a:solidFill>
                  <a:srgbClr val="303030"/>
                </a:solidFill>
                <a:latin typeface="Microsoft YaHei"/>
                <a:ea typeface="Microsoft YaHei"/>
                <a:cs typeface="Microsoft YaHei"/>
              </a:defRPr>
            </a:pPr>
            <a:r>
              <a:rPr sz="2625" b="0">
                <a:solidFill>
                  <a:srgbClr val="303030"/>
                </a:solidFill>
                <a:latin typeface="Microsoft YaHei"/>
                <a:ea typeface="Microsoft YaHei"/>
                <a:cs typeface="Microsoft YaHei"/>
              </a:rPr>
              <a:t>A fixed hierarchy adapted from FinHelm</a:t>
            </a:r>
          </a:p>
        </p:txBody>
      </p:sp>
      <p:sp>
        <p:nvSpPr>
          <p:cNvPr id="3" name="page">
            <a:extLst xmlns:a="http://schemas.openxmlformats.org/drawingml/2006/main">
              <a:ext uri="{FF2B5EF4-FFF2-40B4-BE49-F238E27FC236}">
                <a16:creationId xmlns:a16="http://schemas.microsoft.com/office/drawing/2014/main" id="{9CFCE20B-2BCF-466B-A235-92B3A5FA307F}"/>
              </a:ext>
            </a:extLst>
          </p:cNvPr>
          <p:cNvSpPr>
            <a:spLocks xmlns:a="http://schemas.openxmlformats.org/drawingml/2006/main" noGrp="1"/>
          </p:cNvSpPr>
          <p:nvPr/>
        </p:nvSpPr>
        <p:spPr>
          <a:xfrm xmlns:a="http://schemas.openxmlformats.org/drawingml/2006/main">
            <a:off x="10801350" y="6353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55555"/>
                </a:solidFill>
                <a:latin typeface="Microsoft YaHei"/>
                <a:ea typeface="Microsoft YaHei"/>
                <a:cs typeface="Microsoft YaHei"/>
              </a:defRPr>
            </a:defPPr>
            <a:lvl1pPr algn="r">
              <a:defRPr sz="1125" b="0">
                <a:solidFill>
                  <a:srgbClr val="555555"/>
                </a:solidFill>
                <a:latin typeface="Microsoft YaHei"/>
                <a:ea typeface="Microsoft YaHei"/>
                <a:cs typeface="Microsoft YaHei"/>
              </a:defRPr>
            </a:lvl1pPr>
            <a:lvl2pPr algn="r">
              <a:defRPr sz="1125" b="0">
                <a:solidFill>
                  <a:srgbClr val="555555"/>
                </a:solidFill>
                <a:latin typeface="Microsoft YaHei"/>
                <a:ea typeface="Microsoft YaHei"/>
                <a:cs typeface="Microsoft YaHei"/>
              </a:defRPr>
            </a:lvl2pPr>
            <a:lvl3pPr algn="r">
              <a:defRPr sz="1125" b="0">
                <a:solidFill>
                  <a:srgbClr val="555555"/>
                </a:solidFill>
                <a:latin typeface="Microsoft YaHei"/>
                <a:ea typeface="Microsoft YaHei"/>
                <a:cs typeface="Microsoft YaHei"/>
              </a:defRPr>
            </a:lvl3pPr>
            <a:lvl4pPr algn="r">
              <a:defRPr sz="1125" b="0">
                <a:solidFill>
                  <a:srgbClr val="555555"/>
                </a:solidFill>
                <a:latin typeface="Microsoft YaHei"/>
                <a:ea typeface="Microsoft YaHei"/>
                <a:cs typeface="Microsoft YaHei"/>
              </a:defRPr>
            </a:lvl4pPr>
            <a:lvl5pPr algn="r">
              <a:defRPr sz="1125" b="0">
                <a:solidFill>
                  <a:srgbClr val="555555"/>
                </a:solidFill>
                <a:latin typeface="Microsoft YaHei"/>
                <a:ea typeface="Microsoft YaHei"/>
                <a:cs typeface="Microsoft YaHei"/>
              </a:defRPr>
            </a:lvl5pPr>
            <a:lvl6pPr algn="r">
              <a:defRPr sz="1125" b="0">
                <a:solidFill>
                  <a:srgbClr val="555555"/>
                </a:solidFill>
                <a:latin typeface="Microsoft YaHei"/>
                <a:ea typeface="Microsoft YaHei"/>
                <a:cs typeface="Microsoft YaHei"/>
              </a:defRPr>
            </a:lvl6pPr>
            <a:lvl7pPr algn="r">
              <a:defRPr sz="1125" b="0">
                <a:solidFill>
                  <a:srgbClr val="555555"/>
                </a:solidFill>
                <a:latin typeface="Microsoft YaHei"/>
                <a:ea typeface="Microsoft YaHei"/>
                <a:cs typeface="Microsoft YaHei"/>
              </a:defRPr>
            </a:lvl7pPr>
            <a:lvl8pPr algn="r">
              <a:defRPr sz="1125" b="0">
                <a:solidFill>
                  <a:srgbClr val="555555"/>
                </a:solidFill>
                <a:latin typeface="Microsoft YaHei"/>
                <a:ea typeface="Microsoft YaHei"/>
                <a:cs typeface="Microsoft YaHei"/>
              </a:defRPr>
            </a:lvl8pPr>
            <a:lvl9pPr algn="r">
              <a:defRPr sz="1125" b="0">
                <a:solidFill>
                  <a:srgbClr val="555555"/>
                </a:solidFill>
                <a:latin typeface="Microsoft YaHei"/>
                <a:ea typeface="Microsoft YaHei"/>
                <a:cs typeface="Microsoft YaHei"/>
              </a:defRPr>
            </a:lvl9pPr>
          </a:lstStyle>
          <a:p xmlns:a="http://schemas.openxmlformats.org/drawingml/2006/main">
            <a:pPr algn="r">
              <a:defRPr sz="1125" b="0">
                <a:solidFill>
                  <a:srgbClr val="555555"/>
                </a:solidFill>
                <a:latin typeface="Microsoft YaHei"/>
                <a:ea typeface="Microsoft YaHei"/>
                <a:cs typeface="Microsoft YaHei"/>
              </a:defRPr>
            </a:pPr>
            <a:r>
              <a:rPr sz="1125" b="0">
                <a:solidFill>
                  <a:srgbClr val="555555"/>
                </a:solidFill>
                <a:latin typeface="Microsoft YaHei"/>
                <a:ea typeface="Microsoft YaHei"/>
                <a:cs typeface="Microsoft YaHei"/>
              </a:rPr>
              <a:t>9 / 16</a:t>
            </a:r>
          </a:p>
        </p:txBody>
      </p:sp>
      <p:sp>
        <p:nvSpPr>
          <p:cNvPr id="4" name="main">
            <a:extLst xmlns:a="http://schemas.openxmlformats.org/drawingml/2006/main">
              <a:ext uri="{FF2B5EF4-FFF2-40B4-BE49-F238E27FC236}">
                <a16:creationId xmlns:a16="http://schemas.microsoft.com/office/drawing/2014/main" id="{5EB105A3-1743-4ACC-BFEE-19B3A9F7054C}"/>
              </a:ext>
            </a:extLst>
          </p:cNvPr>
          <p:cNvSpPr>
            <a:spLocks xmlns:a="http://schemas.openxmlformats.org/drawingml/2006/main" noGrp="1"/>
          </p:cNvSpPr>
          <p:nvPr/>
        </p:nvSpPr>
        <p:spPr>
          <a:xfrm xmlns:a="http://schemas.openxmlformats.org/drawingml/2006/main">
            <a:off x="3876675" y="2152650"/>
            <a:ext cx="4381500" cy="809625"/>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875" b="0">
                <a:solidFill>
                  <a:srgbClr val="303030"/>
                </a:solidFill>
                <a:latin typeface="Microsoft YaHei"/>
                <a:ea typeface="Microsoft YaHei"/>
                <a:cs typeface="Microsoft YaHei"/>
              </a:defRPr>
            </a:defPPr>
            <a:lvl1pPr algn="ctr">
              <a:defRPr sz="1875" b="0">
                <a:solidFill>
                  <a:srgbClr val="303030"/>
                </a:solidFill>
                <a:latin typeface="Microsoft YaHei"/>
                <a:ea typeface="Microsoft YaHei"/>
                <a:cs typeface="Microsoft YaHei"/>
              </a:defRPr>
            </a:lvl1pPr>
            <a:lvl2pPr algn="ctr">
              <a:defRPr sz="1875" b="0">
                <a:solidFill>
                  <a:srgbClr val="303030"/>
                </a:solidFill>
                <a:latin typeface="Microsoft YaHei"/>
                <a:ea typeface="Microsoft YaHei"/>
                <a:cs typeface="Microsoft YaHei"/>
              </a:defRPr>
            </a:lvl2pPr>
            <a:lvl3pPr algn="ctr">
              <a:defRPr sz="1875" b="0">
                <a:solidFill>
                  <a:srgbClr val="303030"/>
                </a:solidFill>
                <a:latin typeface="Microsoft YaHei"/>
                <a:ea typeface="Microsoft YaHei"/>
                <a:cs typeface="Microsoft YaHei"/>
              </a:defRPr>
            </a:lvl3pPr>
            <a:lvl4pPr algn="ctr">
              <a:defRPr sz="1875" b="0">
                <a:solidFill>
                  <a:srgbClr val="303030"/>
                </a:solidFill>
                <a:latin typeface="Microsoft YaHei"/>
                <a:ea typeface="Microsoft YaHei"/>
                <a:cs typeface="Microsoft YaHei"/>
              </a:defRPr>
            </a:lvl4pPr>
            <a:lvl5pPr algn="ctr">
              <a:defRPr sz="1875" b="0">
                <a:solidFill>
                  <a:srgbClr val="303030"/>
                </a:solidFill>
                <a:latin typeface="Microsoft YaHei"/>
                <a:ea typeface="Microsoft YaHei"/>
                <a:cs typeface="Microsoft YaHei"/>
              </a:defRPr>
            </a:lvl5pPr>
            <a:lvl6pPr algn="ctr">
              <a:defRPr sz="1875" b="0">
                <a:solidFill>
                  <a:srgbClr val="303030"/>
                </a:solidFill>
                <a:latin typeface="Microsoft YaHei"/>
                <a:ea typeface="Microsoft YaHei"/>
                <a:cs typeface="Microsoft YaHei"/>
              </a:defRPr>
            </a:lvl6pPr>
            <a:lvl7pPr algn="ctr">
              <a:defRPr sz="1875" b="0">
                <a:solidFill>
                  <a:srgbClr val="303030"/>
                </a:solidFill>
                <a:latin typeface="Microsoft YaHei"/>
                <a:ea typeface="Microsoft YaHei"/>
                <a:cs typeface="Microsoft YaHei"/>
              </a:defRPr>
            </a:lvl7pPr>
            <a:lvl8pPr algn="ctr">
              <a:defRPr sz="1875" b="0">
                <a:solidFill>
                  <a:srgbClr val="303030"/>
                </a:solidFill>
                <a:latin typeface="Microsoft YaHei"/>
                <a:ea typeface="Microsoft YaHei"/>
                <a:cs typeface="Microsoft YaHei"/>
              </a:defRPr>
            </a:lvl8pPr>
            <a:lvl9pPr algn="ctr">
              <a:defRPr sz="1875" b="0">
                <a:solidFill>
                  <a:srgbClr val="303030"/>
                </a:solidFill>
                <a:latin typeface="Microsoft YaHei"/>
                <a:ea typeface="Microsoft YaHei"/>
                <a:cs typeface="Microsoft YaHei"/>
              </a:defRPr>
            </a:lvl9pPr>
          </a:lstStyle>
          <a:p xmlns:a="http://schemas.openxmlformats.org/drawingml/2006/main">
            <a:pPr algn="ctr">
              <a:defRPr sz="1875" b="0">
                <a:solidFill>
                  <a:srgbClr val="303030"/>
                </a:solidFill>
                <a:latin typeface="Microsoft YaHei"/>
                <a:ea typeface="Microsoft YaHei"/>
                <a:cs typeface="Microsoft YaHei"/>
              </a:defRPr>
            </a:pPr>
            <a:r>
              <a:rPr sz="1875" b="0">
                <a:solidFill>
                  <a:srgbClr val="303030"/>
                </a:solidFill>
                <a:latin typeface="Microsoft YaHei"/>
                <a:ea typeface="Microsoft YaHei"/>
                <a:cs typeface="Microsoft YaHei"/>
              </a:rPr>
              <a:t>Main agent</a:t>
            </a:r>
          </a:p>
          <a:p xmlns:a="http://schemas.openxmlformats.org/drawingml/2006/main">
            <a:pPr algn="ctr">
              <a:defRPr sz="1875" b="0">
                <a:solidFill>
                  <a:srgbClr val="303030"/>
                </a:solidFill>
                <a:latin typeface="Microsoft YaHei"/>
                <a:ea typeface="Microsoft YaHei"/>
                <a:cs typeface="Microsoft YaHei"/>
              </a:defRPr>
            </a:pPr>
            <a:r>
              <a:rPr sz="1875" b="0">
                <a:solidFill>
                  <a:srgbClr val="303030"/>
                </a:solidFill>
                <a:latin typeface="Microsoft YaHei"/>
                <a:ea typeface="Microsoft YaHei"/>
                <a:cs typeface="Microsoft YaHei"/>
              </a:rPr>
              <a:t>Coordinates the task</a:t>
            </a:r>
          </a:p>
        </p:txBody>
      </p:sp>
      <p:sp>
        <p:nvSpPr>
          <p:cNvPr id="5" name="evidence">
            <a:extLst xmlns:a="http://schemas.openxmlformats.org/drawingml/2006/main">
              <a:ext uri="{FF2B5EF4-FFF2-40B4-BE49-F238E27FC236}">
                <a16:creationId xmlns:a16="http://schemas.microsoft.com/office/drawing/2014/main" id="{8D681DE9-304F-466C-9EAA-A677E9E58760}"/>
              </a:ext>
            </a:extLst>
          </p:cNvPr>
          <p:cNvSpPr>
            <a:spLocks xmlns:a="http://schemas.openxmlformats.org/drawingml/2006/main" noGrp="1"/>
          </p:cNvSpPr>
          <p:nvPr/>
        </p:nvSpPr>
        <p:spPr>
          <a:xfrm xmlns:a="http://schemas.openxmlformats.org/drawingml/2006/main">
            <a:off x="571500" y="3695700"/>
            <a:ext cx="333375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800" b="0">
                <a:solidFill>
                  <a:srgbClr val="303030"/>
                </a:solidFill>
                <a:latin typeface="Microsoft YaHei"/>
                <a:ea typeface="Microsoft YaHei"/>
                <a:cs typeface="Microsoft YaHei"/>
              </a:defRPr>
            </a:defPPr>
            <a:lvl1pPr algn="ctr">
              <a:defRPr sz="1800" b="0">
                <a:solidFill>
                  <a:srgbClr val="303030"/>
                </a:solidFill>
                <a:latin typeface="Microsoft YaHei"/>
                <a:ea typeface="Microsoft YaHei"/>
                <a:cs typeface="Microsoft YaHei"/>
              </a:defRPr>
            </a:lvl1pPr>
            <a:lvl2pPr algn="ctr">
              <a:defRPr sz="1800" b="0">
                <a:solidFill>
                  <a:srgbClr val="303030"/>
                </a:solidFill>
                <a:latin typeface="Microsoft YaHei"/>
                <a:ea typeface="Microsoft YaHei"/>
                <a:cs typeface="Microsoft YaHei"/>
              </a:defRPr>
            </a:lvl2pPr>
            <a:lvl3pPr algn="ctr">
              <a:defRPr sz="1800" b="0">
                <a:solidFill>
                  <a:srgbClr val="303030"/>
                </a:solidFill>
                <a:latin typeface="Microsoft YaHei"/>
                <a:ea typeface="Microsoft YaHei"/>
                <a:cs typeface="Microsoft YaHei"/>
              </a:defRPr>
            </a:lvl3pPr>
            <a:lvl4pPr algn="ctr">
              <a:defRPr sz="1800" b="0">
                <a:solidFill>
                  <a:srgbClr val="303030"/>
                </a:solidFill>
                <a:latin typeface="Microsoft YaHei"/>
                <a:ea typeface="Microsoft YaHei"/>
                <a:cs typeface="Microsoft YaHei"/>
              </a:defRPr>
            </a:lvl4pPr>
            <a:lvl5pPr algn="ctr">
              <a:defRPr sz="1800" b="0">
                <a:solidFill>
                  <a:srgbClr val="303030"/>
                </a:solidFill>
                <a:latin typeface="Microsoft YaHei"/>
                <a:ea typeface="Microsoft YaHei"/>
                <a:cs typeface="Microsoft YaHei"/>
              </a:defRPr>
            </a:lvl5pPr>
            <a:lvl6pPr algn="ctr">
              <a:defRPr sz="1800" b="0">
                <a:solidFill>
                  <a:srgbClr val="303030"/>
                </a:solidFill>
                <a:latin typeface="Microsoft YaHei"/>
                <a:ea typeface="Microsoft YaHei"/>
                <a:cs typeface="Microsoft YaHei"/>
              </a:defRPr>
            </a:lvl6pPr>
            <a:lvl7pPr algn="ctr">
              <a:defRPr sz="1800" b="0">
                <a:solidFill>
                  <a:srgbClr val="303030"/>
                </a:solidFill>
                <a:latin typeface="Microsoft YaHei"/>
                <a:ea typeface="Microsoft YaHei"/>
                <a:cs typeface="Microsoft YaHei"/>
              </a:defRPr>
            </a:lvl7pPr>
            <a:lvl8pPr algn="ctr">
              <a:defRPr sz="1800" b="0">
                <a:solidFill>
                  <a:srgbClr val="303030"/>
                </a:solidFill>
                <a:latin typeface="Microsoft YaHei"/>
                <a:ea typeface="Microsoft YaHei"/>
                <a:cs typeface="Microsoft YaHei"/>
              </a:defRPr>
            </a:lvl8pPr>
            <a:lvl9pPr algn="ctr">
              <a:defRPr sz="1800" b="0">
                <a:solidFill>
                  <a:srgbClr val="303030"/>
                </a:solidFill>
                <a:latin typeface="Microsoft YaHei"/>
                <a:ea typeface="Microsoft YaHei"/>
                <a:cs typeface="Microsoft YaHei"/>
              </a:defRPr>
            </a:lvl9pPr>
          </a:lstStyle>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Evidence worker</a:t>
            </a:r>
          </a:p>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Checks retrieved experience</a:t>
            </a:r>
          </a:p>
        </p:txBody>
      </p:sp>
      <p:sp>
        <p:nvSpPr>
          <p:cNvPr id="6" name="analyst">
            <a:extLst xmlns:a="http://schemas.openxmlformats.org/drawingml/2006/main">
              <a:ext uri="{FF2B5EF4-FFF2-40B4-BE49-F238E27FC236}">
                <a16:creationId xmlns:a16="http://schemas.microsoft.com/office/drawing/2014/main" id="{5AD55EB9-1625-4F49-9027-2227E72AD7AA}"/>
              </a:ext>
            </a:extLst>
          </p:cNvPr>
          <p:cNvSpPr>
            <a:spLocks xmlns:a="http://schemas.openxmlformats.org/drawingml/2006/main" noGrp="1"/>
          </p:cNvSpPr>
          <p:nvPr/>
        </p:nvSpPr>
        <p:spPr>
          <a:xfrm xmlns:a="http://schemas.openxmlformats.org/drawingml/2006/main">
            <a:off x="4381500" y="3695700"/>
            <a:ext cx="333375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800" b="0">
                <a:solidFill>
                  <a:srgbClr val="303030"/>
                </a:solidFill>
                <a:latin typeface="Microsoft YaHei"/>
                <a:ea typeface="Microsoft YaHei"/>
                <a:cs typeface="Microsoft YaHei"/>
              </a:defRPr>
            </a:defPPr>
            <a:lvl1pPr algn="ctr">
              <a:defRPr sz="1800" b="0">
                <a:solidFill>
                  <a:srgbClr val="303030"/>
                </a:solidFill>
                <a:latin typeface="Microsoft YaHei"/>
                <a:ea typeface="Microsoft YaHei"/>
                <a:cs typeface="Microsoft YaHei"/>
              </a:defRPr>
            </a:lvl1pPr>
            <a:lvl2pPr algn="ctr">
              <a:defRPr sz="1800" b="0">
                <a:solidFill>
                  <a:srgbClr val="303030"/>
                </a:solidFill>
                <a:latin typeface="Microsoft YaHei"/>
                <a:ea typeface="Microsoft YaHei"/>
                <a:cs typeface="Microsoft YaHei"/>
              </a:defRPr>
            </a:lvl2pPr>
            <a:lvl3pPr algn="ctr">
              <a:defRPr sz="1800" b="0">
                <a:solidFill>
                  <a:srgbClr val="303030"/>
                </a:solidFill>
                <a:latin typeface="Microsoft YaHei"/>
                <a:ea typeface="Microsoft YaHei"/>
                <a:cs typeface="Microsoft YaHei"/>
              </a:defRPr>
            </a:lvl3pPr>
            <a:lvl4pPr algn="ctr">
              <a:defRPr sz="1800" b="0">
                <a:solidFill>
                  <a:srgbClr val="303030"/>
                </a:solidFill>
                <a:latin typeface="Microsoft YaHei"/>
                <a:ea typeface="Microsoft YaHei"/>
                <a:cs typeface="Microsoft YaHei"/>
              </a:defRPr>
            </a:lvl4pPr>
            <a:lvl5pPr algn="ctr">
              <a:defRPr sz="1800" b="0">
                <a:solidFill>
                  <a:srgbClr val="303030"/>
                </a:solidFill>
                <a:latin typeface="Microsoft YaHei"/>
                <a:ea typeface="Microsoft YaHei"/>
                <a:cs typeface="Microsoft YaHei"/>
              </a:defRPr>
            </a:lvl5pPr>
            <a:lvl6pPr algn="ctr">
              <a:defRPr sz="1800" b="0">
                <a:solidFill>
                  <a:srgbClr val="303030"/>
                </a:solidFill>
                <a:latin typeface="Microsoft YaHei"/>
                <a:ea typeface="Microsoft YaHei"/>
                <a:cs typeface="Microsoft YaHei"/>
              </a:defRPr>
            </a:lvl6pPr>
            <a:lvl7pPr algn="ctr">
              <a:defRPr sz="1800" b="0">
                <a:solidFill>
                  <a:srgbClr val="303030"/>
                </a:solidFill>
                <a:latin typeface="Microsoft YaHei"/>
                <a:ea typeface="Microsoft YaHei"/>
                <a:cs typeface="Microsoft YaHei"/>
              </a:defRPr>
            </a:lvl7pPr>
            <a:lvl8pPr algn="ctr">
              <a:defRPr sz="1800" b="0">
                <a:solidFill>
                  <a:srgbClr val="303030"/>
                </a:solidFill>
                <a:latin typeface="Microsoft YaHei"/>
                <a:ea typeface="Microsoft YaHei"/>
                <a:cs typeface="Microsoft YaHei"/>
              </a:defRPr>
            </a:lvl8pPr>
            <a:lvl9pPr algn="ctr">
              <a:defRPr sz="1800" b="0">
                <a:solidFill>
                  <a:srgbClr val="303030"/>
                </a:solidFill>
                <a:latin typeface="Microsoft YaHei"/>
                <a:ea typeface="Microsoft YaHei"/>
                <a:cs typeface="Microsoft YaHei"/>
              </a:defRPr>
            </a:lvl9pPr>
          </a:lstStyle>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Computational analyst</a:t>
            </a:r>
          </a:p>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Runs SQL / Python</a:t>
            </a:r>
          </a:p>
        </p:txBody>
      </p:sp>
      <p:sp>
        <p:nvSpPr>
          <p:cNvPr id="7" name="reviewer">
            <a:extLst xmlns:a="http://schemas.openxmlformats.org/drawingml/2006/main">
              <a:ext uri="{FF2B5EF4-FFF2-40B4-BE49-F238E27FC236}">
                <a16:creationId xmlns:a16="http://schemas.microsoft.com/office/drawing/2014/main" id="{D6885FA3-B6B1-46E4-A4CB-A5844791D098}"/>
              </a:ext>
            </a:extLst>
          </p:cNvPr>
          <p:cNvSpPr>
            <a:spLocks xmlns:a="http://schemas.openxmlformats.org/drawingml/2006/main" noGrp="1"/>
          </p:cNvSpPr>
          <p:nvPr/>
        </p:nvSpPr>
        <p:spPr>
          <a:xfrm xmlns:a="http://schemas.openxmlformats.org/drawingml/2006/main">
            <a:off x="8191500" y="3695700"/>
            <a:ext cx="333375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800" b="0">
                <a:solidFill>
                  <a:srgbClr val="303030"/>
                </a:solidFill>
                <a:latin typeface="Microsoft YaHei"/>
                <a:ea typeface="Microsoft YaHei"/>
                <a:cs typeface="Microsoft YaHei"/>
              </a:defRPr>
            </a:defPPr>
            <a:lvl1pPr algn="ctr">
              <a:defRPr sz="1800" b="0">
                <a:solidFill>
                  <a:srgbClr val="303030"/>
                </a:solidFill>
                <a:latin typeface="Microsoft YaHei"/>
                <a:ea typeface="Microsoft YaHei"/>
                <a:cs typeface="Microsoft YaHei"/>
              </a:defRPr>
            </a:lvl1pPr>
            <a:lvl2pPr algn="ctr">
              <a:defRPr sz="1800" b="0">
                <a:solidFill>
                  <a:srgbClr val="303030"/>
                </a:solidFill>
                <a:latin typeface="Microsoft YaHei"/>
                <a:ea typeface="Microsoft YaHei"/>
                <a:cs typeface="Microsoft YaHei"/>
              </a:defRPr>
            </a:lvl2pPr>
            <a:lvl3pPr algn="ctr">
              <a:defRPr sz="1800" b="0">
                <a:solidFill>
                  <a:srgbClr val="303030"/>
                </a:solidFill>
                <a:latin typeface="Microsoft YaHei"/>
                <a:ea typeface="Microsoft YaHei"/>
                <a:cs typeface="Microsoft YaHei"/>
              </a:defRPr>
            </a:lvl3pPr>
            <a:lvl4pPr algn="ctr">
              <a:defRPr sz="1800" b="0">
                <a:solidFill>
                  <a:srgbClr val="303030"/>
                </a:solidFill>
                <a:latin typeface="Microsoft YaHei"/>
                <a:ea typeface="Microsoft YaHei"/>
                <a:cs typeface="Microsoft YaHei"/>
              </a:defRPr>
            </a:lvl4pPr>
            <a:lvl5pPr algn="ctr">
              <a:defRPr sz="1800" b="0">
                <a:solidFill>
                  <a:srgbClr val="303030"/>
                </a:solidFill>
                <a:latin typeface="Microsoft YaHei"/>
                <a:ea typeface="Microsoft YaHei"/>
                <a:cs typeface="Microsoft YaHei"/>
              </a:defRPr>
            </a:lvl5pPr>
            <a:lvl6pPr algn="ctr">
              <a:defRPr sz="1800" b="0">
                <a:solidFill>
                  <a:srgbClr val="303030"/>
                </a:solidFill>
                <a:latin typeface="Microsoft YaHei"/>
                <a:ea typeface="Microsoft YaHei"/>
                <a:cs typeface="Microsoft YaHei"/>
              </a:defRPr>
            </a:lvl6pPr>
            <a:lvl7pPr algn="ctr">
              <a:defRPr sz="1800" b="0">
                <a:solidFill>
                  <a:srgbClr val="303030"/>
                </a:solidFill>
                <a:latin typeface="Microsoft YaHei"/>
                <a:ea typeface="Microsoft YaHei"/>
                <a:cs typeface="Microsoft YaHei"/>
              </a:defRPr>
            </a:lvl7pPr>
            <a:lvl8pPr algn="ctr">
              <a:defRPr sz="1800" b="0">
                <a:solidFill>
                  <a:srgbClr val="303030"/>
                </a:solidFill>
                <a:latin typeface="Microsoft YaHei"/>
                <a:ea typeface="Microsoft YaHei"/>
                <a:cs typeface="Microsoft YaHei"/>
              </a:defRPr>
            </a:lvl8pPr>
            <a:lvl9pPr algn="ctr">
              <a:defRPr sz="1800" b="0">
                <a:solidFill>
                  <a:srgbClr val="303030"/>
                </a:solidFill>
                <a:latin typeface="Microsoft YaHei"/>
                <a:ea typeface="Microsoft YaHei"/>
                <a:cs typeface="Microsoft YaHei"/>
              </a:defRPr>
            </a:lvl9pPr>
          </a:lstStyle>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Reviewer</a:t>
            </a:r>
          </a:p>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Challenges the interpretation</a:t>
            </a:r>
          </a:p>
        </p:txBody>
      </p:sp>
      <p:sp>
        <p:nvSpPr>
          <p:cNvPr id="11" name="definition">
            <a:extLst xmlns:a="http://schemas.openxmlformats.org/drawingml/2006/main">
              <a:ext uri="{FF2B5EF4-FFF2-40B4-BE49-F238E27FC236}">
                <a16:creationId xmlns:a16="http://schemas.microsoft.com/office/drawing/2014/main" id="{509A27B1-ADEE-42F9-9EA7-813E5C2119EC}"/>
              </a:ext>
            </a:extLst>
          </p:cNvPr>
          <p:cNvSpPr>
            <a:spLocks xmlns:a="http://schemas.openxmlformats.org/drawingml/2006/main" noGrp="1"/>
          </p:cNvSpPr>
          <p:nvPr/>
        </p:nvSpPr>
        <p:spPr>
          <a:xfrm xmlns:a="http://schemas.openxmlformats.org/drawingml/2006/main">
            <a:off x="571500" y="5172075"/>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03030"/>
                </a:solidFill>
                <a:latin typeface="Microsoft YaHei"/>
                <a:ea typeface="Microsoft YaHei"/>
                <a:cs typeface="Microsoft YaHei"/>
              </a:defRPr>
            </a:defPPr>
            <a:lvl1pPr algn="l">
              <a:defRPr sz="1800" b="0">
                <a:solidFill>
                  <a:srgbClr val="303030"/>
                </a:solidFill>
                <a:latin typeface="Microsoft YaHei"/>
                <a:ea typeface="Microsoft YaHei"/>
                <a:cs typeface="Microsoft YaHei"/>
              </a:defRPr>
            </a:lvl1pPr>
            <a:lvl2pPr algn="l">
              <a:defRPr sz="1800" b="0">
                <a:solidFill>
                  <a:srgbClr val="303030"/>
                </a:solidFill>
                <a:latin typeface="Microsoft YaHei"/>
                <a:ea typeface="Microsoft YaHei"/>
                <a:cs typeface="Microsoft YaHei"/>
              </a:defRPr>
            </a:lvl2pPr>
            <a:lvl3pPr algn="l">
              <a:defRPr sz="1800" b="0">
                <a:solidFill>
                  <a:srgbClr val="303030"/>
                </a:solidFill>
                <a:latin typeface="Microsoft YaHei"/>
                <a:ea typeface="Microsoft YaHei"/>
                <a:cs typeface="Microsoft YaHei"/>
              </a:defRPr>
            </a:lvl3pPr>
            <a:lvl4pPr algn="l">
              <a:defRPr sz="1800" b="0">
                <a:solidFill>
                  <a:srgbClr val="303030"/>
                </a:solidFill>
                <a:latin typeface="Microsoft YaHei"/>
                <a:ea typeface="Microsoft YaHei"/>
                <a:cs typeface="Microsoft YaHei"/>
              </a:defRPr>
            </a:lvl4pPr>
            <a:lvl5pPr algn="l">
              <a:defRPr sz="1800" b="0">
                <a:solidFill>
                  <a:srgbClr val="303030"/>
                </a:solidFill>
                <a:latin typeface="Microsoft YaHei"/>
                <a:ea typeface="Microsoft YaHei"/>
                <a:cs typeface="Microsoft YaHei"/>
              </a:defRPr>
            </a:lvl5pPr>
            <a:lvl6pPr algn="l">
              <a:defRPr sz="1800" b="0">
                <a:solidFill>
                  <a:srgbClr val="303030"/>
                </a:solidFill>
                <a:latin typeface="Microsoft YaHei"/>
                <a:ea typeface="Microsoft YaHei"/>
                <a:cs typeface="Microsoft YaHei"/>
              </a:defRPr>
            </a:lvl6pPr>
            <a:lvl7pPr algn="l">
              <a:defRPr sz="1800" b="0">
                <a:solidFill>
                  <a:srgbClr val="303030"/>
                </a:solidFill>
                <a:latin typeface="Microsoft YaHei"/>
                <a:ea typeface="Microsoft YaHei"/>
                <a:cs typeface="Microsoft YaHei"/>
              </a:defRPr>
            </a:lvl7pPr>
            <a:lvl8pPr algn="l">
              <a:defRPr sz="1800" b="0">
                <a:solidFill>
                  <a:srgbClr val="303030"/>
                </a:solidFill>
                <a:latin typeface="Microsoft YaHei"/>
                <a:ea typeface="Microsoft YaHei"/>
                <a:cs typeface="Microsoft YaHei"/>
              </a:defRPr>
            </a:lvl8pPr>
            <a:lvl9pPr algn="l">
              <a:defRPr sz="1800" b="0">
                <a:solidFill>
                  <a:srgbClr val="303030"/>
                </a:solidFill>
                <a:latin typeface="Microsoft YaHei"/>
                <a:ea typeface="Microsoft YaHei"/>
                <a:cs typeface="Microsoft YaHei"/>
              </a:defRPr>
            </a:lvl9pPr>
          </a:lstStyle>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Multi-agent system (MAS): delegated work in separate child contexts,</a:t>
            </a:r>
          </a:p>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with observable results transferred back to the main agent.</a:t>
            </a:r>
          </a:p>
        </p:txBody>
      </p:sp>
      <p:sp>
        <p:nvSpPr>
          <p:cNvPr id="12" name="sources">
            <a:extLst xmlns:a="http://schemas.openxmlformats.org/drawingml/2006/main">
              <a:ext uri="{FF2B5EF4-FFF2-40B4-BE49-F238E27FC236}">
                <a16:creationId xmlns:a16="http://schemas.microsoft.com/office/drawing/2014/main" id="{747A763E-03AB-409E-A8BD-1D5020F30187}"/>
              </a:ext>
            </a:extLst>
          </p:cNvPr>
          <p:cNvSpPr>
            <a:spLocks xmlns:a="http://schemas.openxmlformats.org/drawingml/2006/main" noGrp="1"/>
          </p:cNvSpPr>
          <p:nvPr/>
        </p:nvSpPr>
        <p:spPr>
          <a:xfrm xmlns:a="http://schemas.openxmlformats.org/drawingml/2006/main">
            <a:off x="571500" y="609600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75" b="0">
                <a:solidFill>
                  <a:srgbClr val="555555"/>
                </a:solidFill>
                <a:latin typeface="Microsoft YaHei"/>
                <a:ea typeface="Microsoft YaHei"/>
                <a:cs typeface="Microsoft YaHei"/>
              </a:defRPr>
            </a:defPPr>
            <a:lvl1pPr algn="l">
              <a:defRPr sz="975" b="0">
                <a:solidFill>
                  <a:srgbClr val="555555"/>
                </a:solidFill>
                <a:latin typeface="Microsoft YaHei"/>
                <a:ea typeface="Microsoft YaHei"/>
                <a:cs typeface="Microsoft YaHei"/>
              </a:defRPr>
            </a:lvl1pPr>
            <a:lvl2pPr algn="l">
              <a:defRPr sz="975" b="0">
                <a:solidFill>
                  <a:srgbClr val="555555"/>
                </a:solidFill>
                <a:latin typeface="Microsoft YaHei"/>
                <a:ea typeface="Microsoft YaHei"/>
                <a:cs typeface="Microsoft YaHei"/>
              </a:defRPr>
            </a:lvl2pPr>
            <a:lvl3pPr algn="l">
              <a:defRPr sz="975" b="0">
                <a:solidFill>
                  <a:srgbClr val="555555"/>
                </a:solidFill>
                <a:latin typeface="Microsoft YaHei"/>
                <a:ea typeface="Microsoft YaHei"/>
                <a:cs typeface="Microsoft YaHei"/>
              </a:defRPr>
            </a:lvl3pPr>
            <a:lvl4pPr algn="l">
              <a:defRPr sz="975" b="0">
                <a:solidFill>
                  <a:srgbClr val="555555"/>
                </a:solidFill>
                <a:latin typeface="Microsoft YaHei"/>
                <a:ea typeface="Microsoft YaHei"/>
                <a:cs typeface="Microsoft YaHei"/>
              </a:defRPr>
            </a:lvl4pPr>
            <a:lvl5pPr algn="l">
              <a:defRPr sz="975" b="0">
                <a:solidFill>
                  <a:srgbClr val="555555"/>
                </a:solidFill>
                <a:latin typeface="Microsoft YaHei"/>
                <a:ea typeface="Microsoft YaHei"/>
                <a:cs typeface="Microsoft YaHei"/>
              </a:defRPr>
            </a:lvl5pPr>
            <a:lvl6pPr algn="l">
              <a:defRPr sz="975" b="0">
                <a:solidFill>
                  <a:srgbClr val="555555"/>
                </a:solidFill>
                <a:latin typeface="Microsoft YaHei"/>
                <a:ea typeface="Microsoft YaHei"/>
                <a:cs typeface="Microsoft YaHei"/>
              </a:defRPr>
            </a:lvl6pPr>
            <a:lvl7pPr algn="l">
              <a:defRPr sz="975" b="0">
                <a:solidFill>
                  <a:srgbClr val="555555"/>
                </a:solidFill>
                <a:latin typeface="Microsoft YaHei"/>
                <a:ea typeface="Microsoft YaHei"/>
                <a:cs typeface="Microsoft YaHei"/>
              </a:defRPr>
            </a:lvl7pPr>
            <a:lvl8pPr algn="l">
              <a:defRPr sz="975" b="0">
                <a:solidFill>
                  <a:srgbClr val="555555"/>
                </a:solidFill>
                <a:latin typeface="Microsoft YaHei"/>
                <a:ea typeface="Microsoft YaHei"/>
                <a:cs typeface="Microsoft YaHei"/>
              </a:defRPr>
            </a:lvl8pPr>
            <a:lvl9pPr algn="l">
              <a:defRPr sz="975" b="0">
                <a:solidFill>
                  <a:srgbClr val="555555"/>
                </a:solidFill>
                <a:latin typeface="Microsoft YaHei"/>
                <a:ea typeface="Microsoft YaHei"/>
                <a:cs typeface="Microsoft YaHei"/>
              </a:defRPr>
            </a:lvl9pPr>
          </a:lstStyle>
          <a:p xmlns:a="http://schemas.openxmlformats.org/drawingml/2006/main">
            <a:pPr algn="l">
              <a:defRPr sz="975" b="0">
                <a:solidFill>
                  <a:srgbClr val="555555"/>
                </a:solidFill>
                <a:latin typeface="Microsoft YaHei"/>
                <a:ea typeface="Microsoft YaHei"/>
                <a:cs typeface="Microsoft YaHei"/>
              </a:defRPr>
            </a:pPr>
            <a:r>
              <a:rPr sz="975" b="0">
                <a:solidFill>
                  <a:srgbClr val="555555"/>
                </a:solidFill>
                <a:latin typeface="Microsoft YaHei"/>
                <a:ea typeface="Microsoft YaHei"/>
                <a:cs typeface="Microsoft YaHei"/>
                <a:hlinkClick xmlns:r="http://schemas.openxmlformats.org/officeDocument/2006/relationships" r:id="R318d1e21a158462a"/>
              </a:rPr>
              <a:t>FinHelm · pinned revision</a:t>
            </a:r>
          </a:p>
        </p:txBody>
      </p:sp>
    </p:spTree>
    <p:extLst>
      <p:ext uri="{BB962C8B-B14F-4D97-AF65-F5344CB8AC3E}">
        <p14:creationId xmlns:p14="http://schemas.microsoft.com/office/powerpoint/2010/main" val="910577282"/>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cxnSp>
        <p:nvCxnSpPr>
          <p:cNvPr id="8" name="">
            <a:extLst xmlns:a="http://schemas.openxmlformats.org/drawingml/2006/main">
              <a:ext uri="{FF2B5EF4-FFF2-40B4-BE49-F238E27FC236}">
                <a16:creationId xmlns:a16="http://schemas.microsoft.com/office/drawing/2014/main" id="{454A180A-6971-4055-A439-16A1B88F2A66}"/>
              </a:ext>
            </a:extLst>
          </p:cNvPr>
          <p:cNvCxnSpPr>
            <a:stCxn xmlns:a="http://schemas.openxmlformats.org/drawingml/2006/main" id="5" idx="3"/>
            <a:endCxn xmlns:a="http://schemas.openxmlformats.org/drawingml/2006/main" id="6" idx="1"/>
          </p:cNvCxnSpPr>
          <p:nvPr/>
        </p:nvCxnSpPr>
        <p:spPr>
          <a:xfrm xmlns:a="http://schemas.openxmlformats.org/drawingml/2006/main">
            <a:off x="7715250" y="3019425"/>
            <a:ext cx="476250" cy="0"/>
          </a:xfrm>
          <a:prstGeom xmlns:a="http://schemas.openxmlformats.org/drawingml/2006/main" prst="straightConnector1">
            <a:avLst/>
          </a:prstGeom>
          <a:ln xmlns:a="http://schemas.openxmlformats.org/drawingml/2006/main" w="14288">
            <a:solidFill>
              <a:srgbClr val="8D8D8D"/>
            </a:solidFill>
            <a:tailEnd type="arrow" w="med" len="med"/>
          </a:ln>
        </p:spPr>
      </p:cxnSp>
      <p:cxnSp>
        <p:nvCxnSpPr>
          <p:cNvPr id="7" name="">
            <a:extLst xmlns:a="http://schemas.openxmlformats.org/drawingml/2006/main">
              <a:ext uri="{FF2B5EF4-FFF2-40B4-BE49-F238E27FC236}">
                <a16:creationId xmlns:a16="http://schemas.microsoft.com/office/drawing/2014/main" id="{DAF20032-EE2E-4E99-B0FE-009D66F3D6E9}"/>
              </a:ext>
            </a:extLst>
          </p:cNvPr>
          <p:cNvCxnSpPr>
            <a:stCxn xmlns:a="http://schemas.openxmlformats.org/drawingml/2006/main" id="4" idx="3"/>
            <a:endCxn xmlns:a="http://schemas.openxmlformats.org/drawingml/2006/main" id="5" idx="1"/>
          </p:cNvCxnSpPr>
          <p:nvPr/>
        </p:nvCxnSpPr>
        <p:spPr>
          <a:xfrm xmlns:a="http://schemas.openxmlformats.org/drawingml/2006/main">
            <a:off x="3905250" y="3019425"/>
            <a:ext cx="476250" cy="0"/>
          </a:xfrm>
          <a:prstGeom xmlns:a="http://schemas.openxmlformats.org/drawingml/2006/main" prst="straightConnector1">
            <a:avLst/>
          </a:prstGeom>
          <a:ln xmlns:a="http://schemas.openxmlformats.org/drawingml/2006/main" w="14288">
            <a:solidFill>
              <a:srgbClr val="8D8D8D"/>
            </a:solidFill>
            <a:tailEnd type="arrow" w="med" len="med"/>
          </a:ln>
        </p:spPr>
      </p:cxnSp>
      <p:sp>
        <p:nvSpPr>
          <p:cNvPr id="14" name="section">
            <a:extLst xmlns:a="http://schemas.openxmlformats.org/drawingml/2006/main">
              <a:ext uri="{FF2B5EF4-FFF2-40B4-BE49-F238E27FC236}">
                <a16:creationId xmlns:a16="http://schemas.microsoft.com/office/drawing/2014/main" id="{36A9CC26-9F2C-472F-BBA5-BFD591449C4B}"/>
              </a:ext>
            </a:extLst>
          </p:cNvPr>
          <p:cNvSpPr>
            <a:spLocks xmlns:a="http://schemas.openxmlformats.org/drawingml/2006/main" noGrp="1"/>
          </p:cNvSpPr>
          <p:nvPr/>
        </p:nvSpPr>
        <p:spPr>
          <a:xfrm xmlns:a="http://schemas.openxmlformats.org/drawingml/2006/main">
            <a:off x="571500" y="8667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B71920"/>
                </a:solidFill>
                <a:latin typeface="Microsoft YaHei"/>
                <a:ea typeface="Microsoft YaHei"/>
                <a:cs typeface="Microsoft YaHei"/>
              </a:defRPr>
            </a:defPPr>
            <a:lvl1pPr algn="l">
              <a:defRPr sz="1650" b="0">
                <a:solidFill>
                  <a:srgbClr val="B71920"/>
                </a:solidFill>
                <a:latin typeface="Microsoft YaHei"/>
                <a:ea typeface="Microsoft YaHei"/>
                <a:cs typeface="Microsoft YaHei"/>
              </a:defRPr>
            </a:lvl1pPr>
            <a:lvl2pPr algn="l">
              <a:defRPr sz="1650" b="0">
                <a:solidFill>
                  <a:srgbClr val="B71920"/>
                </a:solidFill>
                <a:latin typeface="Microsoft YaHei"/>
                <a:ea typeface="Microsoft YaHei"/>
                <a:cs typeface="Microsoft YaHei"/>
              </a:defRPr>
            </a:lvl2pPr>
            <a:lvl3pPr algn="l">
              <a:defRPr sz="1650" b="0">
                <a:solidFill>
                  <a:srgbClr val="B71920"/>
                </a:solidFill>
                <a:latin typeface="Microsoft YaHei"/>
                <a:ea typeface="Microsoft YaHei"/>
                <a:cs typeface="Microsoft YaHei"/>
              </a:defRPr>
            </a:lvl3pPr>
            <a:lvl4pPr algn="l">
              <a:defRPr sz="1650" b="0">
                <a:solidFill>
                  <a:srgbClr val="B71920"/>
                </a:solidFill>
                <a:latin typeface="Microsoft YaHei"/>
                <a:ea typeface="Microsoft YaHei"/>
                <a:cs typeface="Microsoft YaHei"/>
              </a:defRPr>
            </a:lvl4pPr>
            <a:lvl5pPr algn="l">
              <a:defRPr sz="1650" b="0">
                <a:solidFill>
                  <a:srgbClr val="B71920"/>
                </a:solidFill>
                <a:latin typeface="Microsoft YaHei"/>
                <a:ea typeface="Microsoft YaHei"/>
                <a:cs typeface="Microsoft YaHei"/>
              </a:defRPr>
            </a:lvl5pPr>
            <a:lvl6pPr algn="l">
              <a:defRPr sz="1650" b="0">
                <a:solidFill>
                  <a:srgbClr val="B71920"/>
                </a:solidFill>
                <a:latin typeface="Microsoft YaHei"/>
                <a:ea typeface="Microsoft YaHei"/>
                <a:cs typeface="Microsoft YaHei"/>
              </a:defRPr>
            </a:lvl6pPr>
            <a:lvl7pPr algn="l">
              <a:defRPr sz="1650" b="0">
                <a:solidFill>
                  <a:srgbClr val="B71920"/>
                </a:solidFill>
                <a:latin typeface="Microsoft YaHei"/>
                <a:ea typeface="Microsoft YaHei"/>
                <a:cs typeface="Microsoft YaHei"/>
              </a:defRPr>
            </a:lvl7pPr>
            <a:lvl8pPr algn="l">
              <a:defRPr sz="1650" b="0">
                <a:solidFill>
                  <a:srgbClr val="B71920"/>
                </a:solidFill>
                <a:latin typeface="Microsoft YaHei"/>
                <a:ea typeface="Microsoft YaHei"/>
                <a:cs typeface="Microsoft YaHei"/>
              </a:defRPr>
            </a:lvl8pPr>
            <a:lvl9pPr algn="l">
              <a:defRPr sz="1650" b="0">
                <a:solidFill>
                  <a:srgbClr val="B71920"/>
                </a:solidFill>
                <a:latin typeface="Microsoft YaHei"/>
                <a:ea typeface="Microsoft YaHei"/>
                <a:cs typeface="Microsoft YaHei"/>
              </a:defRPr>
            </a:lvl9pPr>
          </a:lstStyle>
          <a:p xmlns:a="http://schemas.openxmlformats.org/drawingml/2006/main">
            <a:pPr algn="l">
              <a:defRPr sz="1650" b="0">
                <a:solidFill>
                  <a:srgbClr val="B71920"/>
                </a:solidFill>
                <a:latin typeface="Microsoft YaHei"/>
                <a:ea typeface="Microsoft YaHei"/>
                <a:cs typeface="Microsoft YaHei"/>
              </a:defRPr>
            </a:pPr>
            <a:r>
              <a:rPr sz="1650" b="0">
                <a:solidFill>
                  <a:srgbClr val="B71920"/>
                </a:solidFill>
                <a:latin typeface="Microsoft YaHei"/>
                <a:ea typeface="Microsoft YaHei"/>
                <a:cs typeface="Microsoft YaHei"/>
              </a:rPr>
              <a:t>Research Plan &amp; Method</a:t>
            </a:r>
          </a:p>
        </p:txBody>
      </p:sp>
      <p:sp>
        <p:nvSpPr>
          <p:cNvPr id="2" name="slide-title">
            <a:extLst xmlns:a="http://schemas.openxmlformats.org/drawingml/2006/main">
              <a:ext uri="{FF2B5EF4-FFF2-40B4-BE49-F238E27FC236}">
                <a16:creationId xmlns:a16="http://schemas.microsoft.com/office/drawing/2014/main" id="{27DDA921-F819-4E5B-BB7B-A4CE2AA78302}"/>
              </a:ext>
            </a:extLst>
          </p:cNvPr>
          <p:cNvSpPr>
            <a:spLocks xmlns:a="http://schemas.openxmlformats.org/drawingml/2006/main" noGrp="1"/>
          </p:cNvSpPr>
          <p:nvPr/>
        </p:nvSpPr>
        <p:spPr>
          <a:xfrm xmlns:a="http://schemas.openxmlformats.org/drawingml/2006/main">
            <a:off x="571500" y="132397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303030"/>
                </a:solidFill>
                <a:latin typeface="Microsoft YaHei"/>
                <a:ea typeface="Microsoft YaHei"/>
                <a:cs typeface="Microsoft YaHei"/>
              </a:defRPr>
            </a:defPPr>
            <a:lvl1pPr algn="l">
              <a:defRPr sz="2625" b="0">
                <a:solidFill>
                  <a:srgbClr val="303030"/>
                </a:solidFill>
                <a:latin typeface="Microsoft YaHei"/>
                <a:ea typeface="Microsoft YaHei"/>
                <a:cs typeface="Microsoft YaHei"/>
              </a:defRPr>
            </a:lvl1pPr>
            <a:lvl2pPr algn="l">
              <a:defRPr sz="2625" b="0">
                <a:solidFill>
                  <a:srgbClr val="303030"/>
                </a:solidFill>
                <a:latin typeface="Microsoft YaHei"/>
                <a:ea typeface="Microsoft YaHei"/>
                <a:cs typeface="Microsoft YaHei"/>
              </a:defRPr>
            </a:lvl2pPr>
            <a:lvl3pPr algn="l">
              <a:defRPr sz="2625" b="0">
                <a:solidFill>
                  <a:srgbClr val="303030"/>
                </a:solidFill>
                <a:latin typeface="Microsoft YaHei"/>
                <a:ea typeface="Microsoft YaHei"/>
                <a:cs typeface="Microsoft YaHei"/>
              </a:defRPr>
            </a:lvl3pPr>
            <a:lvl4pPr algn="l">
              <a:defRPr sz="2625" b="0">
                <a:solidFill>
                  <a:srgbClr val="303030"/>
                </a:solidFill>
                <a:latin typeface="Microsoft YaHei"/>
                <a:ea typeface="Microsoft YaHei"/>
                <a:cs typeface="Microsoft YaHei"/>
              </a:defRPr>
            </a:lvl4pPr>
            <a:lvl5pPr algn="l">
              <a:defRPr sz="2625" b="0">
                <a:solidFill>
                  <a:srgbClr val="303030"/>
                </a:solidFill>
                <a:latin typeface="Microsoft YaHei"/>
                <a:ea typeface="Microsoft YaHei"/>
                <a:cs typeface="Microsoft YaHei"/>
              </a:defRPr>
            </a:lvl5pPr>
            <a:lvl6pPr algn="l">
              <a:defRPr sz="2625" b="0">
                <a:solidFill>
                  <a:srgbClr val="303030"/>
                </a:solidFill>
                <a:latin typeface="Microsoft YaHei"/>
                <a:ea typeface="Microsoft YaHei"/>
                <a:cs typeface="Microsoft YaHei"/>
              </a:defRPr>
            </a:lvl6pPr>
            <a:lvl7pPr algn="l">
              <a:defRPr sz="2625" b="0">
                <a:solidFill>
                  <a:srgbClr val="303030"/>
                </a:solidFill>
                <a:latin typeface="Microsoft YaHei"/>
                <a:ea typeface="Microsoft YaHei"/>
                <a:cs typeface="Microsoft YaHei"/>
              </a:defRPr>
            </a:lvl7pPr>
            <a:lvl8pPr algn="l">
              <a:defRPr sz="2625" b="0">
                <a:solidFill>
                  <a:srgbClr val="303030"/>
                </a:solidFill>
                <a:latin typeface="Microsoft YaHei"/>
                <a:ea typeface="Microsoft YaHei"/>
                <a:cs typeface="Microsoft YaHei"/>
              </a:defRPr>
            </a:lvl8pPr>
            <a:lvl9pPr algn="l">
              <a:defRPr sz="2625" b="0">
                <a:solidFill>
                  <a:srgbClr val="303030"/>
                </a:solidFill>
                <a:latin typeface="Microsoft YaHei"/>
                <a:ea typeface="Microsoft YaHei"/>
                <a:cs typeface="Microsoft YaHei"/>
              </a:defRPr>
            </a:lvl9pPr>
          </a:lstStyle>
          <a:p xmlns:a="http://schemas.openxmlformats.org/drawingml/2006/main">
            <a:pPr algn="l">
              <a:defRPr sz="2625" b="0">
                <a:solidFill>
                  <a:srgbClr val="303030"/>
                </a:solidFill>
                <a:latin typeface="Microsoft YaHei"/>
                <a:ea typeface="Microsoft YaHei"/>
                <a:cs typeface="Microsoft YaHei"/>
              </a:defRPr>
            </a:pPr>
            <a:r>
              <a:rPr sz="2625" b="0">
                <a:solidFill>
                  <a:srgbClr val="303030"/>
                </a:solidFill>
                <a:latin typeface="Microsoft YaHei"/>
                <a:ea typeface="Microsoft YaHei"/>
                <a:cs typeface="Microsoft YaHei"/>
              </a:rPr>
              <a:t>Evidence-checked experience reuse</a:t>
            </a:r>
          </a:p>
        </p:txBody>
      </p:sp>
      <p:sp>
        <p:nvSpPr>
          <p:cNvPr id="3" name="page">
            <a:extLst xmlns:a="http://schemas.openxmlformats.org/drawingml/2006/main">
              <a:ext uri="{FF2B5EF4-FFF2-40B4-BE49-F238E27FC236}">
                <a16:creationId xmlns:a16="http://schemas.microsoft.com/office/drawing/2014/main" id="{7DA5F4EF-BACF-4ABB-8D46-C0095940325B}"/>
              </a:ext>
            </a:extLst>
          </p:cNvPr>
          <p:cNvSpPr>
            <a:spLocks xmlns:a="http://schemas.openxmlformats.org/drawingml/2006/main" noGrp="1"/>
          </p:cNvSpPr>
          <p:nvPr/>
        </p:nvSpPr>
        <p:spPr>
          <a:xfrm xmlns:a="http://schemas.openxmlformats.org/drawingml/2006/main">
            <a:off x="10801350" y="6353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55555"/>
                </a:solidFill>
                <a:latin typeface="Microsoft YaHei"/>
                <a:ea typeface="Microsoft YaHei"/>
                <a:cs typeface="Microsoft YaHei"/>
              </a:defRPr>
            </a:defPPr>
            <a:lvl1pPr algn="r">
              <a:defRPr sz="1125" b="0">
                <a:solidFill>
                  <a:srgbClr val="555555"/>
                </a:solidFill>
                <a:latin typeface="Microsoft YaHei"/>
                <a:ea typeface="Microsoft YaHei"/>
                <a:cs typeface="Microsoft YaHei"/>
              </a:defRPr>
            </a:lvl1pPr>
            <a:lvl2pPr algn="r">
              <a:defRPr sz="1125" b="0">
                <a:solidFill>
                  <a:srgbClr val="555555"/>
                </a:solidFill>
                <a:latin typeface="Microsoft YaHei"/>
                <a:ea typeface="Microsoft YaHei"/>
                <a:cs typeface="Microsoft YaHei"/>
              </a:defRPr>
            </a:lvl2pPr>
            <a:lvl3pPr algn="r">
              <a:defRPr sz="1125" b="0">
                <a:solidFill>
                  <a:srgbClr val="555555"/>
                </a:solidFill>
                <a:latin typeface="Microsoft YaHei"/>
                <a:ea typeface="Microsoft YaHei"/>
                <a:cs typeface="Microsoft YaHei"/>
              </a:defRPr>
            </a:lvl3pPr>
            <a:lvl4pPr algn="r">
              <a:defRPr sz="1125" b="0">
                <a:solidFill>
                  <a:srgbClr val="555555"/>
                </a:solidFill>
                <a:latin typeface="Microsoft YaHei"/>
                <a:ea typeface="Microsoft YaHei"/>
                <a:cs typeface="Microsoft YaHei"/>
              </a:defRPr>
            </a:lvl4pPr>
            <a:lvl5pPr algn="r">
              <a:defRPr sz="1125" b="0">
                <a:solidFill>
                  <a:srgbClr val="555555"/>
                </a:solidFill>
                <a:latin typeface="Microsoft YaHei"/>
                <a:ea typeface="Microsoft YaHei"/>
                <a:cs typeface="Microsoft YaHei"/>
              </a:defRPr>
            </a:lvl5pPr>
            <a:lvl6pPr algn="r">
              <a:defRPr sz="1125" b="0">
                <a:solidFill>
                  <a:srgbClr val="555555"/>
                </a:solidFill>
                <a:latin typeface="Microsoft YaHei"/>
                <a:ea typeface="Microsoft YaHei"/>
                <a:cs typeface="Microsoft YaHei"/>
              </a:defRPr>
            </a:lvl6pPr>
            <a:lvl7pPr algn="r">
              <a:defRPr sz="1125" b="0">
                <a:solidFill>
                  <a:srgbClr val="555555"/>
                </a:solidFill>
                <a:latin typeface="Microsoft YaHei"/>
                <a:ea typeface="Microsoft YaHei"/>
                <a:cs typeface="Microsoft YaHei"/>
              </a:defRPr>
            </a:lvl7pPr>
            <a:lvl8pPr algn="r">
              <a:defRPr sz="1125" b="0">
                <a:solidFill>
                  <a:srgbClr val="555555"/>
                </a:solidFill>
                <a:latin typeface="Microsoft YaHei"/>
                <a:ea typeface="Microsoft YaHei"/>
                <a:cs typeface="Microsoft YaHei"/>
              </a:defRPr>
            </a:lvl8pPr>
            <a:lvl9pPr algn="r">
              <a:defRPr sz="1125" b="0">
                <a:solidFill>
                  <a:srgbClr val="555555"/>
                </a:solidFill>
                <a:latin typeface="Microsoft YaHei"/>
                <a:ea typeface="Microsoft YaHei"/>
                <a:cs typeface="Microsoft YaHei"/>
              </a:defRPr>
            </a:lvl9pPr>
          </a:lstStyle>
          <a:p xmlns:a="http://schemas.openxmlformats.org/drawingml/2006/main">
            <a:pPr algn="r">
              <a:defRPr sz="1125" b="0">
                <a:solidFill>
                  <a:srgbClr val="555555"/>
                </a:solidFill>
                <a:latin typeface="Microsoft YaHei"/>
                <a:ea typeface="Microsoft YaHei"/>
                <a:cs typeface="Microsoft YaHei"/>
              </a:defRPr>
            </a:pPr>
            <a:r>
              <a:rPr sz="1125" b="0">
                <a:solidFill>
                  <a:srgbClr val="555555"/>
                </a:solidFill>
                <a:latin typeface="Microsoft YaHei"/>
                <a:ea typeface="Microsoft YaHei"/>
                <a:cs typeface="Microsoft YaHei"/>
              </a:rPr>
              <a:t>10 / 16</a:t>
            </a:r>
          </a:p>
        </p:txBody>
      </p:sp>
      <p:sp>
        <p:nvSpPr>
          <p:cNvPr id="4" name="retrieve">
            <a:extLst xmlns:a="http://schemas.openxmlformats.org/drawingml/2006/main">
              <a:ext uri="{FF2B5EF4-FFF2-40B4-BE49-F238E27FC236}">
                <a16:creationId xmlns:a16="http://schemas.microsoft.com/office/drawing/2014/main" id="{7A77EDF6-DE66-4708-90F3-A539350879B8}"/>
              </a:ext>
            </a:extLst>
          </p:cNvPr>
          <p:cNvSpPr>
            <a:spLocks xmlns:a="http://schemas.openxmlformats.org/drawingml/2006/main" noGrp="1"/>
          </p:cNvSpPr>
          <p:nvPr/>
        </p:nvSpPr>
        <p:spPr>
          <a:xfrm xmlns:a="http://schemas.openxmlformats.org/drawingml/2006/main">
            <a:off x="571500" y="2390775"/>
            <a:ext cx="3333750" cy="1257300"/>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800" b="0">
                <a:solidFill>
                  <a:srgbClr val="303030"/>
                </a:solidFill>
                <a:latin typeface="Microsoft YaHei"/>
                <a:ea typeface="Microsoft YaHei"/>
                <a:cs typeface="Microsoft YaHei"/>
              </a:defRPr>
            </a:defPPr>
            <a:lvl1pPr algn="ctr">
              <a:defRPr sz="1800" b="0">
                <a:solidFill>
                  <a:srgbClr val="303030"/>
                </a:solidFill>
                <a:latin typeface="Microsoft YaHei"/>
                <a:ea typeface="Microsoft YaHei"/>
                <a:cs typeface="Microsoft YaHei"/>
              </a:defRPr>
            </a:lvl1pPr>
            <a:lvl2pPr algn="ctr">
              <a:defRPr sz="1800" b="0">
                <a:solidFill>
                  <a:srgbClr val="303030"/>
                </a:solidFill>
                <a:latin typeface="Microsoft YaHei"/>
                <a:ea typeface="Microsoft YaHei"/>
                <a:cs typeface="Microsoft YaHei"/>
              </a:defRPr>
            </a:lvl2pPr>
            <a:lvl3pPr algn="ctr">
              <a:defRPr sz="1800" b="0">
                <a:solidFill>
                  <a:srgbClr val="303030"/>
                </a:solidFill>
                <a:latin typeface="Microsoft YaHei"/>
                <a:ea typeface="Microsoft YaHei"/>
                <a:cs typeface="Microsoft YaHei"/>
              </a:defRPr>
            </a:lvl3pPr>
            <a:lvl4pPr algn="ctr">
              <a:defRPr sz="1800" b="0">
                <a:solidFill>
                  <a:srgbClr val="303030"/>
                </a:solidFill>
                <a:latin typeface="Microsoft YaHei"/>
                <a:ea typeface="Microsoft YaHei"/>
                <a:cs typeface="Microsoft YaHei"/>
              </a:defRPr>
            </a:lvl4pPr>
            <a:lvl5pPr algn="ctr">
              <a:defRPr sz="1800" b="0">
                <a:solidFill>
                  <a:srgbClr val="303030"/>
                </a:solidFill>
                <a:latin typeface="Microsoft YaHei"/>
                <a:ea typeface="Microsoft YaHei"/>
                <a:cs typeface="Microsoft YaHei"/>
              </a:defRPr>
            </a:lvl5pPr>
            <a:lvl6pPr algn="ctr">
              <a:defRPr sz="1800" b="0">
                <a:solidFill>
                  <a:srgbClr val="303030"/>
                </a:solidFill>
                <a:latin typeface="Microsoft YaHei"/>
                <a:ea typeface="Microsoft YaHei"/>
                <a:cs typeface="Microsoft YaHei"/>
              </a:defRPr>
            </a:lvl6pPr>
            <a:lvl7pPr algn="ctr">
              <a:defRPr sz="1800" b="0">
                <a:solidFill>
                  <a:srgbClr val="303030"/>
                </a:solidFill>
                <a:latin typeface="Microsoft YaHei"/>
                <a:ea typeface="Microsoft YaHei"/>
                <a:cs typeface="Microsoft YaHei"/>
              </a:defRPr>
            </a:lvl7pPr>
            <a:lvl8pPr algn="ctr">
              <a:defRPr sz="1800" b="0">
                <a:solidFill>
                  <a:srgbClr val="303030"/>
                </a:solidFill>
                <a:latin typeface="Microsoft YaHei"/>
                <a:ea typeface="Microsoft YaHei"/>
                <a:cs typeface="Microsoft YaHei"/>
              </a:defRPr>
            </a:lvl8pPr>
            <a:lvl9pPr algn="ctr">
              <a:defRPr sz="1800" b="0">
                <a:solidFill>
                  <a:srgbClr val="303030"/>
                </a:solidFill>
                <a:latin typeface="Microsoft YaHei"/>
                <a:ea typeface="Microsoft YaHei"/>
                <a:cs typeface="Microsoft YaHei"/>
              </a:defRPr>
            </a:lvl9pPr>
          </a:lstStyle>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Retrieve</a:t>
            </a:r>
          </a:p>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A procedure and its</a:t>
            </a:r>
          </a:p>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applicability conditions</a:t>
            </a:r>
          </a:p>
        </p:txBody>
      </p:sp>
      <p:sp>
        <p:nvSpPr>
          <p:cNvPr id="5" name="check">
            <a:extLst xmlns:a="http://schemas.openxmlformats.org/drawingml/2006/main">
              <a:ext uri="{FF2B5EF4-FFF2-40B4-BE49-F238E27FC236}">
                <a16:creationId xmlns:a16="http://schemas.microsoft.com/office/drawing/2014/main" id="{6DAB098D-342B-4248-BBEC-18D389913A50}"/>
              </a:ext>
            </a:extLst>
          </p:cNvPr>
          <p:cNvSpPr>
            <a:spLocks xmlns:a="http://schemas.openxmlformats.org/drawingml/2006/main" noGrp="1"/>
          </p:cNvSpPr>
          <p:nvPr/>
        </p:nvSpPr>
        <p:spPr>
          <a:xfrm xmlns:a="http://schemas.openxmlformats.org/drawingml/2006/main">
            <a:off x="4381500" y="2390775"/>
            <a:ext cx="3333750" cy="1257300"/>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800" b="0">
                <a:solidFill>
                  <a:srgbClr val="303030"/>
                </a:solidFill>
                <a:latin typeface="Microsoft YaHei"/>
                <a:ea typeface="Microsoft YaHei"/>
                <a:cs typeface="Microsoft YaHei"/>
              </a:defRPr>
            </a:defPPr>
            <a:lvl1pPr algn="ctr">
              <a:defRPr sz="1800" b="0">
                <a:solidFill>
                  <a:srgbClr val="303030"/>
                </a:solidFill>
                <a:latin typeface="Microsoft YaHei"/>
                <a:ea typeface="Microsoft YaHei"/>
                <a:cs typeface="Microsoft YaHei"/>
              </a:defRPr>
            </a:lvl1pPr>
            <a:lvl2pPr algn="ctr">
              <a:defRPr sz="1800" b="0">
                <a:solidFill>
                  <a:srgbClr val="303030"/>
                </a:solidFill>
                <a:latin typeface="Microsoft YaHei"/>
                <a:ea typeface="Microsoft YaHei"/>
                <a:cs typeface="Microsoft YaHei"/>
              </a:defRPr>
            </a:lvl2pPr>
            <a:lvl3pPr algn="ctr">
              <a:defRPr sz="1800" b="0">
                <a:solidFill>
                  <a:srgbClr val="303030"/>
                </a:solidFill>
                <a:latin typeface="Microsoft YaHei"/>
                <a:ea typeface="Microsoft YaHei"/>
                <a:cs typeface="Microsoft YaHei"/>
              </a:defRPr>
            </a:lvl3pPr>
            <a:lvl4pPr algn="ctr">
              <a:defRPr sz="1800" b="0">
                <a:solidFill>
                  <a:srgbClr val="303030"/>
                </a:solidFill>
                <a:latin typeface="Microsoft YaHei"/>
                <a:ea typeface="Microsoft YaHei"/>
                <a:cs typeface="Microsoft YaHei"/>
              </a:defRPr>
            </a:lvl4pPr>
            <a:lvl5pPr algn="ctr">
              <a:defRPr sz="1800" b="0">
                <a:solidFill>
                  <a:srgbClr val="303030"/>
                </a:solidFill>
                <a:latin typeface="Microsoft YaHei"/>
                <a:ea typeface="Microsoft YaHei"/>
                <a:cs typeface="Microsoft YaHei"/>
              </a:defRPr>
            </a:lvl5pPr>
            <a:lvl6pPr algn="ctr">
              <a:defRPr sz="1800" b="0">
                <a:solidFill>
                  <a:srgbClr val="303030"/>
                </a:solidFill>
                <a:latin typeface="Microsoft YaHei"/>
                <a:ea typeface="Microsoft YaHei"/>
                <a:cs typeface="Microsoft YaHei"/>
              </a:defRPr>
            </a:lvl6pPr>
            <a:lvl7pPr algn="ctr">
              <a:defRPr sz="1800" b="0">
                <a:solidFill>
                  <a:srgbClr val="303030"/>
                </a:solidFill>
                <a:latin typeface="Microsoft YaHei"/>
                <a:ea typeface="Microsoft YaHei"/>
                <a:cs typeface="Microsoft YaHei"/>
              </a:defRPr>
            </a:lvl7pPr>
            <a:lvl8pPr algn="ctr">
              <a:defRPr sz="1800" b="0">
                <a:solidFill>
                  <a:srgbClr val="303030"/>
                </a:solidFill>
                <a:latin typeface="Microsoft YaHei"/>
                <a:ea typeface="Microsoft YaHei"/>
                <a:cs typeface="Microsoft YaHei"/>
              </a:defRPr>
            </a:lvl8pPr>
            <a:lvl9pPr algn="ctr">
              <a:defRPr sz="1800" b="0">
                <a:solidFill>
                  <a:srgbClr val="303030"/>
                </a:solidFill>
                <a:latin typeface="Microsoft YaHei"/>
                <a:ea typeface="Microsoft YaHei"/>
                <a:cs typeface="Microsoft YaHei"/>
              </a:defRPr>
            </a:lvl9pPr>
          </a:lstStyle>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Check current sources</a:t>
            </a:r>
          </a:p>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Do those conditions</a:t>
            </a:r>
          </a:p>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still hold?</a:t>
            </a:r>
          </a:p>
        </p:txBody>
      </p:sp>
      <p:sp>
        <p:nvSpPr>
          <p:cNvPr id="6" name="admit">
            <a:extLst xmlns:a="http://schemas.openxmlformats.org/drawingml/2006/main">
              <a:ext uri="{FF2B5EF4-FFF2-40B4-BE49-F238E27FC236}">
                <a16:creationId xmlns:a16="http://schemas.microsoft.com/office/drawing/2014/main" id="{23F9DA8A-8109-4C3F-A006-98E57CA5EF8D}"/>
              </a:ext>
            </a:extLst>
          </p:cNvPr>
          <p:cNvSpPr>
            <a:spLocks xmlns:a="http://schemas.openxmlformats.org/drawingml/2006/main" noGrp="1"/>
          </p:cNvSpPr>
          <p:nvPr/>
        </p:nvSpPr>
        <p:spPr>
          <a:xfrm xmlns:a="http://schemas.openxmlformats.org/drawingml/2006/main">
            <a:off x="8191500" y="2390775"/>
            <a:ext cx="3333750" cy="1257300"/>
          </a:xfrm>
          <a:prstGeom xmlns:a="http://schemas.openxmlformats.org/drawingml/2006/main" prst="rect">
            <a:avLst/>
          </a:prstGeom>
          <a:solidFill xmlns:a="http://schemas.openxmlformats.org/drawingml/2006/main">
            <a:srgbClr val="FFFFFF"/>
          </a:solidFill>
          <a:ln xmlns:a="http://schemas.openxmlformats.org/drawingml/2006/main" w="9525">
            <a:solidFill>
              <a:srgbClr val="D9D4CF"/>
            </a:solidFill>
          </a:ln>
        </p:spPr>
        <p:txBody>
          <a:bodyPr xmlns:a="http://schemas.openxmlformats.org/drawingml/2006/main" wrap="square" lIns="133350" tIns="133350" rIns="133350" bIns="133350" anchor="ctr">
            <a:noAutofit/>
          </a:bodyPr>
          <a:lstStyle xmlns:a="http://schemas.openxmlformats.org/drawingml/2006/main">
            <a:defPPr algn="ctr">
              <a:defRPr sz="1800" b="0">
                <a:solidFill>
                  <a:srgbClr val="303030"/>
                </a:solidFill>
                <a:latin typeface="Microsoft YaHei"/>
                <a:ea typeface="Microsoft YaHei"/>
                <a:cs typeface="Microsoft YaHei"/>
              </a:defRPr>
            </a:defPPr>
            <a:lvl1pPr algn="ctr">
              <a:defRPr sz="1800" b="0">
                <a:solidFill>
                  <a:srgbClr val="303030"/>
                </a:solidFill>
                <a:latin typeface="Microsoft YaHei"/>
                <a:ea typeface="Microsoft YaHei"/>
                <a:cs typeface="Microsoft YaHei"/>
              </a:defRPr>
            </a:lvl1pPr>
            <a:lvl2pPr algn="ctr">
              <a:defRPr sz="1800" b="0">
                <a:solidFill>
                  <a:srgbClr val="303030"/>
                </a:solidFill>
                <a:latin typeface="Microsoft YaHei"/>
                <a:ea typeface="Microsoft YaHei"/>
                <a:cs typeface="Microsoft YaHei"/>
              </a:defRPr>
            </a:lvl2pPr>
            <a:lvl3pPr algn="ctr">
              <a:defRPr sz="1800" b="0">
                <a:solidFill>
                  <a:srgbClr val="303030"/>
                </a:solidFill>
                <a:latin typeface="Microsoft YaHei"/>
                <a:ea typeface="Microsoft YaHei"/>
                <a:cs typeface="Microsoft YaHei"/>
              </a:defRPr>
            </a:lvl3pPr>
            <a:lvl4pPr algn="ctr">
              <a:defRPr sz="1800" b="0">
                <a:solidFill>
                  <a:srgbClr val="303030"/>
                </a:solidFill>
                <a:latin typeface="Microsoft YaHei"/>
                <a:ea typeface="Microsoft YaHei"/>
                <a:cs typeface="Microsoft YaHei"/>
              </a:defRPr>
            </a:lvl4pPr>
            <a:lvl5pPr algn="ctr">
              <a:defRPr sz="1800" b="0">
                <a:solidFill>
                  <a:srgbClr val="303030"/>
                </a:solidFill>
                <a:latin typeface="Microsoft YaHei"/>
                <a:ea typeface="Microsoft YaHei"/>
                <a:cs typeface="Microsoft YaHei"/>
              </a:defRPr>
            </a:lvl5pPr>
            <a:lvl6pPr algn="ctr">
              <a:defRPr sz="1800" b="0">
                <a:solidFill>
                  <a:srgbClr val="303030"/>
                </a:solidFill>
                <a:latin typeface="Microsoft YaHei"/>
                <a:ea typeface="Microsoft YaHei"/>
                <a:cs typeface="Microsoft YaHei"/>
              </a:defRPr>
            </a:lvl6pPr>
            <a:lvl7pPr algn="ctr">
              <a:defRPr sz="1800" b="0">
                <a:solidFill>
                  <a:srgbClr val="303030"/>
                </a:solidFill>
                <a:latin typeface="Microsoft YaHei"/>
                <a:ea typeface="Microsoft YaHei"/>
                <a:cs typeface="Microsoft YaHei"/>
              </a:defRPr>
            </a:lvl7pPr>
            <a:lvl8pPr algn="ctr">
              <a:defRPr sz="1800" b="0">
                <a:solidFill>
                  <a:srgbClr val="303030"/>
                </a:solidFill>
                <a:latin typeface="Microsoft YaHei"/>
                <a:ea typeface="Microsoft YaHei"/>
                <a:cs typeface="Microsoft YaHei"/>
              </a:defRPr>
            </a:lvl8pPr>
            <a:lvl9pPr algn="ctr">
              <a:defRPr sz="1800" b="0">
                <a:solidFill>
                  <a:srgbClr val="303030"/>
                </a:solidFill>
                <a:latin typeface="Microsoft YaHei"/>
                <a:ea typeface="Microsoft YaHei"/>
                <a:cs typeface="Microsoft YaHei"/>
              </a:defRPr>
            </a:lvl9pPr>
          </a:lstStyle>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Admission decision</a:t>
            </a:r>
          </a:p>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Supported: admit</a:t>
            </a:r>
          </a:p>
          <a:p xmlns:a="http://schemas.openxmlformats.org/drawingml/2006/main">
            <a:pPr algn="ctr">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Otherwise: withhold</a:t>
            </a:r>
          </a:p>
        </p:txBody>
      </p:sp>
      <p:sp>
        <p:nvSpPr>
          <p:cNvPr id="9" name="example1">
            <a:extLst xmlns:a="http://schemas.openxmlformats.org/drawingml/2006/main">
              <a:ext uri="{FF2B5EF4-FFF2-40B4-BE49-F238E27FC236}">
                <a16:creationId xmlns:a16="http://schemas.microsoft.com/office/drawing/2014/main" id="{24F5B370-E264-4DF4-AE92-C46961CAE607}"/>
              </a:ext>
            </a:extLst>
          </p:cNvPr>
          <p:cNvSpPr>
            <a:spLocks xmlns:a="http://schemas.openxmlformats.org/drawingml/2006/main" noGrp="1"/>
          </p:cNvSpPr>
          <p:nvPr/>
        </p:nvSpPr>
        <p:spPr>
          <a:xfrm xmlns:a="http://schemas.openxmlformats.org/drawingml/2006/main">
            <a:off x="571500" y="410527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03030"/>
                </a:solidFill>
                <a:latin typeface="Microsoft YaHei"/>
                <a:ea typeface="Microsoft YaHei"/>
                <a:cs typeface="Microsoft YaHei"/>
              </a:defRPr>
            </a:defPPr>
            <a:lvl1pPr algn="l">
              <a:defRPr sz="1800" b="0">
                <a:solidFill>
                  <a:srgbClr val="303030"/>
                </a:solidFill>
                <a:latin typeface="Microsoft YaHei"/>
                <a:ea typeface="Microsoft YaHei"/>
                <a:cs typeface="Microsoft YaHei"/>
              </a:defRPr>
            </a:lvl1pPr>
            <a:lvl2pPr algn="l">
              <a:defRPr sz="1800" b="0">
                <a:solidFill>
                  <a:srgbClr val="303030"/>
                </a:solidFill>
                <a:latin typeface="Microsoft YaHei"/>
                <a:ea typeface="Microsoft YaHei"/>
                <a:cs typeface="Microsoft YaHei"/>
              </a:defRPr>
            </a:lvl2pPr>
            <a:lvl3pPr algn="l">
              <a:defRPr sz="1800" b="0">
                <a:solidFill>
                  <a:srgbClr val="303030"/>
                </a:solidFill>
                <a:latin typeface="Microsoft YaHei"/>
                <a:ea typeface="Microsoft YaHei"/>
                <a:cs typeface="Microsoft YaHei"/>
              </a:defRPr>
            </a:lvl3pPr>
            <a:lvl4pPr algn="l">
              <a:defRPr sz="1800" b="0">
                <a:solidFill>
                  <a:srgbClr val="303030"/>
                </a:solidFill>
                <a:latin typeface="Microsoft YaHei"/>
                <a:ea typeface="Microsoft YaHei"/>
                <a:cs typeface="Microsoft YaHei"/>
              </a:defRPr>
            </a:lvl4pPr>
            <a:lvl5pPr algn="l">
              <a:defRPr sz="1800" b="0">
                <a:solidFill>
                  <a:srgbClr val="303030"/>
                </a:solidFill>
                <a:latin typeface="Microsoft YaHei"/>
                <a:ea typeface="Microsoft YaHei"/>
                <a:cs typeface="Microsoft YaHei"/>
              </a:defRPr>
            </a:lvl5pPr>
            <a:lvl6pPr algn="l">
              <a:defRPr sz="1800" b="0">
                <a:solidFill>
                  <a:srgbClr val="303030"/>
                </a:solidFill>
                <a:latin typeface="Microsoft YaHei"/>
                <a:ea typeface="Microsoft YaHei"/>
                <a:cs typeface="Microsoft YaHei"/>
              </a:defRPr>
            </a:lvl6pPr>
            <a:lvl7pPr algn="l">
              <a:defRPr sz="1800" b="0">
                <a:solidFill>
                  <a:srgbClr val="303030"/>
                </a:solidFill>
                <a:latin typeface="Microsoft YaHei"/>
                <a:ea typeface="Microsoft YaHei"/>
                <a:cs typeface="Microsoft YaHei"/>
              </a:defRPr>
            </a:lvl7pPr>
            <a:lvl8pPr algn="l">
              <a:defRPr sz="1800" b="0">
                <a:solidFill>
                  <a:srgbClr val="303030"/>
                </a:solidFill>
                <a:latin typeface="Microsoft YaHei"/>
                <a:ea typeface="Microsoft YaHei"/>
                <a:cs typeface="Microsoft YaHei"/>
              </a:defRPr>
            </a:lvl8pPr>
            <a:lvl9pPr algn="l">
              <a:defRPr sz="1800" b="0">
                <a:solidFill>
                  <a:srgbClr val="303030"/>
                </a:solidFill>
                <a:latin typeface="Microsoft YaHei"/>
                <a:ea typeface="Microsoft YaHei"/>
                <a:cs typeface="Microsoft YaHei"/>
              </a:defRPr>
            </a:lvl9pPr>
          </a:lstStyle>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Past procedure: sum orders by order date.</a:t>
            </a:r>
          </a:p>
        </p:txBody>
      </p:sp>
      <p:sp>
        <p:nvSpPr>
          <p:cNvPr id="10" name="example2">
            <a:extLst xmlns:a="http://schemas.openxmlformats.org/drawingml/2006/main">
              <a:ext uri="{FF2B5EF4-FFF2-40B4-BE49-F238E27FC236}">
                <a16:creationId xmlns:a16="http://schemas.microsoft.com/office/drawing/2014/main" id="{87B6531F-6437-4C92-B282-D950AA103893}"/>
              </a:ext>
            </a:extLst>
          </p:cNvPr>
          <p:cNvSpPr>
            <a:spLocks xmlns:a="http://schemas.openxmlformats.org/drawingml/2006/main" noGrp="1"/>
          </p:cNvSpPr>
          <p:nvPr/>
        </p:nvSpPr>
        <p:spPr>
          <a:xfrm xmlns:a="http://schemas.openxmlformats.org/drawingml/2006/main">
            <a:off x="571500" y="45434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03030"/>
                </a:solidFill>
                <a:latin typeface="Microsoft YaHei"/>
                <a:ea typeface="Microsoft YaHei"/>
                <a:cs typeface="Microsoft YaHei"/>
              </a:defRPr>
            </a:defPPr>
            <a:lvl1pPr algn="l">
              <a:defRPr sz="1800" b="0">
                <a:solidFill>
                  <a:srgbClr val="303030"/>
                </a:solidFill>
                <a:latin typeface="Microsoft YaHei"/>
                <a:ea typeface="Microsoft YaHei"/>
                <a:cs typeface="Microsoft YaHei"/>
              </a:defRPr>
            </a:lvl1pPr>
            <a:lvl2pPr algn="l">
              <a:defRPr sz="1800" b="0">
                <a:solidFill>
                  <a:srgbClr val="303030"/>
                </a:solidFill>
                <a:latin typeface="Microsoft YaHei"/>
                <a:ea typeface="Microsoft YaHei"/>
                <a:cs typeface="Microsoft YaHei"/>
              </a:defRPr>
            </a:lvl2pPr>
            <a:lvl3pPr algn="l">
              <a:defRPr sz="1800" b="0">
                <a:solidFill>
                  <a:srgbClr val="303030"/>
                </a:solidFill>
                <a:latin typeface="Microsoft YaHei"/>
                <a:ea typeface="Microsoft YaHei"/>
                <a:cs typeface="Microsoft YaHei"/>
              </a:defRPr>
            </a:lvl3pPr>
            <a:lvl4pPr algn="l">
              <a:defRPr sz="1800" b="0">
                <a:solidFill>
                  <a:srgbClr val="303030"/>
                </a:solidFill>
                <a:latin typeface="Microsoft YaHei"/>
                <a:ea typeface="Microsoft YaHei"/>
                <a:cs typeface="Microsoft YaHei"/>
              </a:defRPr>
            </a:lvl4pPr>
            <a:lvl5pPr algn="l">
              <a:defRPr sz="1800" b="0">
                <a:solidFill>
                  <a:srgbClr val="303030"/>
                </a:solidFill>
                <a:latin typeface="Microsoft YaHei"/>
                <a:ea typeface="Microsoft YaHei"/>
                <a:cs typeface="Microsoft YaHei"/>
              </a:defRPr>
            </a:lvl5pPr>
            <a:lvl6pPr algn="l">
              <a:defRPr sz="1800" b="0">
                <a:solidFill>
                  <a:srgbClr val="303030"/>
                </a:solidFill>
                <a:latin typeface="Microsoft YaHei"/>
                <a:ea typeface="Microsoft YaHei"/>
                <a:cs typeface="Microsoft YaHei"/>
              </a:defRPr>
            </a:lvl6pPr>
            <a:lvl7pPr algn="l">
              <a:defRPr sz="1800" b="0">
                <a:solidFill>
                  <a:srgbClr val="303030"/>
                </a:solidFill>
                <a:latin typeface="Microsoft YaHei"/>
                <a:ea typeface="Microsoft YaHei"/>
                <a:cs typeface="Microsoft YaHei"/>
              </a:defRPr>
            </a:lvl7pPr>
            <a:lvl8pPr algn="l">
              <a:defRPr sz="1800" b="0">
                <a:solidFill>
                  <a:srgbClr val="303030"/>
                </a:solidFill>
                <a:latin typeface="Microsoft YaHei"/>
                <a:ea typeface="Microsoft YaHei"/>
                <a:cs typeface="Microsoft YaHei"/>
              </a:defRPr>
            </a:lvl8pPr>
            <a:lvl9pPr algn="l">
              <a:defRPr sz="1800" b="0">
                <a:solidFill>
                  <a:srgbClr val="303030"/>
                </a:solidFill>
                <a:latin typeface="Microsoft YaHei"/>
                <a:ea typeface="Microsoft YaHei"/>
                <a:cs typeface="Microsoft YaHei"/>
              </a:defRPr>
            </a:lvl9pPr>
          </a:lstStyle>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Current rule: completed orders, using completion date.</a:t>
            </a:r>
          </a:p>
        </p:txBody>
      </p:sp>
      <p:sp>
        <p:nvSpPr>
          <p:cNvPr id="11" name="decision">
            <a:extLst xmlns:a="http://schemas.openxmlformats.org/drawingml/2006/main">
              <a:ext uri="{FF2B5EF4-FFF2-40B4-BE49-F238E27FC236}">
                <a16:creationId xmlns:a16="http://schemas.microsoft.com/office/drawing/2014/main" id="{C999504E-80C0-4354-9394-BB0805A35572}"/>
              </a:ext>
            </a:extLst>
          </p:cNvPr>
          <p:cNvSpPr>
            <a:spLocks xmlns:a="http://schemas.openxmlformats.org/drawingml/2006/main" noGrp="1"/>
          </p:cNvSpPr>
          <p:nvPr/>
        </p:nvSpPr>
        <p:spPr>
          <a:xfrm xmlns:a="http://schemas.openxmlformats.org/drawingml/2006/main">
            <a:off x="571500" y="498157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B71920"/>
                </a:solidFill>
                <a:latin typeface="Microsoft YaHei"/>
                <a:ea typeface="Microsoft YaHei"/>
                <a:cs typeface="Microsoft YaHei"/>
              </a:defRPr>
            </a:defPPr>
            <a:lvl1pPr algn="l">
              <a:defRPr sz="1800" b="0">
                <a:solidFill>
                  <a:srgbClr val="B71920"/>
                </a:solidFill>
                <a:latin typeface="Microsoft YaHei"/>
                <a:ea typeface="Microsoft YaHei"/>
                <a:cs typeface="Microsoft YaHei"/>
              </a:defRPr>
            </a:lvl1pPr>
            <a:lvl2pPr algn="l">
              <a:defRPr sz="1800" b="0">
                <a:solidFill>
                  <a:srgbClr val="B71920"/>
                </a:solidFill>
                <a:latin typeface="Microsoft YaHei"/>
                <a:ea typeface="Microsoft YaHei"/>
                <a:cs typeface="Microsoft YaHei"/>
              </a:defRPr>
            </a:lvl2pPr>
            <a:lvl3pPr algn="l">
              <a:defRPr sz="1800" b="0">
                <a:solidFill>
                  <a:srgbClr val="B71920"/>
                </a:solidFill>
                <a:latin typeface="Microsoft YaHei"/>
                <a:ea typeface="Microsoft YaHei"/>
                <a:cs typeface="Microsoft YaHei"/>
              </a:defRPr>
            </a:lvl3pPr>
            <a:lvl4pPr algn="l">
              <a:defRPr sz="1800" b="0">
                <a:solidFill>
                  <a:srgbClr val="B71920"/>
                </a:solidFill>
                <a:latin typeface="Microsoft YaHei"/>
                <a:ea typeface="Microsoft YaHei"/>
                <a:cs typeface="Microsoft YaHei"/>
              </a:defRPr>
            </a:lvl4pPr>
            <a:lvl5pPr algn="l">
              <a:defRPr sz="1800" b="0">
                <a:solidFill>
                  <a:srgbClr val="B71920"/>
                </a:solidFill>
                <a:latin typeface="Microsoft YaHei"/>
                <a:ea typeface="Microsoft YaHei"/>
                <a:cs typeface="Microsoft YaHei"/>
              </a:defRPr>
            </a:lvl5pPr>
            <a:lvl6pPr algn="l">
              <a:defRPr sz="1800" b="0">
                <a:solidFill>
                  <a:srgbClr val="B71920"/>
                </a:solidFill>
                <a:latin typeface="Microsoft YaHei"/>
                <a:ea typeface="Microsoft YaHei"/>
                <a:cs typeface="Microsoft YaHei"/>
              </a:defRPr>
            </a:lvl6pPr>
            <a:lvl7pPr algn="l">
              <a:defRPr sz="1800" b="0">
                <a:solidFill>
                  <a:srgbClr val="B71920"/>
                </a:solidFill>
                <a:latin typeface="Microsoft YaHei"/>
                <a:ea typeface="Microsoft YaHei"/>
                <a:cs typeface="Microsoft YaHei"/>
              </a:defRPr>
            </a:lvl7pPr>
            <a:lvl8pPr algn="l">
              <a:defRPr sz="1800" b="0">
                <a:solidFill>
                  <a:srgbClr val="B71920"/>
                </a:solidFill>
                <a:latin typeface="Microsoft YaHei"/>
                <a:ea typeface="Microsoft YaHei"/>
                <a:cs typeface="Microsoft YaHei"/>
              </a:defRPr>
            </a:lvl8pPr>
            <a:lvl9pPr algn="l">
              <a:defRPr sz="1800" b="0">
                <a:solidFill>
                  <a:srgbClr val="B71920"/>
                </a:solidFill>
                <a:latin typeface="Microsoft YaHei"/>
                <a:ea typeface="Microsoft YaHei"/>
                <a:cs typeface="Microsoft YaHei"/>
              </a:defRPr>
            </a:lvl9pPr>
          </a:lstStyle>
          <a:p xmlns:a="http://schemas.openxmlformats.org/drawingml/2006/main">
            <a:pPr algn="l">
              <a:defRPr sz="1800" b="0">
                <a:solidFill>
                  <a:srgbClr val="B71920"/>
                </a:solidFill>
                <a:latin typeface="Microsoft YaHei"/>
                <a:ea typeface="Microsoft YaHei"/>
                <a:cs typeface="Microsoft YaHei"/>
              </a:defRPr>
            </a:pPr>
            <a:r>
              <a:rPr sz="1800" b="0">
                <a:solidFill>
                  <a:srgbClr val="B71920"/>
                </a:solidFill>
                <a:latin typeface="Microsoft YaHei"/>
                <a:ea typeface="Microsoft YaHei"/>
                <a:cs typeface="Microsoft YaHei"/>
              </a:rPr>
              <a:t>Decision: withhold this procedure and analyse the current sources.</a:t>
            </a:r>
          </a:p>
        </p:txBody>
      </p:sp>
      <p:sp>
        <p:nvSpPr>
          <p:cNvPr id="12" name="measure">
            <a:extLst xmlns:a="http://schemas.openxmlformats.org/drawingml/2006/main">
              <a:ext uri="{FF2B5EF4-FFF2-40B4-BE49-F238E27FC236}">
                <a16:creationId xmlns:a16="http://schemas.microsoft.com/office/drawing/2014/main" id="{F977F69F-24C9-4497-9690-4717676A762F}"/>
              </a:ext>
            </a:extLst>
          </p:cNvPr>
          <p:cNvSpPr>
            <a:spLocks xmlns:a="http://schemas.openxmlformats.org/drawingml/2006/main" noGrp="1"/>
          </p:cNvSpPr>
          <p:nvPr/>
        </p:nvSpPr>
        <p:spPr>
          <a:xfrm xmlns:a="http://schemas.openxmlformats.org/drawingml/2006/main">
            <a:off x="571500" y="561975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5555"/>
                </a:solidFill>
                <a:latin typeface="Microsoft YaHei"/>
                <a:ea typeface="Microsoft YaHei"/>
                <a:cs typeface="Microsoft YaHei"/>
              </a:defRPr>
            </a:defPPr>
            <a:lvl1pPr algn="l">
              <a:defRPr sz="1725" b="0">
                <a:solidFill>
                  <a:srgbClr val="555555"/>
                </a:solidFill>
                <a:latin typeface="Microsoft YaHei"/>
                <a:ea typeface="Microsoft YaHei"/>
                <a:cs typeface="Microsoft YaHei"/>
              </a:defRPr>
            </a:lvl1pPr>
            <a:lvl2pPr algn="l">
              <a:defRPr sz="1725" b="0">
                <a:solidFill>
                  <a:srgbClr val="555555"/>
                </a:solidFill>
                <a:latin typeface="Microsoft YaHei"/>
                <a:ea typeface="Microsoft YaHei"/>
                <a:cs typeface="Microsoft YaHei"/>
              </a:defRPr>
            </a:lvl2pPr>
            <a:lvl3pPr algn="l">
              <a:defRPr sz="1725" b="0">
                <a:solidFill>
                  <a:srgbClr val="555555"/>
                </a:solidFill>
                <a:latin typeface="Microsoft YaHei"/>
                <a:ea typeface="Microsoft YaHei"/>
                <a:cs typeface="Microsoft YaHei"/>
              </a:defRPr>
            </a:lvl3pPr>
            <a:lvl4pPr algn="l">
              <a:defRPr sz="1725" b="0">
                <a:solidFill>
                  <a:srgbClr val="555555"/>
                </a:solidFill>
                <a:latin typeface="Microsoft YaHei"/>
                <a:ea typeface="Microsoft YaHei"/>
                <a:cs typeface="Microsoft YaHei"/>
              </a:defRPr>
            </a:lvl4pPr>
            <a:lvl5pPr algn="l">
              <a:defRPr sz="1725" b="0">
                <a:solidFill>
                  <a:srgbClr val="555555"/>
                </a:solidFill>
                <a:latin typeface="Microsoft YaHei"/>
                <a:ea typeface="Microsoft YaHei"/>
                <a:cs typeface="Microsoft YaHei"/>
              </a:defRPr>
            </a:lvl5pPr>
            <a:lvl6pPr algn="l">
              <a:defRPr sz="1725" b="0">
                <a:solidFill>
                  <a:srgbClr val="555555"/>
                </a:solidFill>
                <a:latin typeface="Microsoft YaHei"/>
                <a:ea typeface="Microsoft YaHei"/>
                <a:cs typeface="Microsoft YaHei"/>
              </a:defRPr>
            </a:lvl6pPr>
            <a:lvl7pPr algn="l">
              <a:defRPr sz="1725" b="0">
                <a:solidFill>
                  <a:srgbClr val="555555"/>
                </a:solidFill>
                <a:latin typeface="Microsoft YaHei"/>
                <a:ea typeface="Microsoft YaHei"/>
                <a:cs typeface="Microsoft YaHei"/>
              </a:defRPr>
            </a:lvl7pPr>
            <a:lvl8pPr algn="l">
              <a:defRPr sz="1725" b="0">
                <a:solidFill>
                  <a:srgbClr val="555555"/>
                </a:solidFill>
                <a:latin typeface="Microsoft YaHei"/>
                <a:ea typeface="Microsoft YaHei"/>
                <a:cs typeface="Microsoft YaHei"/>
              </a:defRPr>
            </a:lvl8pPr>
            <a:lvl9pPr algn="l">
              <a:defRPr sz="1725" b="0">
                <a:solidFill>
                  <a:srgbClr val="555555"/>
                </a:solidFill>
                <a:latin typeface="Microsoft YaHei"/>
                <a:ea typeface="Microsoft YaHei"/>
                <a:cs typeface="Microsoft YaHei"/>
              </a:defRPr>
            </a:lvl9pPr>
          </a:lstStyle>
          <a:p xmlns:a="http://schemas.openxmlformats.org/drawingml/2006/main">
            <a:pPr algn="l">
              <a:defRPr sz="1725" b="0">
                <a:solidFill>
                  <a:srgbClr val="555555"/>
                </a:solidFill>
                <a:latin typeface="Microsoft YaHei"/>
                <a:ea typeface="Microsoft YaHei"/>
                <a:cs typeface="Microsoft YaHei"/>
              </a:defRPr>
            </a:pPr>
            <a:r>
              <a:rPr sz="1725" b="0">
                <a:solidFill>
                  <a:srgbClr val="555555"/>
                </a:solidFill>
                <a:latin typeface="Microsoft YaHei"/>
                <a:ea typeface="Microsoft YaHei"/>
                <a:cs typeface="Microsoft YaHei"/>
              </a:rPr>
              <a:t>Measure inappropriate reuse and the retention of useful experience.</a:t>
            </a:r>
          </a:p>
        </p:txBody>
      </p:sp>
      <p:sp>
        <p:nvSpPr>
          <p:cNvPr id="13" name="sources">
            <a:extLst xmlns:a="http://schemas.openxmlformats.org/drawingml/2006/main">
              <a:ext uri="{FF2B5EF4-FFF2-40B4-BE49-F238E27FC236}">
                <a16:creationId xmlns:a16="http://schemas.microsoft.com/office/drawing/2014/main" id="{0B01076B-A2D8-4206-826B-B92B613E4506}"/>
              </a:ext>
            </a:extLst>
          </p:cNvPr>
          <p:cNvSpPr>
            <a:spLocks xmlns:a="http://schemas.openxmlformats.org/drawingml/2006/main" noGrp="1"/>
          </p:cNvSpPr>
          <p:nvPr/>
        </p:nvSpPr>
        <p:spPr>
          <a:xfrm xmlns:a="http://schemas.openxmlformats.org/drawingml/2006/main">
            <a:off x="571500" y="609600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75" b="0">
                <a:solidFill>
                  <a:srgbClr val="555555"/>
                </a:solidFill>
                <a:latin typeface="Microsoft YaHei"/>
                <a:ea typeface="Microsoft YaHei"/>
                <a:cs typeface="Microsoft YaHei"/>
              </a:defRPr>
            </a:defPPr>
            <a:lvl1pPr algn="l">
              <a:defRPr sz="975" b="0">
                <a:solidFill>
                  <a:srgbClr val="555555"/>
                </a:solidFill>
                <a:latin typeface="Microsoft YaHei"/>
                <a:ea typeface="Microsoft YaHei"/>
                <a:cs typeface="Microsoft YaHei"/>
              </a:defRPr>
            </a:lvl1pPr>
            <a:lvl2pPr algn="l">
              <a:defRPr sz="975" b="0">
                <a:solidFill>
                  <a:srgbClr val="555555"/>
                </a:solidFill>
                <a:latin typeface="Microsoft YaHei"/>
                <a:ea typeface="Microsoft YaHei"/>
                <a:cs typeface="Microsoft YaHei"/>
              </a:defRPr>
            </a:lvl2pPr>
            <a:lvl3pPr algn="l">
              <a:defRPr sz="975" b="0">
                <a:solidFill>
                  <a:srgbClr val="555555"/>
                </a:solidFill>
                <a:latin typeface="Microsoft YaHei"/>
                <a:ea typeface="Microsoft YaHei"/>
                <a:cs typeface="Microsoft YaHei"/>
              </a:defRPr>
            </a:lvl3pPr>
            <a:lvl4pPr algn="l">
              <a:defRPr sz="975" b="0">
                <a:solidFill>
                  <a:srgbClr val="555555"/>
                </a:solidFill>
                <a:latin typeface="Microsoft YaHei"/>
                <a:ea typeface="Microsoft YaHei"/>
                <a:cs typeface="Microsoft YaHei"/>
              </a:defRPr>
            </a:lvl4pPr>
            <a:lvl5pPr algn="l">
              <a:defRPr sz="975" b="0">
                <a:solidFill>
                  <a:srgbClr val="555555"/>
                </a:solidFill>
                <a:latin typeface="Microsoft YaHei"/>
                <a:ea typeface="Microsoft YaHei"/>
                <a:cs typeface="Microsoft YaHei"/>
              </a:defRPr>
            </a:lvl5pPr>
            <a:lvl6pPr algn="l">
              <a:defRPr sz="975" b="0">
                <a:solidFill>
                  <a:srgbClr val="555555"/>
                </a:solidFill>
                <a:latin typeface="Microsoft YaHei"/>
                <a:ea typeface="Microsoft YaHei"/>
                <a:cs typeface="Microsoft YaHei"/>
              </a:defRPr>
            </a:lvl6pPr>
            <a:lvl7pPr algn="l">
              <a:defRPr sz="975" b="0">
                <a:solidFill>
                  <a:srgbClr val="555555"/>
                </a:solidFill>
                <a:latin typeface="Microsoft YaHei"/>
                <a:ea typeface="Microsoft YaHei"/>
                <a:cs typeface="Microsoft YaHei"/>
              </a:defRPr>
            </a:lvl7pPr>
            <a:lvl8pPr algn="l">
              <a:defRPr sz="975" b="0">
                <a:solidFill>
                  <a:srgbClr val="555555"/>
                </a:solidFill>
                <a:latin typeface="Microsoft YaHei"/>
                <a:ea typeface="Microsoft YaHei"/>
                <a:cs typeface="Microsoft YaHei"/>
              </a:defRPr>
            </a:lvl8pPr>
            <a:lvl9pPr algn="l">
              <a:defRPr sz="975" b="0">
                <a:solidFill>
                  <a:srgbClr val="555555"/>
                </a:solidFill>
                <a:latin typeface="Microsoft YaHei"/>
                <a:ea typeface="Microsoft YaHei"/>
                <a:cs typeface="Microsoft YaHei"/>
              </a:defRPr>
            </a:lvl9pPr>
          </a:lstStyle>
          <a:p xmlns:a="http://schemas.openxmlformats.org/drawingml/2006/main">
            <a:pPr algn="l">
              <a:defRPr sz="975" b="0">
                <a:solidFill>
                  <a:srgbClr val="555555"/>
                </a:solidFill>
                <a:latin typeface="Microsoft YaHei"/>
                <a:ea typeface="Microsoft YaHei"/>
                <a:cs typeface="Microsoft YaHei"/>
              </a:defRPr>
            </a:pPr>
            <a:r>
              <a:rPr sz="975" b="0">
                <a:solidFill>
                  <a:srgbClr val="555555"/>
                </a:solidFill>
                <a:latin typeface="Microsoft YaHei"/>
                <a:ea typeface="Microsoft YaHei"/>
                <a:cs typeface="Microsoft YaHei"/>
                <a:hlinkClick xmlns:r="http://schemas.openxmlformats.org/officeDocument/2006/relationships" r:id="R892c496268c14145"/>
              </a:rPr>
              <a:t>DataPilot</a:t>
            </a:r>
            <a:r>
              <a:rPr sz="975" b="0">
                <a:solidFill>
                  <a:srgbClr val="555555"/>
                </a:solidFill>
                <a:latin typeface="Microsoft YaHei"/>
                <a:ea typeface="Microsoft YaHei"/>
                <a:cs typeface="Microsoft YaHei"/>
              </a:rPr>
              <a:t>  ·  </a:t>
            </a:r>
            <a:r>
              <a:rPr sz="975" b="0">
                <a:solidFill>
                  <a:srgbClr val="555555"/>
                </a:solidFill>
                <a:latin typeface="Microsoft YaHei"/>
                <a:ea typeface="Microsoft YaHei"/>
                <a:cs typeface="Microsoft YaHei"/>
                <a:hlinkClick xmlns:r="http://schemas.openxmlformats.org/officeDocument/2006/relationships" r:id="R9f7b49d1eb0646e0"/>
              </a:rPr>
              <a:t>ReasoningBank v2</a:t>
            </a:r>
          </a:p>
        </p:txBody>
      </p:sp>
    </p:spTree>
    <p:extLst>
      <p:ext uri="{BB962C8B-B14F-4D97-AF65-F5344CB8AC3E}">
        <p14:creationId xmlns:p14="http://schemas.microsoft.com/office/powerpoint/2010/main" val="910577282"/>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863F2665-4682-402B-A906-C2435E64A856}"/>
              </a:ext>
            </a:extLst>
          </p:cNvPr>
          <p:cNvSpPr>
            <a:spLocks xmlns:a="http://schemas.openxmlformats.org/drawingml/2006/main" noGrp="1"/>
          </p:cNvSpPr>
          <p:nvPr/>
        </p:nvSpPr>
        <p:spPr>
          <a:xfrm xmlns:a="http://schemas.openxmlformats.org/drawingml/2006/main">
            <a:off x="571500" y="8667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B71920"/>
                </a:solidFill>
                <a:latin typeface="Microsoft YaHei"/>
                <a:ea typeface="Microsoft YaHei"/>
                <a:cs typeface="Microsoft YaHei"/>
              </a:defRPr>
            </a:defPPr>
            <a:lvl1pPr algn="l">
              <a:defRPr sz="1650" b="0">
                <a:solidFill>
                  <a:srgbClr val="B71920"/>
                </a:solidFill>
                <a:latin typeface="Microsoft YaHei"/>
                <a:ea typeface="Microsoft YaHei"/>
                <a:cs typeface="Microsoft YaHei"/>
              </a:defRPr>
            </a:lvl1pPr>
            <a:lvl2pPr algn="l">
              <a:defRPr sz="1650" b="0">
                <a:solidFill>
                  <a:srgbClr val="B71920"/>
                </a:solidFill>
                <a:latin typeface="Microsoft YaHei"/>
                <a:ea typeface="Microsoft YaHei"/>
                <a:cs typeface="Microsoft YaHei"/>
              </a:defRPr>
            </a:lvl2pPr>
            <a:lvl3pPr algn="l">
              <a:defRPr sz="1650" b="0">
                <a:solidFill>
                  <a:srgbClr val="B71920"/>
                </a:solidFill>
                <a:latin typeface="Microsoft YaHei"/>
                <a:ea typeface="Microsoft YaHei"/>
                <a:cs typeface="Microsoft YaHei"/>
              </a:defRPr>
            </a:lvl3pPr>
            <a:lvl4pPr algn="l">
              <a:defRPr sz="1650" b="0">
                <a:solidFill>
                  <a:srgbClr val="B71920"/>
                </a:solidFill>
                <a:latin typeface="Microsoft YaHei"/>
                <a:ea typeface="Microsoft YaHei"/>
                <a:cs typeface="Microsoft YaHei"/>
              </a:defRPr>
            </a:lvl4pPr>
            <a:lvl5pPr algn="l">
              <a:defRPr sz="1650" b="0">
                <a:solidFill>
                  <a:srgbClr val="B71920"/>
                </a:solidFill>
                <a:latin typeface="Microsoft YaHei"/>
                <a:ea typeface="Microsoft YaHei"/>
                <a:cs typeface="Microsoft YaHei"/>
              </a:defRPr>
            </a:lvl5pPr>
            <a:lvl6pPr algn="l">
              <a:defRPr sz="1650" b="0">
                <a:solidFill>
                  <a:srgbClr val="B71920"/>
                </a:solidFill>
                <a:latin typeface="Microsoft YaHei"/>
                <a:ea typeface="Microsoft YaHei"/>
                <a:cs typeface="Microsoft YaHei"/>
              </a:defRPr>
            </a:lvl6pPr>
            <a:lvl7pPr algn="l">
              <a:defRPr sz="1650" b="0">
                <a:solidFill>
                  <a:srgbClr val="B71920"/>
                </a:solidFill>
                <a:latin typeface="Microsoft YaHei"/>
                <a:ea typeface="Microsoft YaHei"/>
                <a:cs typeface="Microsoft YaHei"/>
              </a:defRPr>
            </a:lvl7pPr>
            <a:lvl8pPr algn="l">
              <a:defRPr sz="1650" b="0">
                <a:solidFill>
                  <a:srgbClr val="B71920"/>
                </a:solidFill>
                <a:latin typeface="Microsoft YaHei"/>
                <a:ea typeface="Microsoft YaHei"/>
                <a:cs typeface="Microsoft YaHei"/>
              </a:defRPr>
            </a:lvl8pPr>
            <a:lvl9pPr algn="l">
              <a:defRPr sz="1650" b="0">
                <a:solidFill>
                  <a:srgbClr val="B71920"/>
                </a:solidFill>
                <a:latin typeface="Microsoft YaHei"/>
                <a:ea typeface="Microsoft YaHei"/>
                <a:cs typeface="Microsoft YaHei"/>
              </a:defRPr>
            </a:lvl9pPr>
          </a:lstStyle>
          <a:p xmlns:a="http://schemas.openxmlformats.org/drawingml/2006/main">
            <a:pPr algn="l">
              <a:defRPr sz="1650" b="0">
                <a:solidFill>
                  <a:srgbClr val="B71920"/>
                </a:solidFill>
                <a:latin typeface="Microsoft YaHei"/>
                <a:ea typeface="Microsoft YaHei"/>
                <a:cs typeface="Microsoft YaHei"/>
              </a:defRPr>
            </a:pPr>
            <a:r>
              <a:rPr sz="1650" b="0">
                <a:solidFill>
                  <a:srgbClr val="B71920"/>
                </a:solidFill>
                <a:latin typeface="Microsoft YaHei"/>
                <a:ea typeface="Microsoft YaHei"/>
                <a:cs typeface="Microsoft YaHei"/>
              </a:rPr>
              <a:t>Research Plan &amp; Method</a:t>
            </a:r>
          </a:p>
        </p:txBody>
      </p:sp>
      <p:sp>
        <p:nvSpPr>
          <p:cNvPr id="2" name="slide-title">
            <a:extLst xmlns:a="http://schemas.openxmlformats.org/drawingml/2006/main">
              <a:ext uri="{FF2B5EF4-FFF2-40B4-BE49-F238E27FC236}">
                <a16:creationId xmlns:a16="http://schemas.microsoft.com/office/drawing/2014/main" id="{C7599DD6-B2AC-4785-8672-6D18DF038A12}"/>
              </a:ext>
            </a:extLst>
          </p:cNvPr>
          <p:cNvSpPr>
            <a:spLocks xmlns:a="http://schemas.openxmlformats.org/drawingml/2006/main" noGrp="1"/>
          </p:cNvSpPr>
          <p:nvPr/>
        </p:nvSpPr>
        <p:spPr>
          <a:xfrm xmlns:a="http://schemas.openxmlformats.org/drawingml/2006/main">
            <a:off x="571500" y="132397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303030"/>
                </a:solidFill>
                <a:latin typeface="Microsoft YaHei"/>
                <a:ea typeface="Microsoft YaHei"/>
                <a:cs typeface="Microsoft YaHei"/>
              </a:defRPr>
            </a:defPPr>
            <a:lvl1pPr algn="l">
              <a:defRPr sz="2625" b="0">
                <a:solidFill>
                  <a:srgbClr val="303030"/>
                </a:solidFill>
                <a:latin typeface="Microsoft YaHei"/>
                <a:ea typeface="Microsoft YaHei"/>
                <a:cs typeface="Microsoft YaHei"/>
              </a:defRPr>
            </a:lvl1pPr>
            <a:lvl2pPr algn="l">
              <a:defRPr sz="2625" b="0">
                <a:solidFill>
                  <a:srgbClr val="303030"/>
                </a:solidFill>
                <a:latin typeface="Microsoft YaHei"/>
                <a:ea typeface="Microsoft YaHei"/>
                <a:cs typeface="Microsoft YaHei"/>
              </a:defRPr>
            </a:lvl2pPr>
            <a:lvl3pPr algn="l">
              <a:defRPr sz="2625" b="0">
                <a:solidFill>
                  <a:srgbClr val="303030"/>
                </a:solidFill>
                <a:latin typeface="Microsoft YaHei"/>
                <a:ea typeface="Microsoft YaHei"/>
                <a:cs typeface="Microsoft YaHei"/>
              </a:defRPr>
            </a:lvl3pPr>
            <a:lvl4pPr algn="l">
              <a:defRPr sz="2625" b="0">
                <a:solidFill>
                  <a:srgbClr val="303030"/>
                </a:solidFill>
                <a:latin typeface="Microsoft YaHei"/>
                <a:ea typeface="Microsoft YaHei"/>
                <a:cs typeface="Microsoft YaHei"/>
              </a:defRPr>
            </a:lvl4pPr>
            <a:lvl5pPr algn="l">
              <a:defRPr sz="2625" b="0">
                <a:solidFill>
                  <a:srgbClr val="303030"/>
                </a:solidFill>
                <a:latin typeface="Microsoft YaHei"/>
                <a:ea typeface="Microsoft YaHei"/>
                <a:cs typeface="Microsoft YaHei"/>
              </a:defRPr>
            </a:lvl5pPr>
            <a:lvl6pPr algn="l">
              <a:defRPr sz="2625" b="0">
                <a:solidFill>
                  <a:srgbClr val="303030"/>
                </a:solidFill>
                <a:latin typeface="Microsoft YaHei"/>
                <a:ea typeface="Microsoft YaHei"/>
                <a:cs typeface="Microsoft YaHei"/>
              </a:defRPr>
            </a:lvl6pPr>
            <a:lvl7pPr algn="l">
              <a:defRPr sz="2625" b="0">
                <a:solidFill>
                  <a:srgbClr val="303030"/>
                </a:solidFill>
                <a:latin typeface="Microsoft YaHei"/>
                <a:ea typeface="Microsoft YaHei"/>
                <a:cs typeface="Microsoft YaHei"/>
              </a:defRPr>
            </a:lvl7pPr>
            <a:lvl8pPr algn="l">
              <a:defRPr sz="2625" b="0">
                <a:solidFill>
                  <a:srgbClr val="303030"/>
                </a:solidFill>
                <a:latin typeface="Microsoft YaHei"/>
                <a:ea typeface="Microsoft YaHei"/>
                <a:cs typeface="Microsoft YaHei"/>
              </a:defRPr>
            </a:lvl8pPr>
            <a:lvl9pPr algn="l">
              <a:defRPr sz="2625" b="0">
                <a:solidFill>
                  <a:srgbClr val="303030"/>
                </a:solidFill>
                <a:latin typeface="Microsoft YaHei"/>
                <a:ea typeface="Microsoft YaHei"/>
                <a:cs typeface="Microsoft YaHei"/>
              </a:defRPr>
            </a:lvl9pPr>
          </a:lstStyle>
          <a:p xmlns:a="http://schemas.openxmlformats.org/drawingml/2006/main">
            <a:pPr algn="l">
              <a:defRPr sz="2625" b="0">
                <a:solidFill>
                  <a:srgbClr val="303030"/>
                </a:solidFill>
                <a:latin typeface="Microsoft YaHei"/>
                <a:ea typeface="Microsoft YaHei"/>
                <a:cs typeface="Microsoft YaHei"/>
              </a:defRPr>
            </a:pPr>
            <a:r>
              <a:rPr sz="2625" b="0">
                <a:solidFill>
                  <a:srgbClr val="303030"/>
                </a:solidFill>
                <a:latin typeface="Microsoft YaHei"/>
                <a:ea typeface="Microsoft YaHei"/>
                <a:cs typeface="Microsoft YaHei"/>
              </a:rPr>
              <a:t>Source-grounded counterexample review</a:t>
            </a:r>
          </a:p>
        </p:txBody>
      </p:sp>
      <p:sp>
        <p:nvSpPr>
          <p:cNvPr id="3" name="page">
            <a:extLst xmlns:a="http://schemas.openxmlformats.org/drawingml/2006/main">
              <a:ext uri="{FF2B5EF4-FFF2-40B4-BE49-F238E27FC236}">
                <a16:creationId xmlns:a16="http://schemas.microsoft.com/office/drawing/2014/main" id="{F513D51E-5B0E-4662-B843-93518D394405}"/>
              </a:ext>
            </a:extLst>
          </p:cNvPr>
          <p:cNvSpPr>
            <a:spLocks xmlns:a="http://schemas.openxmlformats.org/drawingml/2006/main" noGrp="1"/>
          </p:cNvSpPr>
          <p:nvPr/>
        </p:nvSpPr>
        <p:spPr>
          <a:xfrm xmlns:a="http://schemas.openxmlformats.org/drawingml/2006/main">
            <a:off x="10801350" y="6353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55555"/>
                </a:solidFill>
                <a:latin typeface="Microsoft YaHei"/>
                <a:ea typeface="Microsoft YaHei"/>
                <a:cs typeface="Microsoft YaHei"/>
              </a:defRPr>
            </a:defPPr>
            <a:lvl1pPr algn="r">
              <a:defRPr sz="1125" b="0">
                <a:solidFill>
                  <a:srgbClr val="555555"/>
                </a:solidFill>
                <a:latin typeface="Microsoft YaHei"/>
                <a:ea typeface="Microsoft YaHei"/>
                <a:cs typeface="Microsoft YaHei"/>
              </a:defRPr>
            </a:lvl1pPr>
            <a:lvl2pPr algn="r">
              <a:defRPr sz="1125" b="0">
                <a:solidFill>
                  <a:srgbClr val="555555"/>
                </a:solidFill>
                <a:latin typeface="Microsoft YaHei"/>
                <a:ea typeface="Microsoft YaHei"/>
                <a:cs typeface="Microsoft YaHei"/>
              </a:defRPr>
            </a:lvl2pPr>
            <a:lvl3pPr algn="r">
              <a:defRPr sz="1125" b="0">
                <a:solidFill>
                  <a:srgbClr val="555555"/>
                </a:solidFill>
                <a:latin typeface="Microsoft YaHei"/>
                <a:ea typeface="Microsoft YaHei"/>
                <a:cs typeface="Microsoft YaHei"/>
              </a:defRPr>
            </a:lvl3pPr>
            <a:lvl4pPr algn="r">
              <a:defRPr sz="1125" b="0">
                <a:solidFill>
                  <a:srgbClr val="555555"/>
                </a:solidFill>
                <a:latin typeface="Microsoft YaHei"/>
                <a:ea typeface="Microsoft YaHei"/>
                <a:cs typeface="Microsoft YaHei"/>
              </a:defRPr>
            </a:lvl4pPr>
            <a:lvl5pPr algn="r">
              <a:defRPr sz="1125" b="0">
                <a:solidFill>
                  <a:srgbClr val="555555"/>
                </a:solidFill>
                <a:latin typeface="Microsoft YaHei"/>
                <a:ea typeface="Microsoft YaHei"/>
                <a:cs typeface="Microsoft YaHei"/>
              </a:defRPr>
            </a:lvl5pPr>
            <a:lvl6pPr algn="r">
              <a:defRPr sz="1125" b="0">
                <a:solidFill>
                  <a:srgbClr val="555555"/>
                </a:solidFill>
                <a:latin typeface="Microsoft YaHei"/>
                <a:ea typeface="Microsoft YaHei"/>
                <a:cs typeface="Microsoft YaHei"/>
              </a:defRPr>
            </a:lvl6pPr>
            <a:lvl7pPr algn="r">
              <a:defRPr sz="1125" b="0">
                <a:solidFill>
                  <a:srgbClr val="555555"/>
                </a:solidFill>
                <a:latin typeface="Microsoft YaHei"/>
                <a:ea typeface="Microsoft YaHei"/>
                <a:cs typeface="Microsoft YaHei"/>
              </a:defRPr>
            </a:lvl7pPr>
            <a:lvl8pPr algn="r">
              <a:defRPr sz="1125" b="0">
                <a:solidFill>
                  <a:srgbClr val="555555"/>
                </a:solidFill>
                <a:latin typeface="Microsoft YaHei"/>
                <a:ea typeface="Microsoft YaHei"/>
                <a:cs typeface="Microsoft YaHei"/>
              </a:defRPr>
            </a:lvl8pPr>
            <a:lvl9pPr algn="r">
              <a:defRPr sz="1125" b="0">
                <a:solidFill>
                  <a:srgbClr val="555555"/>
                </a:solidFill>
                <a:latin typeface="Microsoft YaHei"/>
                <a:ea typeface="Microsoft YaHei"/>
                <a:cs typeface="Microsoft YaHei"/>
              </a:defRPr>
            </a:lvl9pPr>
          </a:lstStyle>
          <a:p xmlns:a="http://schemas.openxmlformats.org/drawingml/2006/main">
            <a:pPr algn="r">
              <a:defRPr sz="1125" b="0">
                <a:solidFill>
                  <a:srgbClr val="555555"/>
                </a:solidFill>
                <a:latin typeface="Microsoft YaHei"/>
                <a:ea typeface="Microsoft YaHei"/>
                <a:cs typeface="Microsoft YaHei"/>
              </a:defRPr>
            </a:pPr>
            <a:r>
              <a:rPr sz="1125" b="0">
                <a:solidFill>
                  <a:srgbClr val="555555"/>
                </a:solidFill>
                <a:latin typeface="Microsoft YaHei"/>
                <a:ea typeface="Microsoft YaHei"/>
                <a:cs typeface="Microsoft YaHei"/>
              </a:rPr>
              <a:t>11 / 16</a:t>
            </a:r>
          </a:p>
        </p:txBody>
      </p:sp>
      <p:sp>
        <p:nvSpPr>
          <p:cNvPr id="4" name="source-first">
            <a:extLst xmlns:a="http://schemas.openxmlformats.org/drawingml/2006/main">
              <a:ext uri="{FF2B5EF4-FFF2-40B4-BE49-F238E27FC236}">
                <a16:creationId xmlns:a16="http://schemas.microsoft.com/office/drawing/2014/main" id="{09A64851-8671-4E98-8A2E-00E988BFFB7D}"/>
              </a:ext>
            </a:extLst>
          </p:cNvPr>
          <p:cNvSpPr>
            <a:spLocks xmlns:a="http://schemas.openxmlformats.org/drawingml/2006/main" noGrp="1"/>
          </p:cNvSpPr>
          <p:nvPr/>
        </p:nvSpPr>
        <p:spPr>
          <a:xfrm xmlns:a="http://schemas.openxmlformats.org/drawingml/2006/main">
            <a:off x="571500" y="2143125"/>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03030"/>
                </a:solidFill>
                <a:latin typeface="Microsoft YaHei"/>
                <a:ea typeface="Microsoft YaHei"/>
                <a:cs typeface="Microsoft YaHei"/>
              </a:defRPr>
            </a:defPPr>
            <a:lvl1pPr algn="l">
              <a:defRPr sz="1800" b="0">
                <a:solidFill>
                  <a:srgbClr val="303030"/>
                </a:solidFill>
                <a:latin typeface="Microsoft YaHei"/>
                <a:ea typeface="Microsoft YaHei"/>
                <a:cs typeface="Microsoft YaHei"/>
              </a:defRPr>
            </a:lvl1pPr>
            <a:lvl2pPr algn="l">
              <a:defRPr sz="1800" b="0">
                <a:solidFill>
                  <a:srgbClr val="303030"/>
                </a:solidFill>
                <a:latin typeface="Microsoft YaHei"/>
                <a:ea typeface="Microsoft YaHei"/>
                <a:cs typeface="Microsoft YaHei"/>
              </a:defRPr>
            </a:lvl2pPr>
            <a:lvl3pPr algn="l">
              <a:defRPr sz="1800" b="0">
                <a:solidFill>
                  <a:srgbClr val="303030"/>
                </a:solidFill>
                <a:latin typeface="Microsoft YaHei"/>
                <a:ea typeface="Microsoft YaHei"/>
                <a:cs typeface="Microsoft YaHei"/>
              </a:defRPr>
            </a:lvl3pPr>
            <a:lvl4pPr algn="l">
              <a:defRPr sz="1800" b="0">
                <a:solidFill>
                  <a:srgbClr val="303030"/>
                </a:solidFill>
                <a:latin typeface="Microsoft YaHei"/>
                <a:ea typeface="Microsoft YaHei"/>
                <a:cs typeface="Microsoft YaHei"/>
              </a:defRPr>
            </a:lvl4pPr>
            <a:lvl5pPr algn="l">
              <a:defRPr sz="1800" b="0">
                <a:solidFill>
                  <a:srgbClr val="303030"/>
                </a:solidFill>
                <a:latin typeface="Microsoft YaHei"/>
                <a:ea typeface="Microsoft YaHei"/>
                <a:cs typeface="Microsoft YaHei"/>
              </a:defRPr>
            </a:lvl5pPr>
            <a:lvl6pPr algn="l">
              <a:defRPr sz="1800" b="0">
                <a:solidFill>
                  <a:srgbClr val="303030"/>
                </a:solidFill>
                <a:latin typeface="Microsoft YaHei"/>
                <a:ea typeface="Microsoft YaHei"/>
                <a:cs typeface="Microsoft YaHei"/>
              </a:defRPr>
            </a:lvl6pPr>
            <a:lvl7pPr algn="l">
              <a:defRPr sz="1800" b="0">
                <a:solidFill>
                  <a:srgbClr val="303030"/>
                </a:solidFill>
                <a:latin typeface="Microsoft YaHei"/>
                <a:ea typeface="Microsoft YaHei"/>
                <a:cs typeface="Microsoft YaHei"/>
              </a:defRPr>
            </a:lvl7pPr>
            <a:lvl8pPr algn="l">
              <a:defRPr sz="1800" b="0">
                <a:solidFill>
                  <a:srgbClr val="303030"/>
                </a:solidFill>
                <a:latin typeface="Microsoft YaHei"/>
                <a:ea typeface="Microsoft YaHei"/>
                <a:cs typeface="Microsoft YaHei"/>
              </a:defRPr>
            </a:lvl8pPr>
            <a:lvl9pPr algn="l">
              <a:defRPr sz="1800" b="0">
                <a:solidFill>
                  <a:srgbClr val="303030"/>
                </a:solidFill>
                <a:latin typeface="Microsoft YaHei"/>
                <a:ea typeface="Microsoft YaHei"/>
                <a:cs typeface="Microsoft YaHei"/>
              </a:defRPr>
            </a:lvl9pPr>
          </a:lstStyle>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The reviewer reads the question and sources before seeing the candidate.</a:t>
            </a:r>
          </a:p>
        </p:txBody>
      </p:sp>
      <p:sp>
        <p:nvSpPr>
          <p:cNvPr id="5" name="case">
            <a:extLst xmlns:a="http://schemas.openxmlformats.org/drawingml/2006/main">
              <a:ext uri="{FF2B5EF4-FFF2-40B4-BE49-F238E27FC236}">
                <a16:creationId xmlns:a16="http://schemas.microsoft.com/office/drawing/2014/main" id="{11C08398-393B-47CC-A45D-4E8EC73AF606}"/>
              </a:ext>
            </a:extLst>
          </p:cNvPr>
          <p:cNvSpPr>
            <a:spLocks xmlns:a="http://schemas.openxmlformats.org/drawingml/2006/main" noGrp="1"/>
          </p:cNvSpPr>
          <p:nvPr/>
        </p:nvSpPr>
        <p:spPr>
          <a:xfrm xmlns:a="http://schemas.openxmlformats.org/drawingml/2006/main">
            <a:off x="571500" y="2733675"/>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03030"/>
                </a:solidFill>
                <a:latin typeface="Microsoft YaHei"/>
                <a:ea typeface="Microsoft YaHei"/>
                <a:cs typeface="Microsoft YaHei"/>
              </a:defRPr>
            </a:defPPr>
            <a:lvl1pPr algn="l">
              <a:defRPr sz="1875" b="0">
                <a:solidFill>
                  <a:srgbClr val="303030"/>
                </a:solidFill>
                <a:latin typeface="Microsoft YaHei"/>
                <a:ea typeface="Microsoft YaHei"/>
                <a:cs typeface="Microsoft YaHei"/>
              </a:defRPr>
            </a:lvl1pPr>
            <a:lvl2pPr algn="l">
              <a:defRPr sz="1875" b="0">
                <a:solidFill>
                  <a:srgbClr val="303030"/>
                </a:solidFill>
                <a:latin typeface="Microsoft YaHei"/>
                <a:ea typeface="Microsoft YaHei"/>
                <a:cs typeface="Microsoft YaHei"/>
              </a:defRPr>
            </a:lvl2pPr>
            <a:lvl3pPr algn="l">
              <a:defRPr sz="1875" b="0">
                <a:solidFill>
                  <a:srgbClr val="303030"/>
                </a:solidFill>
                <a:latin typeface="Microsoft YaHei"/>
                <a:ea typeface="Microsoft YaHei"/>
                <a:cs typeface="Microsoft YaHei"/>
              </a:defRPr>
            </a:lvl3pPr>
            <a:lvl4pPr algn="l">
              <a:defRPr sz="1875" b="0">
                <a:solidFill>
                  <a:srgbClr val="303030"/>
                </a:solidFill>
                <a:latin typeface="Microsoft YaHei"/>
                <a:ea typeface="Microsoft YaHei"/>
                <a:cs typeface="Microsoft YaHei"/>
              </a:defRPr>
            </a:lvl4pPr>
            <a:lvl5pPr algn="l">
              <a:defRPr sz="1875" b="0">
                <a:solidFill>
                  <a:srgbClr val="303030"/>
                </a:solidFill>
                <a:latin typeface="Microsoft YaHei"/>
                <a:ea typeface="Microsoft YaHei"/>
                <a:cs typeface="Microsoft YaHei"/>
              </a:defRPr>
            </a:lvl5pPr>
            <a:lvl6pPr algn="l">
              <a:defRPr sz="1875" b="0">
                <a:solidFill>
                  <a:srgbClr val="303030"/>
                </a:solidFill>
                <a:latin typeface="Microsoft YaHei"/>
                <a:ea typeface="Microsoft YaHei"/>
                <a:cs typeface="Microsoft YaHei"/>
              </a:defRPr>
            </a:lvl6pPr>
            <a:lvl7pPr algn="l">
              <a:defRPr sz="1875" b="0">
                <a:solidFill>
                  <a:srgbClr val="303030"/>
                </a:solidFill>
                <a:latin typeface="Microsoft YaHei"/>
                <a:ea typeface="Microsoft YaHei"/>
                <a:cs typeface="Microsoft YaHei"/>
              </a:defRPr>
            </a:lvl7pPr>
            <a:lvl8pPr algn="l">
              <a:defRPr sz="1875" b="0">
                <a:solidFill>
                  <a:srgbClr val="303030"/>
                </a:solidFill>
                <a:latin typeface="Microsoft YaHei"/>
                <a:ea typeface="Microsoft YaHei"/>
                <a:cs typeface="Microsoft YaHei"/>
              </a:defRPr>
            </a:lvl8pPr>
            <a:lvl9pPr algn="l">
              <a:defRPr sz="1875" b="0">
                <a:solidFill>
                  <a:srgbClr val="303030"/>
                </a:solidFill>
                <a:latin typeface="Microsoft YaHei"/>
                <a:ea typeface="Microsoft YaHei"/>
                <a:cs typeface="Microsoft YaHei"/>
              </a:defRPr>
            </a:lvl9pPr>
          </a:lstStyle>
          <a:p xmlns:a="http://schemas.openxmlformats.org/drawingml/2006/main">
            <a:pPr algn="l">
              <a:defRPr sz="1875" b="0">
                <a:solidFill>
                  <a:srgbClr val="303030"/>
                </a:solidFill>
                <a:latin typeface="Microsoft YaHei"/>
                <a:ea typeface="Microsoft YaHei"/>
                <a:cs typeface="Microsoft YaHei"/>
              </a:defRPr>
            </a:pPr>
            <a:r>
              <a:rPr sz="1875" b="0">
                <a:solidFill>
                  <a:srgbClr val="303030"/>
                </a:solidFill>
                <a:latin typeface="Microsoft YaHei"/>
                <a:ea typeface="Microsoft YaHei"/>
                <a:cs typeface="Microsoft YaHei"/>
              </a:rPr>
              <a:t>Small test: one order worth 50, placed 29 May and completed 2 June</a:t>
            </a:r>
          </a:p>
        </p:txBody>
      </p:sp>
      <p:graphicFrame>
        <p:nvGraphicFramePr>
          <p:cNvPr id="6" name="">
            <a:extLst xmlns:a="http://schemas.openxmlformats.org/drawingml/2006/main">
              <a:ext uri="{FF2B5EF4-FFF2-40B4-BE49-F238E27FC236}">
                <a16:creationId xmlns:a16="http://schemas.microsoft.com/office/drawing/2014/main" id="{3B025B95-0520-42BE-A8BD-B2D0B85722C7}"/>
              </a:ext>
            </a:extLst>
          </p:cNvPr>
          <p:cNvGraphicFramePr/>
          <p:nvPr/>
        </p:nvGraphicFramePr>
        <p:xfrm>
          <a:off xmlns:a="http://schemas.openxmlformats.org/drawingml/2006/main" x="571500" y="3324225"/>
          <a:ext xmlns:a="http://schemas.openxmlformats.org/drawingml/2006/main" cx="10953750" cy="1504950"/>
        </p:xfrm>
        <a:graphic xmlns:a="http://schemas.openxmlformats.org/drawingml/2006/main">
          <a:graphicData uri="http://schemas.openxmlformats.org/drawingml/2006/table">
            <a:tbl>
              <a:tblPr firstRow="0" bandRow="0"/>
              <a:tblGrid>
                <a:gridCol w="6572250"/>
                <a:gridCol w="4381500"/>
              </a:tblGrid>
              <a:tr h="476250">
                <a:tc>
                  <a:txBody>
                    <a:bodyPr wrap="square">
                      <a:noAutofit/>
                    </a:bodyPr>
                    <a:lstStyle/>
                    <a:p>
                      <a:pPr algn="l"/>
                      <a:r>
                        <a:rPr sz="1725" b="1">
                          <a:solidFill>
                            <a:srgbClr val="FFFFFF"/>
                          </a:solidFill>
                          <a:latin typeface="Microsoft YaHei"/>
                          <a:ea typeface="Microsoft YaHei"/>
                          <a:cs typeface="Microsoft YaHei"/>
                        </a:rPr>
                        <a:t>Interpretation</a:t>
                      </a:r>
                    </a:p>
                  </a:txBody>
                  <a:tcPr marL="114300" marR="114300" marT="95250" marB="95250" anchor="ctr">
                    <a:lnL w="6668">
                      <a:solidFill>
                        <a:srgbClr val="D9D4CF"/>
                      </a:solidFill>
                      <a:prstDash val="solid"/>
                    </a:lnL>
                    <a:lnR w="6668">
                      <a:solidFill>
                        <a:srgbClr val="D9D4CF"/>
                      </a:solidFill>
                      <a:prstDash val="solid"/>
                    </a:lnR>
                    <a:lnT w="6668">
                      <a:solidFill>
                        <a:srgbClr val="D9D4CF"/>
                      </a:solidFill>
                      <a:prstDash val="solid"/>
                    </a:lnT>
                    <a:lnB w="6668">
                      <a:solidFill>
                        <a:srgbClr val="D9D4CF"/>
                      </a:solidFill>
                      <a:prstDash val="solid"/>
                    </a:lnB>
                    <a:solidFill>
                      <a:srgbClr val="B71920"/>
                    </a:solidFill>
                  </a:tcPr>
                </a:tc>
                <a:tc>
                  <a:txBody>
                    <a:bodyPr wrap="square">
                      <a:noAutofit/>
                    </a:bodyPr>
                    <a:lstStyle/>
                    <a:p>
                      <a:pPr algn="l"/>
                      <a:r>
                        <a:rPr sz="1725" b="1">
                          <a:solidFill>
                            <a:srgbClr val="FFFFFF"/>
                          </a:solidFill>
                          <a:latin typeface="Microsoft YaHei"/>
                          <a:ea typeface="Microsoft YaHei"/>
                          <a:cs typeface="Microsoft YaHei"/>
                        </a:rPr>
                        <a:t>Contribution to May sales</a:t>
                      </a:r>
                    </a:p>
                  </a:txBody>
                  <a:tcPr marL="114300" marR="114300" marT="95250" marB="95250" anchor="ctr">
                    <a:lnR w="6668">
                      <a:solidFill>
                        <a:srgbClr val="D9D4CF"/>
                      </a:solidFill>
                      <a:prstDash val="solid"/>
                    </a:lnR>
                    <a:lnT w="6668">
                      <a:solidFill>
                        <a:srgbClr val="D9D4CF"/>
                      </a:solidFill>
                      <a:prstDash val="solid"/>
                    </a:lnT>
                    <a:lnB w="6668">
                      <a:solidFill>
                        <a:srgbClr val="D9D4CF"/>
                      </a:solidFill>
                      <a:prstDash val="solid"/>
                    </a:lnB>
                    <a:solidFill>
                      <a:srgbClr val="B71920"/>
                    </a:solidFill>
                  </a:tcPr>
                </a:tc>
              </a:tr>
              <a:tr h="514350">
                <a:tc>
                  <a:txBody>
                    <a:bodyPr wrap="square">
                      <a:noAutofit/>
                    </a:bodyPr>
                    <a:lstStyle/>
                    <a:p>
                      <a:pPr algn="l"/>
                      <a:r>
                        <a:rPr sz="1725" b="0">
                          <a:solidFill>
                            <a:srgbClr val="303030"/>
                          </a:solidFill>
                          <a:latin typeface="Microsoft YaHei"/>
                          <a:ea typeface="Microsoft YaHei"/>
                          <a:cs typeface="Microsoft YaHei"/>
                        </a:rPr>
                        <a:t>Use order date</a:t>
                      </a:r>
                    </a:p>
                  </a:txBody>
                  <a:tcPr marL="114300" marR="114300" marT="95250" marB="95250" anchor="ctr">
                    <a:lnL w="6668">
                      <a:solidFill>
                        <a:srgbClr val="D9D4CF"/>
                      </a:solidFill>
                      <a:prstDash val="solid"/>
                    </a:lnL>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725" b="0">
                          <a:solidFill>
                            <a:srgbClr val="303030"/>
                          </a:solidFill>
                          <a:latin typeface="Microsoft YaHei"/>
                          <a:ea typeface="Microsoft YaHei"/>
                          <a:cs typeface="Microsoft YaHei"/>
                        </a:rPr>
                        <a:t>50</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r>
              <a:tr h="514350">
                <a:tc>
                  <a:txBody>
                    <a:bodyPr wrap="square">
                      <a:noAutofit/>
                    </a:bodyPr>
                    <a:lstStyle/>
                    <a:p>
                      <a:pPr algn="l"/>
                      <a:r>
                        <a:rPr sz="1725" b="0">
                          <a:solidFill>
                            <a:srgbClr val="303030"/>
                          </a:solidFill>
                          <a:latin typeface="Microsoft YaHei"/>
                          <a:ea typeface="Microsoft YaHei"/>
                          <a:cs typeface="Microsoft YaHei"/>
                        </a:rPr>
                        <a:t>Use completion date</a:t>
                      </a:r>
                    </a:p>
                  </a:txBody>
                  <a:tcPr marL="114300" marR="114300" marT="95250" marB="95250" anchor="ctr">
                    <a:lnL w="6668">
                      <a:solidFill>
                        <a:srgbClr val="D9D4CF"/>
                      </a:solidFill>
                      <a:prstDash val="solid"/>
                    </a:lnL>
                    <a:lnR w="6668">
                      <a:solidFill>
                        <a:srgbClr val="D9D4CF"/>
                      </a:solidFill>
                      <a:prstDash val="solid"/>
                    </a:lnR>
                    <a:lnB w="6668">
                      <a:solidFill>
                        <a:srgbClr val="D9D4CF"/>
                      </a:solidFill>
                      <a:prstDash val="solid"/>
                    </a:lnB>
                    <a:solidFill>
                      <a:srgbClr val="F7F5F2"/>
                    </a:solidFill>
                  </a:tcPr>
                </a:tc>
                <a:tc>
                  <a:txBody>
                    <a:bodyPr wrap="square">
                      <a:noAutofit/>
                    </a:bodyPr>
                    <a:lstStyle/>
                    <a:p>
                      <a:pPr algn="l"/>
                      <a:r>
                        <a:rPr sz="1725" b="0">
                          <a:solidFill>
                            <a:srgbClr val="303030"/>
                          </a:solidFill>
                          <a:latin typeface="Microsoft YaHei"/>
                          <a:ea typeface="Microsoft YaHei"/>
                          <a:cs typeface="Microsoft YaHei"/>
                        </a:rPr>
                        <a:t>0</a:t>
                      </a:r>
                    </a:p>
                  </a:txBody>
                  <a:tcPr marL="114300" marR="114300" marT="95250" marB="95250" anchor="ctr">
                    <a:lnR w="6668">
                      <a:solidFill>
                        <a:srgbClr val="D9D4CF"/>
                      </a:solidFill>
                      <a:prstDash val="solid"/>
                    </a:lnR>
                    <a:lnB w="6668">
                      <a:solidFill>
                        <a:srgbClr val="D9D4CF"/>
                      </a:solidFill>
                      <a:prstDash val="solid"/>
                    </a:lnB>
                    <a:solidFill>
                      <a:srgbClr val="F7F5F2"/>
                    </a:solidFill>
                  </a:tcPr>
                </a:tc>
              </a:tr>
            </a:tbl>
          </a:graphicData>
        </a:graphic>
      </p:graphicFrame>
      <p:sp>
        <p:nvSpPr>
          <p:cNvPr id="7" name="oracle">
            <a:extLst xmlns:a="http://schemas.openxmlformats.org/drawingml/2006/main">
              <a:ext uri="{FF2B5EF4-FFF2-40B4-BE49-F238E27FC236}">
                <a16:creationId xmlns:a16="http://schemas.microsoft.com/office/drawing/2014/main" id="{8EADD530-EDA9-49BD-B810-C2C5AB28C280}"/>
              </a:ext>
            </a:extLst>
          </p:cNvPr>
          <p:cNvSpPr>
            <a:spLocks xmlns:a="http://schemas.openxmlformats.org/drawingml/2006/main" noGrp="1"/>
          </p:cNvSpPr>
          <p:nvPr/>
        </p:nvSpPr>
        <p:spPr>
          <a:xfrm xmlns:a="http://schemas.openxmlformats.org/drawingml/2006/main">
            <a:off x="571500" y="5076825"/>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B71920"/>
                </a:solidFill>
                <a:latin typeface="Microsoft YaHei"/>
                <a:ea typeface="Microsoft YaHei"/>
                <a:cs typeface="Microsoft YaHei"/>
              </a:defRPr>
            </a:defPPr>
            <a:lvl1pPr algn="l">
              <a:defRPr sz="1800" b="0">
                <a:solidFill>
                  <a:srgbClr val="B71920"/>
                </a:solidFill>
                <a:latin typeface="Microsoft YaHei"/>
                <a:ea typeface="Microsoft YaHei"/>
                <a:cs typeface="Microsoft YaHei"/>
              </a:defRPr>
            </a:lvl1pPr>
            <a:lvl2pPr algn="l">
              <a:defRPr sz="1800" b="0">
                <a:solidFill>
                  <a:srgbClr val="B71920"/>
                </a:solidFill>
                <a:latin typeface="Microsoft YaHei"/>
                <a:ea typeface="Microsoft YaHei"/>
                <a:cs typeface="Microsoft YaHei"/>
              </a:defRPr>
            </a:lvl2pPr>
            <a:lvl3pPr algn="l">
              <a:defRPr sz="1800" b="0">
                <a:solidFill>
                  <a:srgbClr val="B71920"/>
                </a:solidFill>
                <a:latin typeface="Microsoft YaHei"/>
                <a:ea typeface="Microsoft YaHei"/>
                <a:cs typeface="Microsoft YaHei"/>
              </a:defRPr>
            </a:lvl3pPr>
            <a:lvl4pPr algn="l">
              <a:defRPr sz="1800" b="0">
                <a:solidFill>
                  <a:srgbClr val="B71920"/>
                </a:solidFill>
                <a:latin typeface="Microsoft YaHei"/>
                <a:ea typeface="Microsoft YaHei"/>
                <a:cs typeface="Microsoft YaHei"/>
              </a:defRPr>
            </a:lvl4pPr>
            <a:lvl5pPr algn="l">
              <a:defRPr sz="1800" b="0">
                <a:solidFill>
                  <a:srgbClr val="B71920"/>
                </a:solidFill>
                <a:latin typeface="Microsoft YaHei"/>
                <a:ea typeface="Microsoft YaHei"/>
                <a:cs typeface="Microsoft YaHei"/>
              </a:defRPr>
            </a:lvl5pPr>
            <a:lvl6pPr algn="l">
              <a:defRPr sz="1800" b="0">
                <a:solidFill>
                  <a:srgbClr val="B71920"/>
                </a:solidFill>
                <a:latin typeface="Microsoft YaHei"/>
                <a:ea typeface="Microsoft YaHei"/>
                <a:cs typeface="Microsoft YaHei"/>
              </a:defRPr>
            </a:lvl6pPr>
            <a:lvl7pPr algn="l">
              <a:defRPr sz="1800" b="0">
                <a:solidFill>
                  <a:srgbClr val="B71920"/>
                </a:solidFill>
                <a:latin typeface="Microsoft YaHei"/>
                <a:ea typeface="Microsoft YaHei"/>
                <a:cs typeface="Microsoft YaHei"/>
              </a:defRPr>
            </a:lvl7pPr>
            <a:lvl8pPr algn="l">
              <a:defRPr sz="1800" b="0">
                <a:solidFill>
                  <a:srgbClr val="B71920"/>
                </a:solidFill>
                <a:latin typeface="Microsoft YaHei"/>
                <a:ea typeface="Microsoft YaHei"/>
                <a:cs typeface="Microsoft YaHei"/>
              </a:defRPr>
            </a:lvl8pPr>
            <a:lvl9pPr algn="l">
              <a:defRPr sz="1800" b="0">
                <a:solidFill>
                  <a:srgbClr val="B71920"/>
                </a:solidFill>
                <a:latin typeface="Microsoft YaHei"/>
                <a:ea typeface="Microsoft YaHei"/>
                <a:cs typeface="Microsoft YaHei"/>
              </a:defRPr>
            </a:lvl9pPr>
          </a:lstStyle>
          <a:p xmlns:a="http://schemas.openxmlformats.org/drawingml/2006/main">
            <a:pPr algn="l">
              <a:defRPr sz="1800" b="0">
                <a:solidFill>
                  <a:srgbClr val="B71920"/>
                </a:solidFill>
                <a:latin typeface="Microsoft YaHei"/>
                <a:ea typeface="Microsoft YaHei"/>
                <a:cs typeface="Microsoft YaHei"/>
              </a:defRPr>
            </a:pPr>
            <a:r>
              <a:rPr sz="1800" b="0">
                <a:solidFill>
                  <a:srgbClr val="B71920"/>
                </a:solidFill>
                <a:latin typeface="Microsoft YaHei"/>
                <a:ea typeface="Microsoft YaHei"/>
                <a:cs typeface="Microsoft YaHei"/>
              </a:rPr>
              <a:t>The documented completion-date rule requires 0 for May.</a:t>
            </a:r>
          </a:p>
        </p:txBody>
      </p:sp>
      <p:sp>
        <p:nvSpPr>
          <p:cNvPr id="8" name="fallibility">
            <a:extLst xmlns:a="http://schemas.openxmlformats.org/drawingml/2006/main">
              <a:ext uri="{FF2B5EF4-FFF2-40B4-BE49-F238E27FC236}">
                <a16:creationId xmlns:a16="http://schemas.microsoft.com/office/drawing/2014/main" id="{CB47A87D-B83B-48C9-9D9A-36C69CE052B9}"/>
              </a:ext>
            </a:extLst>
          </p:cNvPr>
          <p:cNvSpPr>
            <a:spLocks xmlns:a="http://schemas.openxmlformats.org/drawingml/2006/main" noGrp="1"/>
          </p:cNvSpPr>
          <p:nvPr/>
        </p:nvSpPr>
        <p:spPr>
          <a:xfrm xmlns:a="http://schemas.openxmlformats.org/drawingml/2006/main">
            <a:off x="571500" y="5657850"/>
            <a:ext cx="1095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55555"/>
                </a:solidFill>
                <a:latin typeface="Microsoft YaHei"/>
                <a:ea typeface="Microsoft YaHei"/>
                <a:cs typeface="Microsoft YaHei"/>
              </a:defRPr>
            </a:defPPr>
            <a:lvl1pPr algn="l">
              <a:defRPr sz="1650" b="0">
                <a:solidFill>
                  <a:srgbClr val="555555"/>
                </a:solidFill>
                <a:latin typeface="Microsoft YaHei"/>
                <a:ea typeface="Microsoft YaHei"/>
                <a:cs typeface="Microsoft YaHei"/>
              </a:defRPr>
            </a:lvl1pPr>
            <a:lvl2pPr algn="l">
              <a:defRPr sz="1650" b="0">
                <a:solidFill>
                  <a:srgbClr val="555555"/>
                </a:solidFill>
                <a:latin typeface="Microsoft YaHei"/>
                <a:ea typeface="Microsoft YaHei"/>
                <a:cs typeface="Microsoft YaHei"/>
              </a:defRPr>
            </a:lvl2pPr>
            <a:lvl3pPr algn="l">
              <a:defRPr sz="1650" b="0">
                <a:solidFill>
                  <a:srgbClr val="555555"/>
                </a:solidFill>
                <a:latin typeface="Microsoft YaHei"/>
                <a:ea typeface="Microsoft YaHei"/>
                <a:cs typeface="Microsoft YaHei"/>
              </a:defRPr>
            </a:lvl3pPr>
            <a:lvl4pPr algn="l">
              <a:defRPr sz="1650" b="0">
                <a:solidFill>
                  <a:srgbClr val="555555"/>
                </a:solidFill>
                <a:latin typeface="Microsoft YaHei"/>
                <a:ea typeface="Microsoft YaHei"/>
                <a:cs typeface="Microsoft YaHei"/>
              </a:defRPr>
            </a:lvl4pPr>
            <a:lvl5pPr algn="l">
              <a:defRPr sz="1650" b="0">
                <a:solidFill>
                  <a:srgbClr val="555555"/>
                </a:solidFill>
                <a:latin typeface="Microsoft YaHei"/>
                <a:ea typeface="Microsoft YaHei"/>
                <a:cs typeface="Microsoft YaHei"/>
              </a:defRPr>
            </a:lvl5pPr>
            <a:lvl6pPr algn="l">
              <a:defRPr sz="1650" b="0">
                <a:solidFill>
                  <a:srgbClr val="555555"/>
                </a:solidFill>
                <a:latin typeface="Microsoft YaHei"/>
                <a:ea typeface="Microsoft YaHei"/>
                <a:cs typeface="Microsoft YaHei"/>
              </a:defRPr>
            </a:lvl6pPr>
            <a:lvl7pPr algn="l">
              <a:defRPr sz="1650" b="0">
                <a:solidFill>
                  <a:srgbClr val="555555"/>
                </a:solidFill>
                <a:latin typeface="Microsoft YaHei"/>
                <a:ea typeface="Microsoft YaHei"/>
                <a:cs typeface="Microsoft YaHei"/>
              </a:defRPr>
            </a:lvl7pPr>
            <a:lvl8pPr algn="l">
              <a:defRPr sz="1650" b="0">
                <a:solidFill>
                  <a:srgbClr val="555555"/>
                </a:solidFill>
                <a:latin typeface="Microsoft YaHei"/>
                <a:ea typeface="Microsoft YaHei"/>
                <a:cs typeface="Microsoft YaHei"/>
              </a:defRPr>
            </a:lvl8pPr>
            <a:lvl9pPr algn="l">
              <a:defRPr sz="1650" b="0">
                <a:solidFill>
                  <a:srgbClr val="555555"/>
                </a:solidFill>
                <a:latin typeface="Microsoft YaHei"/>
                <a:ea typeface="Microsoft YaHei"/>
                <a:cs typeface="Microsoft YaHei"/>
              </a:defRPr>
            </a:lvl9pPr>
          </a:lstStyle>
          <a:p xmlns:a="http://schemas.openxmlformats.org/drawingml/2006/main">
            <a:pPr algn="l">
              <a:defRPr sz="1650" b="0">
                <a:solidFill>
                  <a:srgbClr val="555555"/>
                </a:solidFill>
                <a:latin typeface="Microsoft YaHei"/>
                <a:ea typeface="Microsoft YaHei"/>
                <a:cs typeface="Microsoft YaHei"/>
              </a:defRPr>
            </a:pPr>
            <a:r>
              <a:rPr sz="1650" b="0">
                <a:solidFill>
                  <a:srgbClr val="555555"/>
                </a:solidFill>
                <a:latin typeface="Microsoft YaHei"/>
                <a:ea typeface="Microsoft YaHei"/>
                <a:cs typeface="Microsoft YaHei"/>
              </a:rPr>
              <a:t>Test validity and expected answers remain fallible.</a:t>
            </a:r>
          </a:p>
        </p:txBody>
      </p:sp>
      <p:sp>
        <p:nvSpPr>
          <p:cNvPr id="9" name="sources">
            <a:extLst xmlns:a="http://schemas.openxmlformats.org/drawingml/2006/main">
              <a:ext uri="{FF2B5EF4-FFF2-40B4-BE49-F238E27FC236}">
                <a16:creationId xmlns:a16="http://schemas.microsoft.com/office/drawing/2014/main" id="{28CED09F-984E-4DA9-B36F-B178FF849E8C}"/>
              </a:ext>
            </a:extLst>
          </p:cNvPr>
          <p:cNvSpPr>
            <a:spLocks xmlns:a="http://schemas.openxmlformats.org/drawingml/2006/main" noGrp="1"/>
          </p:cNvSpPr>
          <p:nvPr/>
        </p:nvSpPr>
        <p:spPr>
          <a:xfrm xmlns:a="http://schemas.openxmlformats.org/drawingml/2006/main">
            <a:off x="571500" y="609600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75" b="0">
                <a:solidFill>
                  <a:srgbClr val="555555"/>
                </a:solidFill>
                <a:latin typeface="Microsoft YaHei"/>
                <a:ea typeface="Microsoft YaHei"/>
                <a:cs typeface="Microsoft YaHei"/>
              </a:defRPr>
            </a:defPPr>
            <a:lvl1pPr algn="l">
              <a:defRPr sz="975" b="0">
                <a:solidFill>
                  <a:srgbClr val="555555"/>
                </a:solidFill>
                <a:latin typeface="Microsoft YaHei"/>
                <a:ea typeface="Microsoft YaHei"/>
                <a:cs typeface="Microsoft YaHei"/>
              </a:defRPr>
            </a:lvl1pPr>
            <a:lvl2pPr algn="l">
              <a:defRPr sz="975" b="0">
                <a:solidFill>
                  <a:srgbClr val="555555"/>
                </a:solidFill>
                <a:latin typeface="Microsoft YaHei"/>
                <a:ea typeface="Microsoft YaHei"/>
                <a:cs typeface="Microsoft YaHei"/>
              </a:defRPr>
            </a:lvl2pPr>
            <a:lvl3pPr algn="l">
              <a:defRPr sz="975" b="0">
                <a:solidFill>
                  <a:srgbClr val="555555"/>
                </a:solidFill>
                <a:latin typeface="Microsoft YaHei"/>
                <a:ea typeface="Microsoft YaHei"/>
                <a:cs typeface="Microsoft YaHei"/>
              </a:defRPr>
            </a:lvl3pPr>
            <a:lvl4pPr algn="l">
              <a:defRPr sz="975" b="0">
                <a:solidFill>
                  <a:srgbClr val="555555"/>
                </a:solidFill>
                <a:latin typeface="Microsoft YaHei"/>
                <a:ea typeface="Microsoft YaHei"/>
                <a:cs typeface="Microsoft YaHei"/>
              </a:defRPr>
            </a:lvl4pPr>
            <a:lvl5pPr algn="l">
              <a:defRPr sz="975" b="0">
                <a:solidFill>
                  <a:srgbClr val="555555"/>
                </a:solidFill>
                <a:latin typeface="Microsoft YaHei"/>
                <a:ea typeface="Microsoft YaHei"/>
                <a:cs typeface="Microsoft YaHei"/>
              </a:defRPr>
            </a:lvl5pPr>
            <a:lvl6pPr algn="l">
              <a:defRPr sz="975" b="0">
                <a:solidFill>
                  <a:srgbClr val="555555"/>
                </a:solidFill>
                <a:latin typeface="Microsoft YaHei"/>
                <a:ea typeface="Microsoft YaHei"/>
                <a:cs typeface="Microsoft YaHei"/>
              </a:defRPr>
            </a:lvl6pPr>
            <a:lvl7pPr algn="l">
              <a:defRPr sz="975" b="0">
                <a:solidFill>
                  <a:srgbClr val="555555"/>
                </a:solidFill>
                <a:latin typeface="Microsoft YaHei"/>
                <a:ea typeface="Microsoft YaHei"/>
                <a:cs typeface="Microsoft YaHei"/>
              </a:defRPr>
            </a:lvl7pPr>
            <a:lvl8pPr algn="l">
              <a:defRPr sz="975" b="0">
                <a:solidFill>
                  <a:srgbClr val="555555"/>
                </a:solidFill>
                <a:latin typeface="Microsoft YaHei"/>
                <a:ea typeface="Microsoft YaHei"/>
                <a:cs typeface="Microsoft YaHei"/>
              </a:defRPr>
            </a:lvl8pPr>
            <a:lvl9pPr algn="l">
              <a:defRPr sz="975" b="0">
                <a:solidFill>
                  <a:srgbClr val="555555"/>
                </a:solidFill>
                <a:latin typeface="Microsoft YaHei"/>
                <a:ea typeface="Microsoft YaHei"/>
                <a:cs typeface="Microsoft YaHei"/>
              </a:defRPr>
            </a:lvl9pPr>
          </a:lstStyle>
          <a:p xmlns:a="http://schemas.openxmlformats.org/drawingml/2006/main">
            <a:pPr algn="l">
              <a:defRPr sz="975" b="0">
                <a:solidFill>
                  <a:srgbClr val="555555"/>
                </a:solidFill>
                <a:latin typeface="Microsoft YaHei"/>
                <a:ea typeface="Microsoft YaHei"/>
                <a:cs typeface="Microsoft YaHei"/>
              </a:defRPr>
            </a:pPr>
            <a:r>
              <a:rPr sz="975" b="0">
                <a:solidFill>
                  <a:srgbClr val="555555"/>
                </a:solidFill>
                <a:latin typeface="Microsoft YaHei"/>
                <a:ea typeface="Microsoft YaHei"/>
                <a:cs typeface="Microsoft YaHei"/>
                <a:hlinkClick xmlns:r="http://schemas.openxmlformats.org/officeDocument/2006/relationships" r:id="R9a732006fbbb4459"/>
              </a:rPr>
              <a:t>SQLDriller</a:t>
            </a:r>
            <a:r>
              <a:rPr sz="975" b="0">
                <a:solidFill>
                  <a:srgbClr val="555555"/>
                </a:solidFill>
                <a:latin typeface="Microsoft YaHei"/>
                <a:ea typeface="Microsoft YaHei"/>
                <a:cs typeface="Microsoft YaHei"/>
              </a:rPr>
              <a:t>  ·  </a:t>
            </a:r>
            <a:r>
              <a:rPr sz="975" b="0">
                <a:solidFill>
                  <a:srgbClr val="555555"/>
                </a:solidFill>
                <a:latin typeface="Microsoft YaHei"/>
                <a:ea typeface="Microsoft YaHei"/>
                <a:cs typeface="Microsoft YaHei"/>
                <a:hlinkClick xmlns:r="http://schemas.openxmlformats.org/officeDocument/2006/relationships" r:id="R7bba0cbf5a5d4f3a"/>
              </a:rPr>
              <a:t>TS-SQL</a:t>
            </a:r>
            <a:r>
              <a:rPr sz="975" b="0">
                <a:solidFill>
                  <a:srgbClr val="555555"/>
                </a:solidFill>
                <a:latin typeface="Microsoft YaHei"/>
                <a:ea typeface="Microsoft YaHei"/>
                <a:cs typeface="Microsoft YaHei"/>
              </a:rPr>
              <a:t>  ·  </a:t>
            </a:r>
            <a:r>
              <a:rPr sz="975" b="0">
                <a:solidFill>
                  <a:srgbClr val="555555"/>
                </a:solidFill>
                <a:latin typeface="Microsoft YaHei"/>
                <a:ea typeface="Microsoft YaHei"/>
                <a:cs typeface="Microsoft YaHei"/>
                <a:hlinkClick xmlns:r="http://schemas.openxmlformats.org/officeDocument/2006/relationships" r:id="R2c187f50535a46c4"/>
              </a:rPr>
              <a:t>QueryProof v1</a:t>
            </a:r>
          </a:p>
        </p:txBody>
      </p:sp>
    </p:spTree>
    <p:extLst>
      <p:ext uri="{BB962C8B-B14F-4D97-AF65-F5344CB8AC3E}">
        <p14:creationId xmlns:p14="http://schemas.microsoft.com/office/powerpoint/2010/main" val="91057728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8BEDCA89-4B6F-41A0-9602-E2C665AF1C0C}"/>
              </a:ext>
            </a:extLst>
          </p:cNvPr>
          <p:cNvSpPr>
            <a:spLocks xmlns:a="http://schemas.openxmlformats.org/drawingml/2006/main" noGrp="1"/>
          </p:cNvSpPr>
          <p:nvPr/>
        </p:nvSpPr>
        <p:spPr>
          <a:xfrm xmlns:a="http://schemas.openxmlformats.org/drawingml/2006/main">
            <a:off x="571500" y="8667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B71920"/>
                </a:solidFill>
                <a:latin typeface="Microsoft YaHei"/>
                <a:ea typeface="Microsoft YaHei"/>
                <a:cs typeface="Microsoft YaHei"/>
              </a:defRPr>
            </a:defPPr>
            <a:lvl1pPr algn="l">
              <a:defRPr sz="1650" b="0">
                <a:solidFill>
                  <a:srgbClr val="B71920"/>
                </a:solidFill>
                <a:latin typeface="Microsoft YaHei"/>
                <a:ea typeface="Microsoft YaHei"/>
                <a:cs typeface="Microsoft YaHei"/>
              </a:defRPr>
            </a:lvl1pPr>
            <a:lvl2pPr algn="l">
              <a:defRPr sz="1650" b="0">
                <a:solidFill>
                  <a:srgbClr val="B71920"/>
                </a:solidFill>
                <a:latin typeface="Microsoft YaHei"/>
                <a:ea typeface="Microsoft YaHei"/>
                <a:cs typeface="Microsoft YaHei"/>
              </a:defRPr>
            </a:lvl2pPr>
            <a:lvl3pPr algn="l">
              <a:defRPr sz="1650" b="0">
                <a:solidFill>
                  <a:srgbClr val="B71920"/>
                </a:solidFill>
                <a:latin typeface="Microsoft YaHei"/>
                <a:ea typeface="Microsoft YaHei"/>
                <a:cs typeface="Microsoft YaHei"/>
              </a:defRPr>
            </a:lvl3pPr>
            <a:lvl4pPr algn="l">
              <a:defRPr sz="1650" b="0">
                <a:solidFill>
                  <a:srgbClr val="B71920"/>
                </a:solidFill>
                <a:latin typeface="Microsoft YaHei"/>
                <a:ea typeface="Microsoft YaHei"/>
                <a:cs typeface="Microsoft YaHei"/>
              </a:defRPr>
            </a:lvl4pPr>
            <a:lvl5pPr algn="l">
              <a:defRPr sz="1650" b="0">
                <a:solidFill>
                  <a:srgbClr val="B71920"/>
                </a:solidFill>
                <a:latin typeface="Microsoft YaHei"/>
                <a:ea typeface="Microsoft YaHei"/>
                <a:cs typeface="Microsoft YaHei"/>
              </a:defRPr>
            </a:lvl5pPr>
            <a:lvl6pPr algn="l">
              <a:defRPr sz="1650" b="0">
                <a:solidFill>
                  <a:srgbClr val="B71920"/>
                </a:solidFill>
                <a:latin typeface="Microsoft YaHei"/>
                <a:ea typeface="Microsoft YaHei"/>
                <a:cs typeface="Microsoft YaHei"/>
              </a:defRPr>
            </a:lvl6pPr>
            <a:lvl7pPr algn="l">
              <a:defRPr sz="1650" b="0">
                <a:solidFill>
                  <a:srgbClr val="B71920"/>
                </a:solidFill>
                <a:latin typeface="Microsoft YaHei"/>
                <a:ea typeface="Microsoft YaHei"/>
                <a:cs typeface="Microsoft YaHei"/>
              </a:defRPr>
            </a:lvl7pPr>
            <a:lvl8pPr algn="l">
              <a:defRPr sz="1650" b="0">
                <a:solidFill>
                  <a:srgbClr val="B71920"/>
                </a:solidFill>
                <a:latin typeface="Microsoft YaHei"/>
                <a:ea typeface="Microsoft YaHei"/>
                <a:cs typeface="Microsoft YaHei"/>
              </a:defRPr>
            </a:lvl8pPr>
            <a:lvl9pPr algn="l">
              <a:defRPr sz="1650" b="0">
                <a:solidFill>
                  <a:srgbClr val="B71920"/>
                </a:solidFill>
                <a:latin typeface="Microsoft YaHei"/>
                <a:ea typeface="Microsoft YaHei"/>
                <a:cs typeface="Microsoft YaHei"/>
              </a:defRPr>
            </a:lvl9pPr>
          </a:lstStyle>
          <a:p xmlns:a="http://schemas.openxmlformats.org/drawingml/2006/main">
            <a:pPr algn="l">
              <a:defRPr sz="1650" b="0">
                <a:solidFill>
                  <a:srgbClr val="B71920"/>
                </a:solidFill>
                <a:latin typeface="Microsoft YaHei"/>
                <a:ea typeface="Microsoft YaHei"/>
                <a:cs typeface="Microsoft YaHei"/>
              </a:defRPr>
            </a:pPr>
            <a:r>
              <a:rPr sz="1650" b="0">
                <a:solidFill>
                  <a:srgbClr val="B71920"/>
                </a:solidFill>
                <a:latin typeface="Microsoft YaHei"/>
                <a:ea typeface="Microsoft YaHei"/>
                <a:cs typeface="Microsoft YaHei"/>
              </a:rPr>
              <a:t>Research Plan &amp; Method</a:t>
            </a:r>
          </a:p>
        </p:txBody>
      </p:sp>
      <p:sp>
        <p:nvSpPr>
          <p:cNvPr id="2" name="slide-title">
            <a:extLst xmlns:a="http://schemas.openxmlformats.org/drawingml/2006/main">
              <a:ext uri="{FF2B5EF4-FFF2-40B4-BE49-F238E27FC236}">
                <a16:creationId xmlns:a16="http://schemas.microsoft.com/office/drawing/2014/main" id="{05C9751F-D2CB-4DAF-B424-674B2287BBB2}"/>
              </a:ext>
            </a:extLst>
          </p:cNvPr>
          <p:cNvSpPr>
            <a:spLocks xmlns:a="http://schemas.openxmlformats.org/drawingml/2006/main" noGrp="1"/>
          </p:cNvSpPr>
          <p:nvPr/>
        </p:nvSpPr>
        <p:spPr>
          <a:xfrm xmlns:a="http://schemas.openxmlformats.org/drawingml/2006/main">
            <a:off x="571500" y="132397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303030"/>
                </a:solidFill>
                <a:latin typeface="Microsoft YaHei"/>
                <a:ea typeface="Microsoft YaHei"/>
                <a:cs typeface="Microsoft YaHei"/>
              </a:defRPr>
            </a:defPPr>
            <a:lvl1pPr algn="l">
              <a:defRPr sz="2625" b="0">
                <a:solidFill>
                  <a:srgbClr val="303030"/>
                </a:solidFill>
                <a:latin typeface="Microsoft YaHei"/>
                <a:ea typeface="Microsoft YaHei"/>
                <a:cs typeface="Microsoft YaHei"/>
              </a:defRPr>
            </a:lvl1pPr>
            <a:lvl2pPr algn="l">
              <a:defRPr sz="2625" b="0">
                <a:solidFill>
                  <a:srgbClr val="303030"/>
                </a:solidFill>
                <a:latin typeface="Microsoft YaHei"/>
                <a:ea typeface="Microsoft YaHei"/>
                <a:cs typeface="Microsoft YaHei"/>
              </a:defRPr>
            </a:lvl2pPr>
            <a:lvl3pPr algn="l">
              <a:defRPr sz="2625" b="0">
                <a:solidFill>
                  <a:srgbClr val="303030"/>
                </a:solidFill>
                <a:latin typeface="Microsoft YaHei"/>
                <a:ea typeface="Microsoft YaHei"/>
                <a:cs typeface="Microsoft YaHei"/>
              </a:defRPr>
            </a:lvl3pPr>
            <a:lvl4pPr algn="l">
              <a:defRPr sz="2625" b="0">
                <a:solidFill>
                  <a:srgbClr val="303030"/>
                </a:solidFill>
                <a:latin typeface="Microsoft YaHei"/>
                <a:ea typeface="Microsoft YaHei"/>
                <a:cs typeface="Microsoft YaHei"/>
              </a:defRPr>
            </a:lvl4pPr>
            <a:lvl5pPr algn="l">
              <a:defRPr sz="2625" b="0">
                <a:solidFill>
                  <a:srgbClr val="303030"/>
                </a:solidFill>
                <a:latin typeface="Microsoft YaHei"/>
                <a:ea typeface="Microsoft YaHei"/>
                <a:cs typeface="Microsoft YaHei"/>
              </a:defRPr>
            </a:lvl5pPr>
            <a:lvl6pPr algn="l">
              <a:defRPr sz="2625" b="0">
                <a:solidFill>
                  <a:srgbClr val="303030"/>
                </a:solidFill>
                <a:latin typeface="Microsoft YaHei"/>
                <a:ea typeface="Microsoft YaHei"/>
                <a:cs typeface="Microsoft YaHei"/>
              </a:defRPr>
            </a:lvl6pPr>
            <a:lvl7pPr algn="l">
              <a:defRPr sz="2625" b="0">
                <a:solidFill>
                  <a:srgbClr val="303030"/>
                </a:solidFill>
                <a:latin typeface="Microsoft YaHei"/>
                <a:ea typeface="Microsoft YaHei"/>
                <a:cs typeface="Microsoft YaHei"/>
              </a:defRPr>
            </a:lvl7pPr>
            <a:lvl8pPr algn="l">
              <a:defRPr sz="2625" b="0">
                <a:solidFill>
                  <a:srgbClr val="303030"/>
                </a:solidFill>
                <a:latin typeface="Microsoft YaHei"/>
                <a:ea typeface="Microsoft YaHei"/>
                <a:cs typeface="Microsoft YaHei"/>
              </a:defRPr>
            </a:lvl8pPr>
            <a:lvl9pPr algn="l">
              <a:defRPr sz="2625" b="0">
                <a:solidFill>
                  <a:srgbClr val="303030"/>
                </a:solidFill>
                <a:latin typeface="Microsoft YaHei"/>
                <a:ea typeface="Microsoft YaHei"/>
                <a:cs typeface="Microsoft YaHei"/>
              </a:defRPr>
            </a:lvl9pPr>
          </a:lstStyle>
          <a:p xmlns:a="http://schemas.openxmlformats.org/drawingml/2006/main">
            <a:pPr algn="l">
              <a:defRPr sz="2625" b="0">
                <a:solidFill>
                  <a:srgbClr val="303030"/>
                </a:solidFill>
                <a:latin typeface="Microsoft YaHei"/>
                <a:ea typeface="Microsoft YaHei"/>
                <a:cs typeface="Microsoft YaHei"/>
              </a:defRPr>
            </a:pPr>
            <a:r>
              <a:rPr sz="2625" b="0">
                <a:solidFill>
                  <a:srgbClr val="303030"/>
                </a:solidFill>
                <a:latin typeface="Microsoft YaHei"/>
                <a:ea typeface="Microsoft YaHei"/>
                <a:cs typeface="Microsoft YaHei"/>
              </a:rPr>
              <a:t>Controlled experiment and evaluation</a:t>
            </a:r>
          </a:p>
        </p:txBody>
      </p:sp>
      <p:sp>
        <p:nvSpPr>
          <p:cNvPr id="3" name="page">
            <a:extLst xmlns:a="http://schemas.openxmlformats.org/drawingml/2006/main">
              <a:ext uri="{FF2B5EF4-FFF2-40B4-BE49-F238E27FC236}">
                <a16:creationId xmlns:a16="http://schemas.microsoft.com/office/drawing/2014/main" id="{2530048B-A5E6-412F-93AC-AF290AF2B810}"/>
              </a:ext>
            </a:extLst>
          </p:cNvPr>
          <p:cNvSpPr>
            <a:spLocks xmlns:a="http://schemas.openxmlformats.org/drawingml/2006/main" noGrp="1"/>
          </p:cNvSpPr>
          <p:nvPr/>
        </p:nvSpPr>
        <p:spPr>
          <a:xfrm xmlns:a="http://schemas.openxmlformats.org/drawingml/2006/main">
            <a:off x="10801350" y="6353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55555"/>
                </a:solidFill>
                <a:latin typeface="Microsoft YaHei"/>
                <a:ea typeface="Microsoft YaHei"/>
                <a:cs typeface="Microsoft YaHei"/>
              </a:defRPr>
            </a:defPPr>
            <a:lvl1pPr algn="r">
              <a:defRPr sz="1125" b="0">
                <a:solidFill>
                  <a:srgbClr val="555555"/>
                </a:solidFill>
                <a:latin typeface="Microsoft YaHei"/>
                <a:ea typeface="Microsoft YaHei"/>
                <a:cs typeface="Microsoft YaHei"/>
              </a:defRPr>
            </a:lvl1pPr>
            <a:lvl2pPr algn="r">
              <a:defRPr sz="1125" b="0">
                <a:solidFill>
                  <a:srgbClr val="555555"/>
                </a:solidFill>
                <a:latin typeface="Microsoft YaHei"/>
                <a:ea typeface="Microsoft YaHei"/>
                <a:cs typeface="Microsoft YaHei"/>
              </a:defRPr>
            </a:lvl2pPr>
            <a:lvl3pPr algn="r">
              <a:defRPr sz="1125" b="0">
                <a:solidFill>
                  <a:srgbClr val="555555"/>
                </a:solidFill>
                <a:latin typeface="Microsoft YaHei"/>
                <a:ea typeface="Microsoft YaHei"/>
                <a:cs typeface="Microsoft YaHei"/>
              </a:defRPr>
            </a:lvl3pPr>
            <a:lvl4pPr algn="r">
              <a:defRPr sz="1125" b="0">
                <a:solidFill>
                  <a:srgbClr val="555555"/>
                </a:solidFill>
                <a:latin typeface="Microsoft YaHei"/>
                <a:ea typeface="Microsoft YaHei"/>
                <a:cs typeface="Microsoft YaHei"/>
              </a:defRPr>
            </a:lvl4pPr>
            <a:lvl5pPr algn="r">
              <a:defRPr sz="1125" b="0">
                <a:solidFill>
                  <a:srgbClr val="555555"/>
                </a:solidFill>
                <a:latin typeface="Microsoft YaHei"/>
                <a:ea typeface="Microsoft YaHei"/>
                <a:cs typeface="Microsoft YaHei"/>
              </a:defRPr>
            </a:lvl5pPr>
            <a:lvl6pPr algn="r">
              <a:defRPr sz="1125" b="0">
                <a:solidFill>
                  <a:srgbClr val="555555"/>
                </a:solidFill>
                <a:latin typeface="Microsoft YaHei"/>
                <a:ea typeface="Microsoft YaHei"/>
                <a:cs typeface="Microsoft YaHei"/>
              </a:defRPr>
            </a:lvl6pPr>
            <a:lvl7pPr algn="r">
              <a:defRPr sz="1125" b="0">
                <a:solidFill>
                  <a:srgbClr val="555555"/>
                </a:solidFill>
                <a:latin typeface="Microsoft YaHei"/>
                <a:ea typeface="Microsoft YaHei"/>
                <a:cs typeface="Microsoft YaHei"/>
              </a:defRPr>
            </a:lvl7pPr>
            <a:lvl8pPr algn="r">
              <a:defRPr sz="1125" b="0">
                <a:solidFill>
                  <a:srgbClr val="555555"/>
                </a:solidFill>
                <a:latin typeface="Microsoft YaHei"/>
                <a:ea typeface="Microsoft YaHei"/>
                <a:cs typeface="Microsoft YaHei"/>
              </a:defRPr>
            </a:lvl8pPr>
            <a:lvl9pPr algn="r">
              <a:defRPr sz="1125" b="0">
                <a:solidFill>
                  <a:srgbClr val="555555"/>
                </a:solidFill>
                <a:latin typeface="Microsoft YaHei"/>
                <a:ea typeface="Microsoft YaHei"/>
                <a:cs typeface="Microsoft YaHei"/>
              </a:defRPr>
            </a:lvl9pPr>
          </a:lstStyle>
          <a:p xmlns:a="http://schemas.openxmlformats.org/drawingml/2006/main">
            <a:pPr algn="r">
              <a:defRPr sz="1125" b="0">
                <a:solidFill>
                  <a:srgbClr val="555555"/>
                </a:solidFill>
                <a:latin typeface="Microsoft YaHei"/>
                <a:ea typeface="Microsoft YaHei"/>
                <a:cs typeface="Microsoft YaHei"/>
              </a:defRPr>
            </a:pPr>
            <a:r>
              <a:rPr sz="1125" b="0">
                <a:solidFill>
                  <a:srgbClr val="555555"/>
                </a:solidFill>
                <a:latin typeface="Microsoft YaHei"/>
                <a:ea typeface="Microsoft YaHei"/>
                <a:cs typeface="Microsoft YaHei"/>
              </a:rPr>
              <a:t>12 / 16</a:t>
            </a:r>
          </a:p>
        </p:txBody>
      </p:sp>
      <p:graphicFrame>
        <p:nvGraphicFramePr>
          <p:cNvPr id="4" name="">
            <a:extLst xmlns:a="http://schemas.openxmlformats.org/drawingml/2006/main">
              <a:ext uri="{FF2B5EF4-FFF2-40B4-BE49-F238E27FC236}">
                <a16:creationId xmlns:a16="http://schemas.microsoft.com/office/drawing/2014/main" id="{2A9937CC-7E60-43D7-BF9A-704813929AD6}"/>
              </a:ext>
            </a:extLst>
          </p:cNvPr>
          <p:cNvGraphicFramePr/>
          <p:nvPr/>
        </p:nvGraphicFramePr>
        <p:xfrm>
          <a:off xmlns:a="http://schemas.openxmlformats.org/drawingml/2006/main" x="571500" y="2209800"/>
          <a:ext xmlns:a="http://schemas.openxmlformats.org/drawingml/2006/main" cx="10477500" cy="2552700"/>
        </p:xfrm>
        <a:graphic xmlns:a="http://schemas.openxmlformats.org/drawingml/2006/main">
          <a:graphicData uri="http://schemas.openxmlformats.org/drawingml/2006/table">
            <a:tbl>
              <a:tblPr firstRow="0" bandRow="0"/>
              <a:tblGrid>
                <a:gridCol w="6191250"/>
                <a:gridCol w="2000250"/>
                <a:gridCol w="2286000"/>
              </a:tblGrid>
              <a:tr h="533400">
                <a:tc>
                  <a:txBody>
                    <a:bodyPr wrap="square">
                      <a:noAutofit/>
                    </a:bodyPr>
                    <a:lstStyle/>
                    <a:p>
                      <a:pPr algn="l"/>
                      <a:r>
                        <a:rPr sz="1575" b="1">
                          <a:solidFill>
                            <a:srgbClr val="FFFFFF"/>
                          </a:solidFill>
                          <a:latin typeface="Microsoft YaHei"/>
                          <a:ea typeface="Microsoft YaHei"/>
                          <a:cs typeface="Microsoft YaHei"/>
                        </a:rPr>
                        <a:t>Condition</a:t>
                      </a:r>
                    </a:p>
                  </a:txBody>
                  <a:tcPr marL="114300" marR="114300" marT="95250" marB="95250" anchor="ctr">
                    <a:lnL w="6668">
                      <a:solidFill>
                        <a:srgbClr val="D9D4CF"/>
                      </a:solidFill>
                      <a:prstDash val="solid"/>
                    </a:lnL>
                    <a:lnR w="6668">
                      <a:solidFill>
                        <a:srgbClr val="D9D4CF"/>
                      </a:solidFill>
                      <a:prstDash val="solid"/>
                    </a:lnR>
                    <a:lnT w="6668">
                      <a:solidFill>
                        <a:srgbClr val="D9D4CF"/>
                      </a:solidFill>
                      <a:prstDash val="solid"/>
                    </a:lnT>
                    <a:lnB w="6668">
                      <a:solidFill>
                        <a:srgbClr val="D9D4CF"/>
                      </a:solidFill>
                      <a:prstDash val="solid"/>
                    </a:lnB>
                    <a:solidFill>
                      <a:srgbClr val="B71920"/>
                    </a:solidFill>
                  </a:tcPr>
                </a:tc>
                <a:tc>
                  <a:txBody>
                    <a:bodyPr wrap="square">
                      <a:noAutofit/>
                    </a:bodyPr>
                    <a:lstStyle/>
                    <a:p>
                      <a:pPr algn="l"/>
                      <a:r>
                        <a:rPr sz="1575" b="1">
                          <a:solidFill>
                            <a:srgbClr val="FFFFFF"/>
                          </a:solidFill>
                          <a:latin typeface="Microsoft YaHei"/>
                          <a:ea typeface="Microsoft YaHei"/>
                          <a:cs typeface="Microsoft YaHei"/>
                        </a:rPr>
                        <a:t>Experience check</a:t>
                      </a:r>
                    </a:p>
                  </a:txBody>
                  <a:tcPr marL="114300" marR="114300" marT="95250" marB="95250" anchor="ctr">
                    <a:lnR w="6668">
                      <a:solidFill>
                        <a:srgbClr val="D9D4CF"/>
                      </a:solidFill>
                      <a:prstDash val="solid"/>
                    </a:lnR>
                    <a:lnT w="6668">
                      <a:solidFill>
                        <a:srgbClr val="D9D4CF"/>
                      </a:solidFill>
                      <a:prstDash val="solid"/>
                    </a:lnT>
                    <a:lnB w="6668">
                      <a:solidFill>
                        <a:srgbClr val="D9D4CF"/>
                      </a:solidFill>
                      <a:prstDash val="solid"/>
                    </a:lnB>
                    <a:solidFill>
                      <a:srgbClr val="B71920"/>
                    </a:solidFill>
                  </a:tcPr>
                </a:tc>
                <a:tc>
                  <a:txBody>
                    <a:bodyPr wrap="square">
                      <a:noAutofit/>
                    </a:bodyPr>
                    <a:lstStyle/>
                    <a:p>
                      <a:pPr algn="l"/>
                      <a:r>
                        <a:rPr sz="1575" b="1">
                          <a:solidFill>
                            <a:srgbClr val="FFFFFF"/>
                          </a:solidFill>
                          <a:latin typeface="Microsoft YaHei"/>
                          <a:ea typeface="Microsoft YaHei"/>
                          <a:cs typeface="Microsoft YaHei"/>
                        </a:rPr>
                        <a:t>Test-based review</a:t>
                      </a:r>
                    </a:p>
                  </a:txBody>
                  <a:tcPr marL="114300" marR="114300" marT="95250" marB="95250" anchor="ctr">
                    <a:lnR w="6668">
                      <a:solidFill>
                        <a:srgbClr val="D9D4CF"/>
                      </a:solidFill>
                      <a:prstDash val="solid"/>
                    </a:lnR>
                    <a:lnT w="6668">
                      <a:solidFill>
                        <a:srgbClr val="D9D4CF"/>
                      </a:solidFill>
                      <a:prstDash val="solid"/>
                    </a:lnT>
                    <a:lnB w="6668">
                      <a:solidFill>
                        <a:srgbClr val="D9D4CF"/>
                      </a:solidFill>
                      <a:prstDash val="solid"/>
                    </a:lnB>
                    <a:solidFill>
                      <a:srgbClr val="B71920"/>
                    </a:solidFill>
                  </a:tcPr>
                </a:tc>
              </a:tr>
              <a:tr h="504825">
                <a:tc>
                  <a:txBody>
                    <a:bodyPr wrap="square">
                      <a:noAutofit/>
                    </a:bodyPr>
                    <a:lstStyle/>
                    <a:p>
                      <a:pPr algn="l"/>
                      <a:r>
                        <a:rPr sz="1575" b="0">
                          <a:solidFill>
                            <a:srgbClr val="303030"/>
                          </a:solidFill>
                          <a:latin typeface="Microsoft YaHei"/>
                          <a:ea typeface="Microsoft YaHei"/>
                          <a:cs typeface="Microsoft YaHei"/>
                        </a:rPr>
                        <a:t>Baseline</a:t>
                      </a:r>
                    </a:p>
                  </a:txBody>
                  <a:tcPr marL="114300" marR="114300" marT="95250" marB="95250" anchor="ctr">
                    <a:lnL w="6668">
                      <a:solidFill>
                        <a:srgbClr val="D9D4CF"/>
                      </a:solidFill>
                      <a:prstDash val="solid"/>
                    </a:lnL>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575" b="0">
                          <a:solidFill>
                            <a:srgbClr val="303030"/>
                          </a:solidFill>
                          <a:latin typeface="Microsoft YaHei"/>
                          <a:ea typeface="Microsoft YaHei"/>
                          <a:cs typeface="Microsoft YaHei"/>
                        </a:rPr>
                        <a:t>Off</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575" b="0">
                          <a:solidFill>
                            <a:srgbClr val="303030"/>
                          </a:solidFill>
                          <a:latin typeface="Microsoft YaHei"/>
                          <a:ea typeface="Microsoft YaHei"/>
                          <a:cs typeface="Microsoft YaHei"/>
                        </a:rPr>
                        <a:t>Off</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r>
              <a:tr h="504825">
                <a:tc>
                  <a:txBody>
                    <a:bodyPr wrap="square">
                      <a:noAutofit/>
                    </a:bodyPr>
                    <a:lstStyle/>
                    <a:p>
                      <a:pPr algn="l"/>
                      <a:r>
                        <a:rPr sz="1575" b="0">
                          <a:solidFill>
                            <a:srgbClr val="303030"/>
                          </a:solidFill>
                          <a:latin typeface="Microsoft YaHei"/>
                          <a:ea typeface="Microsoft YaHei"/>
                          <a:cs typeface="Microsoft YaHei"/>
                        </a:rPr>
                        <a:t>Evidence-checked experience reuse</a:t>
                      </a:r>
                    </a:p>
                  </a:txBody>
                  <a:tcPr marL="114300" marR="114300" marT="95250" marB="95250" anchor="ctr">
                    <a:lnL w="6668">
                      <a:solidFill>
                        <a:srgbClr val="D9D4CF"/>
                      </a:solidFill>
                      <a:prstDash val="solid"/>
                    </a:lnL>
                    <a:lnR w="6668">
                      <a:solidFill>
                        <a:srgbClr val="D9D4CF"/>
                      </a:solidFill>
                      <a:prstDash val="solid"/>
                    </a:lnR>
                    <a:lnB w="6668">
                      <a:solidFill>
                        <a:srgbClr val="D9D4CF"/>
                      </a:solidFill>
                      <a:prstDash val="solid"/>
                    </a:lnB>
                    <a:solidFill>
                      <a:srgbClr val="F7F5F2"/>
                    </a:solidFill>
                  </a:tcPr>
                </a:tc>
                <a:tc>
                  <a:txBody>
                    <a:bodyPr wrap="square">
                      <a:noAutofit/>
                    </a:bodyPr>
                    <a:lstStyle/>
                    <a:p>
                      <a:pPr algn="l"/>
                      <a:r>
                        <a:rPr sz="1575" b="0">
                          <a:solidFill>
                            <a:srgbClr val="303030"/>
                          </a:solidFill>
                          <a:latin typeface="Microsoft YaHei"/>
                          <a:ea typeface="Microsoft YaHei"/>
                          <a:cs typeface="Microsoft YaHei"/>
                        </a:rPr>
                        <a:t>On</a:t>
                      </a:r>
                    </a:p>
                  </a:txBody>
                  <a:tcPr marL="114300" marR="114300" marT="95250" marB="95250" anchor="ctr">
                    <a:lnR w="6668">
                      <a:solidFill>
                        <a:srgbClr val="D9D4CF"/>
                      </a:solidFill>
                      <a:prstDash val="solid"/>
                    </a:lnR>
                    <a:lnB w="6668">
                      <a:solidFill>
                        <a:srgbClr val="D9D4CF"/>
                      </a:solidFill>
                      <a:prstDash val="solid"/>
                    </a:lnB>
                    <a:solidFill>
                      <a:srgbClr val="F7F5F2"/>
                    </a:solidFill>
                  </a:tcPr>
                </a:tc>
                <a:tc>
                  <a:txBody>
                    <a:bodyPr wrap="square">
                      <a:noAutofit/>
                    </a:bodyPr>
                    <a:lstStyle/>
                    <a:p>
                      <a:pPr algn="l"/>
                      <a:r>
                        <a:rPr sz="1575" b="0">
                          <a:solidFill>
                            <a:srgbClr val="303030"/>
                          </a:solidFill>
                          <a:latin typeface="Microsoft YaHei"/>
                          <a:ea typeface="Microsoft YaHei"/>
                          <a:cs typeface="Microsoft YaHei"/>
                        </a:rPr>
                        <a:t>Off</a:t>
                      </a:r>
                    </a:p>
                  </a:txBody>
                  <a:tcPr marL="114300" marR="114300" marT="95250" marB="95250" anchor="ctr">
                    <a:lnR w="6668">
                      <a:solidFill>
                        <a:srgbClr val="D9D4CF"/>
                      </a:solidFill>
                      <a:prstDash val="solid"/>
                    </a:lnR>
                    <a:lnB w="6668">
                      <a:solidFill>
                        <a:srgbClr val="D9D4CF"/>
                      </a:solidFill>
                      <a:prstDash val="solid"/>
                    </a:lnB>
                    <a:solidFill>
                      <a:srgbClr val="F7F5F2"/>
                    </a:solidFill>
                  </a:tcPr>
                </a:tc>
              </a:tr>
              <a:tr h="504825">
                <a:tc>
                  <a:txBody>
                    <a:bodyPr wrap="square">
                      <a:noAutofit/>
                    </a:bodyPr>
                    <a:lstStyle/>
                    <a:p>
                      <a:pPr algn="l"/>
                      <a:r>
                        <a:rPr sz="1575" b="0">
                          <a:solidFill>
                            <a:srgbClr val="303030"/>
                          </a:solidFill>
                          <a:latin typeface="Microsoft YaHei"/>
                          <a:ea typeface="Microsoft YaHei"/>
                          <a:cs typeface="Microsoft YaHei"/>
                        </a:rPr>
                        <a:t>Source-grounded counterexample review</a:t>
                      </a:r>
                    </a:p>
                  </a:txBody>
                  <a:tcPr marL="114300" marR="114300" marT="95250" marB="95250" anchor="ctr">
                    <a:lnL w="6668">
                      <a:solidFill>
                        <a:srgbClr val="D9D4CF"/>
                      </a:solidFill>
                      <a:prstDash val="solid"/>
                    </a:lnL>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575" b="0">
                          <a:solidFill>
                            <a:srgbClr val="303030"/>
                          </a:solidFill>
                          <a:latin typeface="Microsoft YaHei"/>
                          <a:ea typeface="Microsoft YaHei"/>
                          <a:cs typeface="Microsoft YaHei"/>
                        </a:rPr>
                        <a:t>Off</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575" b="0">
                          <a:solidFill>
                            <a:srgbClr val="303030"/>
                          </a:solidFill>
                          <a:latin typeface="Microsoft YaHei"/>
                          <a:ea typeface="Microsoft YaHei"/>
                          <a:cs typeface="Microsoft YaHei"/>
                        </a:rPr>
                        <a:t>On</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r>
              <a:tr h="504825">
                <a:tc>
                  <a:txBody>
                    <a:bodyPr wrap="square">
                      <a:noAutofit/>
                    </a:bodyPr>
                    <a:lstStyle/>
                    <a:p>
                      <a:pPr algn="l"/>
                      <a:r>
                        <a:rPr sz="1575" b="0">
                          <a:solidFill>
                            <a:srgbClr val="303030"/>
                          </a:solidFill>
                          <a:latin typeface="Microsoft YaHei"/>
                          <a:ea typeface="Microsoft YaHei"/>
                          <a:cs typeface="Microsoft YaHei"/>
                        </a:rPr>
                        <a:t>Both</a:t>
                      </a:r>
                    </a:p>
                  </a:txBody>
                  <a:tcPr marL="114300" marR="114300" marT="95250" marB="95250" anchor="ctr">
                    <a:lnL w="6668">
                      <a:solidFill>
                        <a:srgbClr val="D9D4CF"/>
                      </a:solidFill>
                      <a:prstDash val="solid"/>
                    </a:lnL>
                    <a:lnR w="6668">
                      <a:solidFill>
                        <a:srgbClr val="D9D4CF"/>
                      </a:solidFill>
                      <a:prstDash val="solid"/>
                    </a:lnR>
                    <a:lnB w="6668">
                      <a:solidFill>
                        <a:srgbClr val="D9D4CF"/>
                      </a:solidFill>
                      <a:prstDash val="solid"/>
                    </a:lnB>
                    <a:solidFill>
                      <a:srgbClr val="F7F5F2"/>
                    </a:solidFill>
                  </a:tcPr>
                </a:tc>
                <a:tc>
                  <a:txBody>
                    <a:bodyPr wrap="square">
                      <a:noAutofit/>
                    </a:bodyPr>
                    <a:lstStyle/>
                    <a:p>
                      <a:pPr algn="l"/>
                      <a:r>
                        <a:rPr sz="1575" b="0">
                          <a:solidFill>
                            <a:srgbClr val="303030"/>
                          </a:solidFill>
                          <a:latin typeface="Microsoft YaHei"/>
                          <a:ea typeface="Microsoft YaHei"/>
                          <a:cs typeface="Microsoft YaHei"/>
                        </a:rPr>
                        <a:t>On</a:t>
                      </a:r>
                    </a:p>
                  </a:txBody>
                  <a:tcPr marL="114300" marR="114300" marT="95250" marB="95250" anchor="ctr">
                    <a:lnR w="6668">
                      <a:solidFill>
                        <a:srgbClr val="D9D4CF"/>
                      </a:solidFill>
                      <a:prstDash val="solid"/>
                    </a:lnR>
                    <a:lnB w="6668">
                      <a:solidFill>
                        <a:srgbClr val="D9D4CF"/>
                      </a:solidFill>
                      <a:prstDash val="solid"/>
                    </a:lnB>
                    <a:solidFill>
                      <a:srgbClr val="F7F5F2"/>
                    </a:solidFill>
                  </a:tcPr>
                </a:tc>
                <a:tc>
                  <a:txBody>
                    <a:bodyPr wrap="square">
                      <a:noAutofit/>
                    </a:bodyPr>
                    <a:lstStyle/>
                    <a:p>
                      <a:pPr algn="l"/>
                      <a:r>
                        <a:rPr sz="1575" b="0">
                          <a:solidFill>
                            <a:srgbClr val="303030"/>
                          </a:solidFill>
                          <a:latin typeface="Microsoft YaHei"/>
                          <a:ea typeface="Microsoft YaHei"/>
                          <a:cs typeface="Microsoft YaHei"/>
                        </a:rPr>
                        <a:t>On</a:t>
                      </a:r>
                    </a:p>
                  </a:txBody>
                  <a:tcPr marL="114300" marR="114300" marT="95250" marB="95250" anchor="ctr">
                    <a:lnR w="6668">
                      <a:solidFill>
                        <a:srgbClr val="D9D4CF"/>
                      </a:solidFill>
                      <a:prstDash val="solid"/>
                    </a:lnR>
                    <a:lnB w="6668">
                      <a:solidFill>
                        <a:srgbClr val="D9D4CF"/>
                      </a:solidFill>
                      <a:prstDash val="solid"/>
                    </a:lnB>
                    <a:solidFill>
                      <a:srgbClr val="F7F5F2"/>
                    </a:solidFill>
                  </a:tcPr>
                </a:tc>
              </a:tr>
            </a:tbl>
          </a:graphicData>
        </a:graphic>
      </p:graphicFrame>
      <p:sp>
        <p:nvSpPr>
          <p:cNvPr id="5" name="baseline-to-both">
            <a:extLst xmlns:a="http://schemas.openxmlformats.org/drawingml/2006/main">
              <a:ext uri="{FF2B5EF4-FFF2-40B4-BE49-F238E27FC236}">
                <a16:creationId xmlns:a16="http://schemas.microsoft.com/office/drawing/2014/main" id="{80E999AB-8BA8-4DF0-AD36-E4EE843A65D8}"/>
              </a:ext>
            </a:extLst>
          </p:cNvPr>
          <p:cNvSpPr>
            <a:spLocks xmlns:a="http://schemas.openxmlformats.org/drawingml/2006/main" noGrp="1"/>
          </p:cNvSpPr>
          <p:nvPr/>
        </p:nvSpPr>
        <p:spPr>
          <a:xfrm xmlns:a="http://schemas.openxmlformats.org/drawingml/2006/main">
            <a:off x="11334750" y="2819400"/>
            <a:ext cx="209550" cy="1781175"/>
          </a:xfrm>
          <a:prstGeom xmlns:a="http://schemas.openxmlformats.org/drawingml/2006/main" prst="downArrow">
            <a:avLst/>
          </a:prstGeom>
          <a:solidFill xmlns:a="http://schemas.openxmlformats.org/drawingml/2006/main">
            <a:srgbClr val="B71920"/>
          </a:solidFill>
          <a:ln xmlns:a="http://schemas.openxmlformats.org/drawingml/2006/main" w="0">
            <a:noFill/>
          </a:ln>
        </p:spPr>
      </p:sp>
      <p:sp>
        <p:nvSpPr>
          <p:cNvPr id="6" name="equal-controls">
            <a:extLst xmlns:a="http://schemas.openxmlformats.org/drawingml/2006/main">
              <a:ext uri="{FF2B5EF4-FFF2-40B4-BE49-F238E27FC236}">
                <a16:creationId xmlns:a16="http://schemas.microsoft.com/office/drawing/2014/main" id="{78B5F70A-DED8-4586-A096-FE26BD3A3727}"/>
              </a:ext>
            </a:extLst>
          </p:cNvPr>
          <p:cNvSpPr>
            <a:spLocks xmlns:a="http://schemas.openxmlformats.org/drawingml/2006/main" noGrp="1"/>
          </p:cNvSpPr>
          <p:nvPr/>
        </p:nvSpPr>
        <p:spPr>
          <a:xfrm xmlns:a="http://schemas.openxmlformats.org/drawingml/2006/main">
            <a:off x="571500" y="5057775"/>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303030"/>
                </a:solidFill>
                <a:latin typeface="Microsoft YaHei"/>
                <a:ea typeface="Microsoft YaHei"/>
                <a:cs typeface="Microsoft YaHei"/>
              </a:defRPr>
            </a:defPPr>
            <a:lvl1pPr algn="l">
              <a:defRPr sz="1725" b="0">
                <a:solidFill>
                  <a:srgbClr val="303030"/>
                </a:solidFill>
                <a:latin typeface="Microsoft YaHei"/>
                <a:ea typeface="Microsoft YaHei"/>
                <a:cs typeface="Microsoft YaHei"/>
              </a:defRPr>
            </a:lvl1pPr>
            <a:lvl2pPr algn="l">
              <a:defRPr sz="1725" b="0">
                <a:solidFill>
                  <a:srgbClr val="303030"/>
                </a:solidFill>
                <a:latin typeface="Microsoft YaHei"/>
                <a:ea typeface="Microsoft YaHei"/>
                <a:cs typeface="Microsoft YaHei"/>
              </a:defRPr>
            </a:lvl2pPr>
            <a:lvl3pPr algn="l">
              <a:defRPr sz="1725" b="0">
                <a:solidFill>
                  <a:srgbClr val="303030"/>
                </a:solidFill>
                <a:latin typeface="Microsoft YaHei"/>
                <a:ea typeface="Microsoft YaHei"/>
                <a:cs typeface="Microsoft YaHei"/>
              </a:defRPr>
            </a:lvl3pPr>
            <a:lvl4pPr algn="l">
              <a:defRPr sz="1725" b="0">
                <a:solidFill>
                  <a:srgbClr val="303030"/>
                </a:solidFill>
                <a:latin typeface="Microsoft YaHei"/>
                <a:ea typeface="Microsoft YaHei"/>
                <a:cs typeface="Microsoft YaHei"/>
              </a:defRPr>
            </a:lvl4pPr>
            <a:lvl5pPr algn="l">
              <a:defRPr sz="1725" b="0">
                <a:solidFill>
                  <a:srgbClr val="303030"/>
                </a:solidFill>
                <a:latin typeface="Microsoft YaHei"/>
                <a:ea typeface="Microsoft YaHei"/>
                <a:cs typeface="Microsoft YaHei"/>
              </a:defRPr>
            </a:lvl5pPr>
            <a:lvl6pPr algn="l">
              <a:defRPr sz="1725" b="0">
                <a:solidFill>
                  <a:srgbClr val="303030"/>
                </a:solidFill>
                <a:latin typeface="Microsoft YaHei"/>
                <a:ea typeface="Microsoft YaHei"/>
                <a:cs typeface="Microsoft YaHei"/>
              </a:defRPr>
            </a:lvl6pPr>
            <a:lvl7pPr algn="l">
              <a:defRPr sz="1725" b="0">
                <a:solidFill>
                  <a:srgbClr val="303030"/>
                </a:solidFill>
                <a:latin typeface="Microsoft YaHei"/>
                <a:ea typeface="Microsoft YaHei"/>
                <a:cs typeface="Microsoft YaHei"/>
              </a:defRPr>
            </a:lvl7pPr>
            <a:lvl8pPr algn="l">
              <a:defRPr sz="1725" b="0">
                <a:solidFill>
                  <a:srgbClr val="303030"/>
                </a:solidFill>
                <a:latin typeface="Microsoft YaHei"/>
                <a:ea typeface="Microsoft YaHei"/>
                <a:cs typeface="Microsoft YaHei"/>
              </a:defRPr>
            </a:lvl8pPr>
            <a:lvl9pPr algn="l">
              <a:defRPr sz="1725" b="0">
                <a:solidFill>
                  <a:srgbClr val="303030"/>
                </a:solidFill>
                <a:latin typeface="Microsoft YaHei"/>
                <a:ea typeface="Microsoft YaHei"/>
                <a:cs typeface="Microsoft YaHei"/>
              </a:defRPr>
            </a:lvl9pPr>
          </a:lstStyle>
          <a:p xmlns:a="http://schemas.openxmlformats.org/drawingml/2006/main">
            <a:pPr algn="l">
              <a:defRPr sz="1725" b="0">
                <a:solidFill>
                  <a:srgbClr val="303030"/>
                </a:solidFill>
                <a:latin typeface="Microsoft YaHei"/>
                <a:ea typeface="Microsoft YaHei"/>
                <a:cs typeface="Microsoft YaHei"/>
              </a:defRPr>
            </a:pPr>
            <a:r>
              <a:rPr sz="1725" b="0">
                <a:solidFill>
                  <a:srgbClr val="303030"/>
                </a:solidFill>
                <a:latin typeface="Microsoft YaHei"/>
                <a:ea typeface="Microsoft YaHei"/>
                <a:cs typeface="Microsoft YaHei"/>
              </a:rPr>
              <a:t>Strong single-agent controls: same model, sources, tools, assets and aggregate caps.</a:t>
            </a:r>
          </a:p>
        </p:txBody>
      </p:sp>
      <p:sp>
        <p:nvSpPr>
          <p:cNvPr id="7" name="measurements">
            <a:extLst xmlns:a="http://schemas.openxmlformats.org/drawingml/2006/main">
              <a:ext uri="{FF2B5EF4-FFF2-40B4-BE49-F238E27FC236}">
                <a16:creationId xmlns:a16="http://schemas.microsoft.com/office/drawing/2014/main" id="{E20D6A04-3881-443B-B61F-789860F6BF28}"/>
              </a:ext>
            </a:extLst>
          </p:cNvPr>
          <p:cNvSpPr>
            <a:spLocks xmlns:a="http://schemas.openxmlformats.org/drawingml/2006/main" noGrp="1"/>
          </p:cNvSpPr>
          <p:nvPr/>
        </p:nvSpPr>
        <p:spPr>
          <a:xfrm xmlns:a="http://schemas.openxmlformats.org/drawingml/2006/main">
            <a:off x="571500" y="5753100"/>
            <a:ext cx="1095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55555"/>
                </a:solidFill>
                <a:latin typeface="Microsoft YaHei"/>
                <a:ea typeface="Microsoft YaHei"/>
                <a:cs typeface="Microsoft YaHei"/>
              </a:defRPr>
            </a:defPPr>
            <a:lvl1pPr algn="l">
              <a:defRPr sz="1575" b="0">
                <a:solidFill>
                  <a:srgbClr val="555555"/>
                </a:solidFill>
                <a:latin typeface="Microsoft YaHei"/>
                <a:ea typeface="Microsoft YaHei"/>
                <a:cs typeface="Microsoft YaHei"/>
              </a:defRPr>
            </a:lvl1pPr>
            <a:lvl2pPr algn="l">
              <a:defRPr sz="1575" b="0">
                <a:solidFill>
                  <a:srgbClr val="555555"/>
                </a:solidFill>
                <a:latin typeface="Microsoft YaHei"/>
                <a:ea typeface="Microsoft YaHei"/>
                <a:cs typeface="Microsoft YaHei"/>
              </a:defRPr>
            </a:lvl2pPr>
            <a:lvl3pPr algn="l">
              <a:defRPr sz="1575" b="0">
                <a:solidFill>
                  <a:srgbClr val="555555"/>
                </a:solidFill>
                <a:latin typeface="Microsoft YaHei"/>
                <a:ea typeface="Microsoft YaHei"/>
                <a:cs typeface="Microsoft YaHei"/>
              </a:defRPr>
            </a:lvl3pPr>
            <a:lvl4pPr algn="l">
              <a:defRPr sz="1575" b="0">
                <a:solidFill>
                  <a:srgbClr val="555555"/>
                </a:solidFill>
                <a:latin typeface="Microsoft YaHei"/>
                <a:ea typeface="Microsoft YaHei"/>
                <a:cs typeface="Microsoft YaHei"/>
              </a:defRPr>
            </a:lvl4pPr>
            <a:lvl5pPr algn="l">
              <a:defRPr sz="1575" b="0">
                <a:solidFill>
                  <a:srgbClr val="555555"/>
                </a:solidFill>
                <a:latin typeface="Microsoft YaHei"/>
                <a:ea typeface="Microsoft YaHei"/>
                <a:cs typeface="Microsoft YaHei"/>
              </a:defRPr>
            </a:lvl5pPr>
            <a:lvl6pPr algn="l">
              <a:defRPr sz="1575" b="0">
                <a:solidFill>
                  <a:srgbClr val="555555"/>
                </a:solidFill>
                <a:latin typeface="Microsoft YaHei"/>
                <a:ea typeface="Microsoft YaHei"/>
                <a:cs typeface="Microsoft YaHei"/>
              </a:defRPr>
            </a:lvl6pPr>
            <a:lvl7pPr algn="l">
              <a:defRPr sz="1575" b="0">
                <a:solidFill>
                  <a:srgbClr val="555555"/>
                </a:solidFill>
                <a:latin typeface="Microsoft YaHei"/>
                <a:ea typeface="Microsoft YaHei"/>
                <a:cs typeface="Microsoft YaHei"/>
              </a:defRPr>
            </a:lvl7pPr>
            <a:lvl8pPr algn="l">
              <a:defRPr sz="1575" b="0">
                <a:solidFill>
                  <a:srgbClr val="555555"/>
                </a:solidFill>
                <a:latin typeface="Microsoft YaHei"/>
                <a:ea typeface="Microsoft YaHei"/>
                <a:cs typeface="Microsoft YaHei"/>
              </a:defRPr>
            </a:lvl8pPr>
            <a:lvl9pPr algn="l">
              <a:defRPr sz="1575" b="0">
                <a:solidFill>
                  <a:srgbClr val="555555"/>
                </a:solidFill>
                <a:latin typeface="Microsoft YaHei"/>
                <a:ea typeface="Microsoft YaHei"/>
                <a:cs typeface="Microsoft YaHei"/>
              </a:defRPr>
            </a:lvl9pPr>
          </a:lstStyle>
          <a:p xmlns:a="http://schemas.openxmlformats.org/drawingml/2006/main">
            <a:pPr algn="l">
              <a:defRPr sz="1575" b="0">
                <a:solidFill>
                  <a:srgbClr val="555555"/>
                </a:solidFill>
                <a:latin typeface="Microsoft YaHei"/>
                <a:ea typeface="Microsoft YaHei"/>
                <a:cs typeface="Microsoft YaHei"/>
              </a:defRPr>
            </a:pPr>
            <a:r>
              <a:rPr sz="1575" b="0">
                <a:solidFill>
                  <a:srgbClr val="555555"/>
                </a:solidFill>
                <a:latin typeface="Microsoft YaHei"/>
                <a:ea typeface="Microsoft YaHei"/>
                <a:cs typeface="Microsoft YaHei"/>
              </a:rPr>
              <a:t>DABstep final-answer quality + trace diagnosis + identical reviewer candidates</a:t>
            </a:r>
          </a:p>
          <a:p xmlns:a="http://schemas.openxmlformats.org/drawingml/2006/main">
            <a:pPr algn="l">
              <a:defRPr sz="1575" b="0">
                <a:solidFill>
                  <a:srgbClr val="555555"/>
                </a:solidFill>
                <a:latin typeface="Microsoft YaHei"/>
                <a:ea typeface="Microsoft YaHei"/>
                <a:cs typeface="Microsoft YaHei"/>
              </a:defRPr>
            </a:pPr>
            <a:r>
              <a:rPr sz="1575" b="0">
                <a:solidFill>
                  <a:srgbClr val="555555"/>
                </a:solidFill>
                <a:latin typeface="Microsoft YaHei"/>
                <a:ea typeface="Microsoft YaHei"/>
                <a:cs typeface="Microsoft YaHei"/>
              </a:rPr>
              <a:t>Estimate separate and joint effects; a combined win alone is not interaction.</a:t>
            </a:r>
          </a:p>
        </p:txBody>
      </p:sp>
    </p:spTree>
    <p:extLst>
      <p:ext uri="{BB962C8B-B14F-4D97-AF65-F5344CB8AC3E}">
        <p14:creationId xmlns:p14="http://schemas.microsoft.com/office/powerpoint/2010/main" val="910577282"/>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9" name="section">
            <a:extLst xmlns:a="http://schemas.openxmlformats.org/drawingml/2006/main">
              <a:ext uri="{FF2B5EF4-FFF2-40B4-BE49-F238E27FC236}">
                <a16:creationId xmlns:a16="http://schemas.microsoft.com/office/drawing/2014/main" id="{0BBD8F8B-E435-485D-A5E2-0243A34EB48F}"/>
              </a:ext>
            </a:extLst>
          </p:cNvPr>
          <p:cNvSpPr>
            <a:spLocks xmlns:a="http://schemas.openxmlformats.org/drawingml/2006/main" noGrp="1"/>
          </p:cNvSpPr>
          <p:nvPr/>
        </p:nvSpPr>
        <p:spPr>
          <a:xfrm xmlns:a="http://schemas.openxmlformats.org/drawingml/2006/main">
            <a:off x="571500" y="8667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B71920"/>
                </a:solidFill>
                <a:latin typeface="Microsoft YaHei"/>
                <a:ea typeface="Microsoft YaHei"/>
                <a:cs typeface="Microsoft YaHei"/>
              </a:defRPr>
            </a:defPPr>
            <a:lvl1pPr algn="l">
              <a:defRPr sz="1650" b="0">
                <a:solidFill>
                  <a:srgbClr val="B71920"/>
                </a:solidFill>
                <a:latin typeface="Microsoft YaHei"/>
                <a:ea typeface="Microsoft YaHei"/>
                <a:cs typeface="Microsoft YaHei"/>
              </a:defRPr>
            </a:lvl1pPr>
            <a:lvl2pPr algn="l">
              <a:defRPr sz="1650" b="0">
                <a:solidFill>
                  <a:srgbClr val="B71920"/>
                </a:solidFill>
                <a:latin typeface="Microsoft YaHei"/>
                <a:ea typeface="Microsoft YaHei"/>
                <a:cs typeface="Microsoft YaHei"/>
              </a:defRPr>
            </a:lvl2pPr>
            <a:lvl3pPr algn="l">
              <a:defRPr sz="1650" b="0">
                <a:solidFill>
                  <a:srgbClr val="B71920"/>
                </a:solidFill>
                <a:latin typeface="Microsoft YaHei"/>
                <a:ea typeface="Microsoft YaHei"/>
                <a:cs typeface="Microsoft YaHei"/>
              </a:defRPr>
            </a:lvl3pPr>
            <a:lvl4pPr algn="l">
              <a:defRPr sz="1650" b="0">
                <a:solidFill>
                  <a:srgbClr val="B71920"/>
                </a:solidFill>
                <a:latin typeface="Microsoft YaHei"/>
                <a:ea typeface="Microsoft YaHei"/>
                <a:cs typeface="Microsoft YaHei"/>
              </a:defRPr>
            </a:lvl4pPr>
            <a:lvl5pPr algn="l">
              <a:defRPr sz="1650" b="0">
                <a:solidFill>
                  <a:srgbClr val="B71920"/>
                </a:solidFill>
                <a:latin typeface="Microsoft YaHei"/>
                <a:ea typeface="Microsoft YaHei"/>
                <a:cs typeface="Microsoft YaHei"/>
              </a:defRPr>
            </a:lvl5pPr>
            <a:lvl6pPr algn="l">
              <a:defRPr sz="1650" b="0">
                <a:solidFill>
                  <a:srgbClr val="B71920"/>
                </a:solidFill>
                <a:latin typeface="Microsoft YaHei"/>
                <a:ea typeface="Microsoft YaHei"/>
                <a:cs typeface="Microsoft YaHei"/>
              </a:defRPr>
            </a:lvl6pPr>
            <a:lvl7pPr algn="l">
              <a:defRPr sz="1650" b="0">
                <a:solidFill>
                  <a:srgbClr val="B71920"/>
                </a:solidFill>
                <a:latin typeface="Microsoft YaHei"/>
                <a:ea typeface="Microsoft YaHei"/>
                <a:cs typeface="Microsoft YaHei"/>
              </a:defRPr>
            </a:lvl7pPr>
            <a:lvl8pPr algn="l">
              <a:defRPr sz="1650" b="0">
                <a:solidFill>
                  <a:srgbClr val="B71920"/>
                </a:solidFill>
                <a:latin typeface="Microsoft YaHei"/>
                <a:ea typeface="Microsoft YaHei"/>
                <a:cs typeface="Microsoft YaHei"/>
              </a:defRPr>
            </a:lvl8pPr>
            <a:lvl9pPr algn="l">
              <a:defRPr sz="1650" b="0">
                <a:solidFill>
                  <a:srgbClr val="B71920"/>
                </a:solidFill>
                <a:latin typeface="Microsoft YaHei"/>
                <a:ea typeface="Microsoft YaHei"/>
                <a:cs typeface="Microsoft YaHei"/>
              </a:defRPr>
            </a:lvl9pPr>
          </a:lstStyle>
          <a:p xmlns:a="http://schemas.openxmlformats.org/drawingml/2006/main">
            <a:pPr algn="l">
              <a:defRPr sz="1650" b="0">
                <a:solidFill>
                  <a:srgbClr val="B71920"/>
                </a:solidFill>
                <a:latin typeface="Microsoft YaHei"/>
                <a:ea typeface="Microsoft YaHei"/>
                <a:cs typeface="Microsoft YaHei"/>
              </a:defRPr>
            </a:pPr>
            <a:r>
              <a:rPr sz="1650" b="0">
                <a:solidFill>
                  <a:srgbClr val="B71920"/>
                </a:solidFill>
                <a:latin typeface="Microsoft YaHei"/>
                <a:ea typeface="Microsoft YaHei"/>
                <a:cs typeface="Microsoft YaHei"/>
              </a:rPr>
              <a:t>Expected Results &amp; Innovation Points</a:t>
            </a:r>
          </a:p>
        </p:txBody>
      </p:sp>
      <p:sp>
        <p:nvSpPr>
          <p:cNvPr id="2" name="slide-title">
            <a:extLst xmlns:a="http://schemas.openxmlformats.org/drawingml/2006/main">
              <a:ext uri="{FF2B5EF4-FFF2-40B4-BE49-F238E27FC236}">
                <a16:creationId xmlns:a16="http://schemas.microsoft.com/office/drawing/2014/main" id="{28873434-7E5D-46A0-82A8-073CBA4BE0E2}"/>
              </a:ext>
            </a:extLst>
          </p:cNvPr>
          <p:cNvSpPr>
            <a:spLocks xmlns:a="http://schemas.openxmlformats.org/drawingml/2006/main" noGrp="1"/>
          </p:cNvSpPr>
          <p:nvPr/>
        </p:nvSpPr>
        <p:spPr>
          <a:xfrm xmlns:a="http://schemas.openxmlformats.org/drawingml/2006/main">
            <a:off x="571500" y="132397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303030"/>
                </a:solidFill>
                <a:latin typeface="Microsoft YaHei"/>
                <a:ea typeface="Microsoft YaHei"/>
                <a:cs typeface="Microsoft YaHei"/>
              </a:defRPr>
            </a:defPPr>
            <a:lvl1pPr algn="l">
              <a:defRPr sz="2625" b="0">
                <a:solidFill>
                  <a:srgbClr val="303030"/>
                </a:solidFill>
                <a:latin typeface="Microsoft YaHei"/>
                <a:ea typeface="Microsoft YaHei"/>
                <a:cs typeface="Microsoft YaHei"/>
              </a:defRPr>
            </a:lvl1pPr>
            <a:lvl2pPr algn="l">
              <a:defRPr sz="2625" b="0">
                <a:solidFill>
                  <a:srgbClr val="303030"/>
                </a:solidFill>
                <a:latin typeface="Microsoft YaHei"/>
                <a:ea typeface="Microsoft YaHei"/>
                <a:cs typeface="Microsoft YaHei"/>
              </a:defRPr>
            </a:lvl2pPr>
            <a:lvl3pPr algn="l">
              <a:defRPr sz="2625" b="0">
                <a:solidFill>
                  <a:srgbClr val="303030"/>
                </a:solidFill>
                <a:latin typeface="Microsoft YaHei"/>
                <a:ea typeface="Microsoft YaHei"/>
                <a:cs typeface="Microsoft YaHei"/>
              </a:defRPr>
            </a:lvl3pPr>
            <a:lvl4pPr algn="l">
              <a:defRPr sz="2625" b="0">
                <a:solidFill>
                  <a:srgbClr val="303030"/>
                </a:solidFill>
                <a:latin typeface="Microsoft YaHei"/>
                <a:ea typeface="Microsoft YaHei"/>
                <a:cs typeface="Microsoft YaHei"/>
              </a:defRPr>
            </a:lvl4pPr>
            <a:lvl5pPr algn="l">
              <a:defRPr sz="2625" b="0">
                <a:solidFill>
                  <a:srgbClr val="303030"/>
                </a:solidFill>
                <a:latin typeface="Microsoft YaHei"/>
                <a:ea typeface="Microsoft YaHei"/>
                <a:cs typeface="Microsoft YaHei"/>
              </a:defRPr>
            </a:lvl5pPr>
            <a:lvl6pPr algn="l">
              <a:defRPr sz="2625" b="0">
                <a:solidFill>
                  <a:srgbClr val="303030"/>
                </a:solidFill>
                <a:latin typeface="Microsoft YaHei"/>
                <a:ea typeface="Microsoft YaHei"/>
                <a:cs typeface="Microsoft YaHei"/>
              </a:defRPr>
            </a:lvl6pPr>
            <a:lvl7pPr algn="l">
              <a:defRPr sz="2625" b="0">
                <a:solidFill>
                  <a:srgbClr val="303030"/>
                </a:solidFill>
                <a:latin typeface="Microsoft YaHei"/>
                <a:ea typeface="Microsoft YaHei"/>
                <a:cs typeface="Microsoft YaHei"/>
              </a:defRPr>
            </a:lvl7pPr>
            <a:lvl8pPr algn="l">
              <a:defRPr sz="2625" b="0">
                <a:solidFill>
                  <a:srgbClr val="303030"/>
                </a:solidFill>
                <a:latin typeface="Microsoft YaHei"/>
                <a:ea typeface="Microsoft YaHei"/>
                <a:cs typeface="Microsoft YaHei"/>
              </a:defRPr>
            </a:lvl8pPr>
            <a:lvl9pPr algn="l">
              <a:defRPr sz="2625" b="0">
                <a:solidFill>
                  <a:srgbClr val="303030"/>
                </a:solidFill>
                <a:latin typeface="Microsoft YaHei"/>
                <a:ea typeface="Microsoft YaHei"/>
                <a:cs typeface="Microsoft YaHei"/>
              </a:defRPr>
            </a:lvl9pPr>
          </a:lstStyle>
          <a:p xmlns:a="http://schemas.openxmlformats.org/drawingml/2006/main">
            <a:pPr algn="l">
              <a:defRPr sz="2625" b="0">
                <a:solidFill>
                  <a:srgbClr val="303030"/>
                </a:solidFill>
                <a:latin typeface="Microsoft YaHei"/>
                <a:ea typeface="Microsoft YaHei"/>
                <a:cs typeface="Microsoft YaHei"/>
              </a:defRPr>
            </a:pPr>
            <a:r>
              <a:rPr sz="2625" b="0">
                <a:solidFill>
                  <a:srgbClr val="303030"/>
                </a:solidFill>
                <a:latin typeface="Microsoft YaHei"/>
                <a:ea typeface="Microsoft YaHei"/>
                <a:cs typeface="Microsoft YaHei"/>
              </a:rPr>
              <a:t>Research contribution and practical use</a:t>
            </a:r>
          </a:p>
        </p:txBody>
      </p:sp>
      <p:sp>
        <p:nvSpPr>
          <p:cNvPr id="3" name="page">
            <a:extLst xmlns:a="http://schemas.openxmlformats.org/drawingml/2006/main">
              <a:ext uri="{FF2B5EF4-FFF2-40B4-BE49-F238E27FC236}">
                <a16:creationId xmlns:a16="http://schemas.microsoft.com/office/drawing/2014/main" id="{F0F5F48E-D90E-4F5E-B52E-2CBFDF8A08F1}"/>
              </a:ext>
            </a:extLst>
          </p:cNvPr>
          <p:cNvSpPr>
            <a:spLocks xmlns:a="http://schemas.openxmlformats.org/drawingml/2006/main" noGrp="1"/>
          </p:cNvSpPr>
          <p:nvPr/>
        </p:nvSpPr>
        <p:spPr>
          <a:xfrm xmlns:a="http://schemas.openxmlformats.org/drawingml/2006/main">
            <a:off x="10801350" y="6353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55555"/>
                </a:solidFill>
                <a:latin typeface="Microsoft YaHei"/>
                <a:ea typeface="Microsoft YaHei"/>
                <a:cs typeface="Microsoft YaHei"/>
              </a:defRPr>
            </a:defPPr>
            <a:lvl1pPr algn="r">
              <a:defRPr sz="1125" b="0">
                <a:solidFill>
                  <a:srgbClr val="555555"/>
                </a:solidFill>
                <a:latin typeface="Microsoft YaHei"/>
                <a:ea typeface="Microsoft YaHei"/>
                <a:cs typeface="Microsoft YaHei"/>
              </a:defRPr>
            </a:lvl1pPr>
            <a:lvl2pPr algn="r">
              <a:defRPr sz="1125" b="0">
                <a:solidFill>
                  <a:srgbClr val="555555"/>
                </a:solidFill>
                <a:latin typeface="Microsoft YaHei"/>
                <a:ea typeface="Microsoft YaHei"/>
                <a:cs typeface="Microsoft YaHei"/>
              </a:defRPr>
            </a:lvl2pPr>
            <a:lvl3pPr algn="r">
              <a:defRPr sz="1125" b="0">
                <a:solidFill>
                  <a:srgbClr val="555555"/>
                </a:solidFill>
                <a:latin typeface="Microsoft YaHei"/>
                <a:ea typeface="Microsoft YaHei"/>
                <a:cs typeface="Microsoft YaHei"/>
              </a:defRPr>
            </a:lvl3pPr>
            <a:lvl4pPr algn="r">
              <a:defRPr sz="1125" b="0">
                <a:solidFill>
                  <a:srgbClr val="555555"/>
                </a:solidFill>
                <a:latin typeface="Microsoft YaHei"/>
                <a:ea typeface="Microsoft YaHei"/>
                <a:cs typeface="Microsoft YaHei"/>
              </a:defRPr>
            </a:lvl4pPr>
            <a:lvl5pPr algn="r">
              <a:defRPr sz="1125" b="0">
                <a:solidFill>
                  <a:srgbClr val="555555"/>
                </a:solidFill>
                <a:latin typeface="Microsoft YaHei"/>
                <a:ea typeface="Microsoft YaHei"/>
                <a:cs typeface="Microsoft YaHei"/>
              </a:defRPr>
            </a:lvl5pPr>
            <a:lvl6pPr algn="r">
              <a:defRPr sz="1125" b="0">
                <a:solidFill>
                  <a:srgbClr val="555555"/>
                </a:solidFill>
                <a:latin typeface="Microsoft YaHei"/>
                <a:ea typeface="Microsoft YaHei"/>
                <a:cs typeface="Microsoft YaHei"/>
              </a:defRPr>
            </a:lvl6pPr>
            <a:lvl7pPr algn="r">
              <a:defRPr sz="1125" b="0">
                <a:solidFill>
                  <a:srgbClr val="555555"/>
                </a:solidFill>
                <a:latin typeface="Microsoft YaHei"/>
                <a:ea typeface="Microsoft YaHei"/>
                <a:cs typeface="Microsoft YaHei"/>
              </a:defRPr>
            </a:lvl7pPr>
            <a:lvl8pPr algn="r">
              <a:defRPr sz="1125" b="0">
                <a:solidFill>
                  <a:srgbClr val="555555"/>
                </a:solidFill>
                <a:latin typeface="Microsoft YaHei"/>
                <a:ea typeface="Microsoft YaHei"/>
                <a:cs typeface="Microsoft YaHei"/>
              </a:defRPr>
            </a:lvl8pPr>
            <a:lvl9pPr algn="r">
              <a:defRPr sz="1125" b="0">
                <a:solidFill>
                  <a:srgbClr val="555555"/>
                </a:solidFill>
                <a:latin typeface="Microsoft YaHei"/>
                <a:ea typeface="Microsoft YaHei"/>
                <a:cs typeface="Microsoft YaHei"/>
              </a:defRPr>
            </a:lvl9pPr>
          </a:lstStyle>
          <a:p xmlns:a="http://schemas.openxmlformats.org/drawingml/2006/main">
            <a:pPr algn="r">
              <a:defRPr sz="1125" b="0">
                <a:solidFill>
                  <a:srgbClr val="555555"/>
                </a:solidFill>
                <a:latin typeface="Microsoft YaHei"/>
                <a:ea typeface="Microsoft YaHei"/>
                <a:cs typeface="Microsoft YaHei"/>
              </a:defRPr>
            </a:pPr>
            <a:r>
              <a:rPr sz="1125" b="0">
                <a:solidFill>
                  <a:srgbClr val="555555"/>
                </a:solidFill>
                <a:latin typeface="Microsoft YaHei"/>
                <a:ea typeface="Microsoft YaHei"/>
                <a:cs typeface="Microsoft YaHei"/>
              </a:rPr>
              <a:t>13 / 16</a:t>
            </a:r>
          </a:p>
        </p:txBody>
      </p:sp>
      <p:sp>
        <p:nvSpPr>
          <p:cNvPr id="4" name="research-head">
            <a:extLst xmlns:a="http://schemas.openxmlformats.org/drawingml/2006/main">
              <a:ext uri="{FF2B5EF4-FFF2-40B4-BE49-F238E27FC236}">
                <a16:creationId xmlns:a16="http://schemas.microsoft.com/office/drawing/2014/main" id="{5AC65DDE-D152-400F-8847-275637AA1892}"/>
              </a:ext>
            </a:extLst>
          </p:cNvPr>
          <p:cNvSpPr>
            <a:spLocks xmlns:a="http://schemas.openxmlformats.org/drawingml/2006/main" noGrp="1"/>
          </p:cNvSpPr>
          <p:nvPr/>
        </p:nvSpPr>
        <p:spPr>
          <a:xfrm xmlns:a="http://schemas.openxmlformats.org/drawingml/2006/main">
            <a:off x="571500" y="2219325"/>
            <a:ext cx="4953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B71920"/>
                </a:solidFill>
                <a:latin typeface="Microsoft YaHei"/>
                <a:ea typeface="Microsoft YaHei"/>
                <a:cs typeface="Microsoft YaHei"/>
              </a:defRPr>
            </a:defPPr>
            <a:lvl1pPr algn="l">
              <a:defRPr sz="2025" b="0">
                <a:solidFill>
                  <a:srgbClr val="B71920"/>
                </a:solidFill>
                <a:latin typeface="Microsoft YaHei"/>
                <a:ea typeface="Microsoft YaHei"/>
                <a:cs typeface="Microsoft YaHei"/>
              </a:defRPr>
            </a:lvl1pPr>
            <a:lvl2pPr algn="l">
              <a:defRPr sz="2025" b="0">
                <a:solidFill>
                  <a:srgbClr val="B71920"/>
                </a:solidFill>
                <a:latin typeface="Microsoft YaHei"/>
                <a:ea typeface="Microsoft YaHei"/>
                <a:cs typeface="Microsoft YaHei"/>
              </a:defRPr>
            </a:lvl2pPr>
            <a:lvl3pPr algn="l">
              <a:defRPr sz="2025" b="0">
                <a:solidFill>
                  <a:srgbClr val="B71920"/>
                </a:solidFill>
                <a:latin typeface="Microsoft YaHei"/>
                <a:ea typeface="Microsoft YaHei"/>
                <a:cs typeface="Microsoft YaHei"/>
              </a:defRPr>
            </a:lvl3pPr>
            <a:lvl4pPr algn="l">
              <a:defRPr sz="2025" b="0">
                <a:solidFill>
                  <a:srgbClr val="B71920"/>
                </a:solidFill>
                <a:latin typeface="Microsoft YaHei"/>
                <a:ea typeface="Microsoft YaHei"/>
                <a:cs typeface="Microsoft YaHei"/>
              </a:defRPr>
            </a:lvl4pPr>
            <a:lvl5pPr algn="l">
              <a:defRPr sz="2025" b="0">
                <a:solidFill>
                  <a:srgbClr val="B71920"/>
                </a:solidFill>
                <a:latin typeface="Microsoft YaHei"/>
                <a:ea typeface="Microsoft YaHei"/>
                <a:cs typeface="Microsoft YaHei"/>
              </a:defRPr>
            </a:lvl5pPr>
            <a:lvl6pPr algn="l">
              <a:defRPr sz="2025" b="0">
                <a:solidFill>
                  <a:srgbClr val="B71920"/>
                </a:solidFill>
                <a:latin typeface="Microsoft YaHei"/>
                <a:ea typeface="Microsoft YaHei"/>
                <a:cs typeface="Microsoft YaHei"/>
              </a:defRPr>
            </a:lvl6pPr>
            <a:lvl7pPr algn="l">
              <a:defRPr sz="2025" b="0">
                <a:solidFill>
                  <a:srgbClr val="B71920"/>
                </a:solidFill>
                <a:latin typeface="Microsoft YaHei"/>
                <a:ea typeface="Microsoft YaHei"/>
                <a:cs typeface="Microsoft YaHei"/>
              </a:defRPr>
            </a:lvl7pPr>
            <a:lvl8pPr algn="l">
              <a:defRPr sz="2025" b="0">
                <a:solidFill>
                  <a:srgbClr val="B71920"/>
                </a:solidFill>
                <a:latin typeface="Microsoft YaHei"/>
                <a:ea typeface="Microsoft YaHei"/>
                <a:cs typeface="Microsoft YaHei"/>
              </a:defRPr>
            </a:lvl8pPr>
            <a:lvl9pPr algn="l">
              <a:defRPr sz="2025" b="0">
                <a:solidFill>
                  <a:srgbClr val="B71920"/>
                </a:solidFill>
                <a:latin typeface="Microsoft YaHei"/>
                <a:ea typeface="Microsoft YaHei"/>
                <a:cs typeface="Microsoft YaHei"/>
              </a:defRPr>
            </a:lvl9pPr>
          </a:lstStyle>
          <a:p xmlns:a="http://schemas.openxmlformats.org/drawingml/2006/main">
            <a:pPr algn="l">
              <a:defRPr sz="2025" b="0">
                <a:solidFill>
                  <a:srgbClr val="B71920"/>
                </a:solidFill>
                <a:latin typeface="Microsoft YaHei"/>
                <a:ea typeface="Microsoft YaHei"/>
                <a:cs typeface="Microsoft YaHei"/>
              </a:defRPr>
            </a:pPr>
            <a:r>
              <a:rPr sz="2025" b="0">
                <a:solidFill>
                  <a:srgbClr val="B71920"/>
                </a:solidFill>
                <a:latin typeface="Microsoft YaHei"/>
                <a:ea typeface="Microsoft YaHei"/>
                <a:cs typeface="Microsoft YaHei"/>
              </a:rPr>
              <a:t>Research contribution</a:t>
            </a:r>
          </a:p>
        </p:txBody>
      </p:sp>
      <p:sp>
        <p:nvSpPr>
          <p:cNvPr id="5" name="research">
            <a:extLst xmlns:a="http://schemas.openxmlformats.org/drawingml/2006/main">
              <a:ext uri="{FF2B5EF4-FFF2-40B4-BE49-F238E27FC236}">
                <a16:creationId xmlns:a16="http://schemas.microsoft.com/office/drawing/2014/main" id="{F8A53D6F-986F-408A-B2FB-747DCB415A9F}"/>
              </a:ext>
            </a:extLst>
          </p:cNvPr>
          <p:cNvSpPr>
            <a:spLocks xmlns:a="http://schemas.openxmlformats.org/drawingml/2006/main" noGrp="1"/>
          </p:cNvSpPr>
          <p:nvPr/>
        </p:nvSpPr>
        <p:spPr>
          <a:xfrm xmlns:a="http://schemas.openxmlformats.org/drawingml/2006/main">
            <a:off x="571500" y="2819400"/>
            <a:ext cx="5143500" cy="2895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03030"/>
                </a:solidFill>
                <a:latin typeface="Microsoft YaHei"/>
                <a:ea typeface="Microsoft YaHei"/>
                <a:cs typeface="Microsoft YaHei"/>
              </a:defRPr>
            </a:defPPr>
            <a:lvl1pPr algn="l">
              <a:defRPr sz="1800" b="0">
                <a:solidFill>
                  <a:srgbClr val="303030"/>
                </a:solidFill>
                <a:latin typeface="Microsoft YaHei"/>
                <a:ea typeface="Microsoft YaHei"/>
                <a:cs typeface="Microsoft YaHei"/>
              </a:defRPr>
            </a:lvl1pPr>
            <a:lvl2pPr algn="l">
              <a:defRPr sz="1800" b="0">
                <a:solidFill>
                  <a:srgbClr val="303030"/>
                </a:solidFill>
                <a:latin typeface="Microsoft YaHei"/>
                <a:ea typeface="Microsoft YaHei"/>
                <a:cs typeface="Microsoft YaHei"/>
              </a:defRPr>
            </a:lvl2pPr>
            <a:lvl3pPr algn="l">
              <a:defRPr sz="1800" b="0">
                <a:solidFill>
                  <a:srgbClr val="303030"/>
                </a:solidFill>
                <a:latin typeface="Microsoft YaHei"/>
                <a:ea typeface="Microsoft YaHei"/>
                <a:cs typeface="Microsoft YaHei"/>
              </a:defRPr>
            </a:lvl3pPr>
            <a:lvl4pPr algn="l">
              <a:defRPr sz="1800" b="0">
                <a:solidFill>
                  <a:srgbClr val="303030"/>
                </a:solidFill>
                <a:latin typeface="Microsoft YaHei"/>
                <a:ea typeface="Microsoft YaHei"/>
                <a:cs typeface="Microsoft YaHei"/>
              </a:defRPr>
            </a:lvl4pPr>
            <a:lvl5pPr algn="l">
              <a:defRPr sz="1800" b="0">
                <a:solidFill>
                  <a:srgbClr val="303030"/>
                </a:solidFill>
                <a:latin typeface="Microsoft YaHei"/>
                <a:ea typeface="Microsoft YaHei"/>
                <a:cs typeface="Microsoft YaHei"/>
              </a:defRPr>
            </a:lvl5pPr>
            <a:lvl6pPr algn="l">
              <a:defRPr sz="1800" b="0">
                <a:solidFill>
                  <a:srgbClr val="303030"/>
                </a:solidFill>
                <a:latin typeface="Microsoft YaHei"/>
                <a:ea typeface="Microsoft YaHei"/>
                <a:cs typeface="Microsoft YaHei"/>
              </a:defRPr>
            </a:lvl6pPr>
            <a:lvl7pPr algn="l">
              <a:defRPr sz="1800" b="0">
                <a:solidFill>
                  <a:srgbClr val="303030"/>
                </a:solidFill>
                <a:latin typeface="Microsoft YaHei"/>
                <a:ea typeface="Microsoft YaHei"/>
                <a:cs typeface="Microsoft YaHei"/>
              </a:defRPr>
            </a:lvl7pPr>
            <a:lvl8pPr algn="l">
              <a:defRPr sz="1800" b="0">
                <a:solidFill>
                  <a:srgbClr val="303030"/>
                </a:solidFill>
                <a:latin typeface="Microsoft YaHei"/>
                <a:ea typeface="Microsoft YaHei"/>
                <a:cs typeface="Microsoft YaHei"/>
              </a:defRPr>
            </a:lvl8pPr>
            <a:lvl9pPr algn="l">
              <a:defRPr sz="1800" b="0">
                <a:solidFill>
                  <a:srgbClr val="303030"/>
                </a:solidFill>
                <a:latin typeface="Microsoft YaHei"/>
                <a:ea typeface="Microsoft YaHei"/>
                <a:cs typeface="Microsoft YaHei"/>
              </a:defRPr>
            </a:lvl9pPr>
          </a:lstStyle>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Explain where business knowledge</a:t>
            </a:r>
          </a:p>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is lost or misapplied.</a:t>
            </a:r>
          </a:p>
          <a:p xmlns:a="http://schemas.openxmlformats.org/drawingml/2006/main">
            <a:r>
              <a:t/>
            </a:r>
          </a:p>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Test each mechanism and their</a:t>
            </a:r>
          </a:p>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combination in one reproducible system.</a:t>
            </a:r>
          </a:p>
          <a:p xmlns:a="http://schemas.openxmlformats.org/drawingml/2006/main">
            <a:r>
              <a:t/>
            </a:r>
          </a:p>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Refine MAST only where recurring</a:t>
            </a:r>
          </a:p>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trace evidence supports it.</a:t>
            </a:r>
          </a:p>
        </p:txBody>
      </p:sp>
      <p:sp>
        <p:nvSpPr>
          <p:cNvPr id="6" name="practical-head">
            <a:extLst xmlns:a="http://schemas.openxmlformats.org/drawingml/2006/main">
              <a:ext uri="{FF2B5EF4-FFF2-40B4-BE49-F238E27FC236}">
                <a16:creationId xmlns:a16="http://schemas.microsoft.com/office/drawing/2014/main" id="{F1812A68-7E03-4E61-84E0-3B7F8C3984A6}"/>
              </a:ext>
            </a:extLst>
          </p:cNvPr>
          <p:cNvSpPr>
            <a:spLocks xmlns:a="http://schemas.openxmlformats.org/drawingml/2006/main" noGrp="1"/>
          </p:cNvSpPr>
          <p:nvPr/>
        </p:nvSpPr>
        <p:spPr>
          <a:xfrm xmlns:a="http://schemas.openxmlformats.org/drawingml/2006/main">
            <a:off x="6429375" y="2219325"/>
            <a:ext cx="4953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B71920"/>
                </a:solidFill>
                <a:latin typeface="Microsoft YaHei"/>
                <a:ea typeface="Microsoft YaHei"/>
                <a:cs typeface="Microsoft YaHei"/>
              </a:defRPr>
            </a:defPPr>
            <a:lvl1pPr algn="l">
              <a:defRPr sz="2025" b="0">
                <a:solidFill>
                  <a:srgbClr val="B71920"/>
                </a:solidFill>
                <a:latin typeface="Microsoft YaHei"/>
                <a:ea typeface="Microsoft YaHei"/>
                <a:cs typeface="Microsoft YaHei"/>
              </a:defRPr>
            </a:lvl1pPr>
            <a:lvl2pPr algn="l">
              <a:defRPr sz="2025" b="0">
                <a:solidFill>
                  <a:srgbClr val="B71920"/>
                </a:solidFill>
                <a:latin typeface="Microsoft YaHei"/>
                <a:ea typeface="Microsoft YaHei"/>
                <a:cs typeface="Microsoft YaHei"/>
              </a:defRPr>
            </a:lvl2pPr>
            <a:lvl3pPr algn="l">
              <a:defRPr sz="2025" b="0">
                <a:solidFill>
                  <a:srgbClr val="B71920"/>
                </a:solidFill>
                <a:latin typeface="Microsoft YaHei"/>
                <a:ea typeface="Microsoft YaHei"/>
                <a:cs typeface="Microsoft YaHei"/>
              </a:defRPr>
            </a:lvl3pPr>
            <a:lvl4pPr algn="l">
              <a:defRPr sz="2025" b="0">
                <a:solidFill>
                  <a:srgbClr val="B71920"/>
                </a:solidFill>
                <a:latin typeface="Microsoft YaHei"/>
                <a:ea typeface="Microsoft YaHei"/>
                <a:cs typeface="Microsoft YaHei"/>
              </a:defRPr>
            </a:lvl4pPr>
            <a:lvl5pPr algn="l">
              <a:defRPr sz="2025" b="0">
                <a:solidFill>
                  <a:srgbClr val="B71920"/>
                </a:solidFill>
                <a:latin typeface="Microsoft YaHei"/>
                <a:ea typeface="Microsoft YaHei"/>
                <a:cs typeface="Microsoft YaHei"/>
              </a:defRPr>
            </a:lvl5pPr>
            <a:lvl6pPr algn="l">
              <a:defRPr sz="2025" b="0">
                <a:solidFill>
                  <a:srgbClr val="B71920"/>
                </a:solidFill>
                <a:latin typeface="Microsoft YaHei"/>
                <a:ea typeface="Microsoft YaHei"/>
                <a:cs typeface="Microsoft YaHei"/>
              </a:defRPr>
            </a:lvl6pPr>
            <a:lvl7pPr algn="l">
              <a:defRPr sz="2025" b="0">
                <a:solidFill>
                  <a:srgbClr val="B71920"/>
                </a:solidFill>
                <a:latin typeface="Microsoft YaHei"/>
                <a:ea typeface="Microsoft YaHei"/>
                <a:cs typeface="Microsoft YaHei"/>
              </a:defRPr>
            </a:lvl7pPr>
            <a:lvl8pPr algn="l">
              <a:defRPr sz="2025" b="0">
                <a:solidFill>
                  <a:srgbClr val="B71920"/>
                </a:solidFill>
                <a:latin typeface="Microsoft YaHei"/>
                <a:ea typeface="Microsoft YaHei"/>
                <a:cs typeface="Microsoft YaHei"/>
              </a:defRPr>
            </a:lvl8pPr>
            <a:lvl9pPr algn="l">
              <a:defRPr sz="2025" b="0">
                <a:solidFill>
                  <a:srgbClr val="B71920"/>
                </a:solidFill>
                <a:latin typeface="Microsoft YaHei"/>
                <a:ea typeface="Microsoft YaHei"/>
                <a:cs typeface="Microsoft YaHei"/>
              </a:defRPr>
            </a:lvl9pPr>
          </a:lstStyle>
          <a:p xmlns:a="http://schemas.openxmlformats.org/drawingml/2006/main">
            <a:pPr algn="l">
              <a:defRPr sz="2025" b="0">
                <a:solidFill>
                  <a:srgbClr val="B71920"/>
                </a:solidFill>
                <a:latin typeface="Microsoft YaHei"/>
                <a:ea typeface="Microsoft YaHei"/>
                <a:cs typeface="Microsoft YaHei"/>
              </a:defRPr>
            </a:pPr>
            <a:r>
              <a:rPr sz="2025" b="0">
                <a:solidFill>
                  <a:srgbClr val="B71920"/>
                </a:solidFill>
                <a:latin typeface="Microsoft YaHei"/>
                <a:ea typeface="Microsoft YaHei"/>
                <a:cs typeface="Microsoft YaHei"/>
              </a:rPr>
              <a:t>Practical use</a:t>
            </a:r>
          </a:p>
        </p:txBody>
      </p:sp>
      <p:sp>
        <p:nvSpPr>
          <p:cNvPr id="7" name="practical">
            <a:extLst xmlns:a="http://schemas.openxmlformats.org/drawingml/2006/main">
              <a:ext uri="{FF2B5EF4-FFF2-40B4-BE49-F238E27FC236}">
                <a16:creationId xmlns:a16="http://schemas.microsoft.com/office/drawing/2014/main" id="{120E8CB4-5C62-43A7-AC7A-6382B8813F9E}"/>
              </a:ext>
            </a:extLst>
          </p:cNvPr>
          <p:cNvSpPr>
            <a:spLocks xmlns:a="http://schemas.openxmlformats.org/drawingml/2006/main" noGrp="1"/>
          </p:cNvSpPr>
          <p:nvPr/>
        </p:nvSpPr>
        <p:spPr>
          <a:xfrm xmlns:a="http://schemas.openxmlformats.org/drawingml/2006/main">
            <a:off x="6429375" y="2819400"/>
            <a:ext cx="5048250" cy="2895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03030"/>
                </a:solidFill>
                <a:latin typeface="Microsoft YaHei"/>
                <a:ea typeface="Microsoft YaHei"/>
                <a:cs typeface="Microsoft YaHei"/>
              </a:defRPr>
            </a:defPPr>
            <a:lvl1pPr algn="l">
              <a:defRPr sz="1800" b="0">
                <a:solidFill>
                  <a:srgbClr val="303030"/>
                </a:solidFill>
                <a:latin typeface="Microsoft YaHei"/>
                <a:ea typeface="Microsoft YaHei"/>
                <a:cs typeface="Microsoft YaHei"/>
              </a:defRPr>
            </a:lvl1pPr>
            <a:lvl2pPr algn="l">
              <a:defRPr sz="1800" b="0">
                <a:solidFill>
                  <a:srgbClr val="303030"/>
                </a:solidFill>
                <a:latin typeface="Microsoft YaHei"/>
                <a:ea typeface="Microsoft YaHei"/>
                <a:cs typeface="Microsoft YaHei"/>
              </a:defRPr>
            </a:lvl2pPr>
            <a:lvl3pPr algn="l">
              <a:defRPr sz="1800" b="0">
                <a:solidFill>
                  <a:srgbClr val="303030"/>
                </a:solidFill>
                <a:latin typeface="Microsoft YaHei"/>
                <a:ea typeface="Microsoft YaHei"/>
                <a:cs typeface="Microsoft YaHei"/>
              </a:defRPr>
            </a:lvl3pPr>
            <a:lvl4pPr algn="l">
              <a:defRPr sz="1800" b="0">
                <a:solidFill>
                  <a:srgbClr val="303030"/>
                </a:solidFill>
                <a:latin typeface="Microsoft YaHei"/>
                <a:ea typeface="Microsoft YaHei"/>
                <a:cs typeface="Microsoft YaHei"/>
              </a:defRPr>
            </a:lvl4pPr>
            <a:lvl5pPr algn="l">
              <a:defRPr sz="1800" b="0">
                <a:solidFill>
                  <a:srgbClr val="303030"/>
                </a:solidFill>
                <a:latin typeface="Microsoft YaHei"/>
                <a:ea typeface="Microsoft YaHei"/>
                <a:cs typeface="Microsoft YaHei"/>
              </a:defRPr>
            </a:lvl5pPr>
            <a:lvl6pPr algn="l">
              <a:defRPr sz="1800" b="0">
                <a:solidFill>
                  <a:srgbClr val="303030"/>
                </a:solidFill>
                <a:latin typeface="Microsoft YaHei"/>
                <a:ea typeface="Microsoft YaHei"/>
                <a:cs typeface="Microsoft YaHei"/>
              </a:defRPr>
            </a:lvl6pPr>
            <a:lvl7pPr algn="l">
              <a:defRPr sz="1800" b="0">
                <a:solidFill>
                  <a:srgbClr val="303030"/>
                </a:solidFill>
                <a:latin typeface="Microsoft YaHei"/>
                <a:ea typeface="Microsoft YaHei"/>
                <a:cs typeface="Microsoft YaHei"/>
              </a:defRPr>
            </a:lvl7pPr>
            <a:lvl8pPr algn="l">
              <a:defRPr sz="1800" b="0">
                <a:solidFill>
                  <a:srgbClr val="303030"/>
                </a:solidFill>
                <a:latin typeface="Microsoft YaHei"/>
                <a:ea typeface="Microsoft YaHei"/>
                <a:cs typeface="Microsoft YaHei"/>
              </a:defRPr>
            </a:lvl8pPr>
            <a:lvl9pPr algn="l">
              <a:defRPr sz="1800" b="0">
                <a:solidFill>
                  <a:srgbClr val="303030"/>
                </a:solidFill>
                <a:latin typeface="Microsoft YaHei"/>
                <a:ea typeface="Microsoft YaHei"/>
                <a:cs typeface="Microsoft YaHei"/>
              </a:defRPr>
            </a:lvl9pPr>
          </a:lstStyle>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Help teams choose which checks</a:t>
            </a:r>
          </a:p>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to enable.</a:t>
            </a:r>
          </a:p>
          <a:p xmlns:a="http://schemas.openxmlformats.org/drawingml/2006/main">
            <a:r>
              <a:t/>
            </a:r>
          </a:p>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Show when preparing and reusing</a:t>
            </a:r>
          </a:p>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knowledge is worthwhile.</a:t>
            </a:r>
          </a:p>
          <a:p xmlns:a="http://schemas.openxmlformats.org/drawingml/2006/main">
            <a:r>
              <a:t/>
            </a:r>
          </a:p>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Clarify when a simpler single agent</a:t>
            </a:r>
          </a:p>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is sufficient.</a:t>
            </a:r>
          </a:p>
        </p:txBody>
      </p:sp>
      <p:sp>
        <p:nvSpPr>
          <p:cNvPr id="8" name="outputs">
            <a:extLst xmlns:a="http://schemas.openxmlformats.org/drawingml/2006/main">
              <a:ext uri="{FF2B5EF4-FFF2-40B4-BE49-F238E27FC236}">
                <a16:creationId xmlns:a16="http://schemas.microsoft.com/office/drawing/2014/main" id="{E94DEA4A-F2E4-4A63-9F84-D1E5BA13380B}"/>
              </a:ext>
            </a:extLst>
          </p:cNvPr>
          <p:cNvSpPr>
            <a:spLocks xmlns:a="http://schemas.openxmlformats.org/drawingml/2006/main" noGrp="1"/>
          </p:cNvSpPr>
          <p:nvPr/>
        </p:nvSpPr>
        <p:spPr>
          <a:xfrm xmlns:a="http://schemas.openxmlformats.org/drawingml/2006/main">
            <a:off x="571500" y="5962650"/>
            <a:ext cx="1095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55555"/>
                </a:solidFill>
                <a:latin typeface="Microsoft YaHei"/>
                <a:ea typeface="Microsoft YaHei"/>
                <a:cs typeface="Microsoft YaHei"/>
              </a:defRPr>
            </a:defPPr>
            <a:lvl1pPr algn="l">
              <a:defRPr sz="1575" b="0">
                <a:solidFill>
                  <a:srgbClr val="555555"/>
                </a:solidFill>
                <a:latin typeface="Microsoft YaHei"/>
                <a:ea typeface="Microsoft YaHei"/>
                <a:cs typeface="Microsoft YaHei"/>
              </a:defRPr>
            </a:lvl1pPr>
            <a:lvl2pPr algn="l">
              <a:defRPr sz="1575" b="0">
                <a:solidFill>
                  <a:srgbClr val="555555"/>
                </a:solidFill>
                <a:latin typeface="Microsoft YaHei"/>
                <a:ea typeface="Microsoft YaHei"/>
                <a:cs typeface="Microsoft YaHei"/>
              </a:defRPr>
            </a:lvl2pPr>
            <a:lvl3pPr algn="l">
              <a:defRPr sz="1575" b="0">
                <a:solidFill>
                  <a:srgbClr val="555555"/>
                </a:solidFill>
                <a:latin typeface="Microsoft YaHei"/>
                <a:ea typeface="Microsoft YaHei"/>
                <a:cs typeface="Microsoft YaHei"/>
              </a:defRPr>
            </a:lvl3pPr>
            <a:lvl4pPr algn="l">
              <a:defRPr sz="1575" b="0">
                <a:solidFill>
                  <a:srgbClr val="555555"/>
                </a:solidFill>
                <a:latin typeface="Microsoft YaHei"/>
                <a:ea typeface="Microsoft YaHei"/>
                <a:cs typeface="Microsoft YaHei"/>
              </a:defRPr>
            </a:lvl4pPr>
            <a:lvl5pPr algn="l">
              <a:defRPr sz="1575" b="0">
                <a:solidFill>
                  <a:srgbClr val="555555"/>
                </a:solidFill>
                <a:latin typeface="Microsoft YaHei"/>
                <a:ea typeface="Microsoft YaHei"/>
                <a:cs typeface="Microsoft YaHei"/>
              </a:defRPr>
            </a:lvl5pPr>
            <a:lvl6pPr algn="l">
              <a:defRPr sz="1575" b="0">
                <a:solidFill>
                  <a:srgbClr val="555555"/>
                </a:solidFill>
                <a:latin typeface="Microsoft YaHei"/>
                <a:ea typeface="Microsoft YaHei"/>
                <a:cs typeface="Microsoft YaHei"/>
              </a:defRPr>
            </a:lvl6pPr>
            <a:lvl7pPr algn="l">
              <a:defRPr sz="1575" b="0">
                <a:solidFill>
                  <a:srgbClr val="555555"/>
                </a:solidFill>
                <a:latin typeface="Microsoft YaHei"/>
                <a:ea typeface="Microsoft YaHei"/>
                <a:cs typeface="Microsoft YaHei"/>
              </a:defRPr>
            </a:lvl7pPr>
            <a:lvl8pPr algn="l">
              <a:defRPr sz="1575" b="0">
                <a:solidFill>
                  <a:srgbClr val="555555"/>
                </a:solidFill>
                <a:latin typeface="Microsoft YaHei"/>
                <a:ea typeface="Microsoft YaHei"/>
                <a:cs typeface="Microsoft YaHei"/>
              </a:defRPr>
            </a:lvl8pPr>
            <a:lvl9pPr algn="l">
              <a:defRPr sz="1575" b="0">
                <a:solidFill>
                  <a:srgbClr val="555555"/>
                </a:solidFill>
                <a:latin typeface="Microsoft YaHei"/>
                <a:ea typeface="Microsoft YaHei"/>
                <a:cs typeface="Microsoft YaHei"/>
              </a:defRPr>
            </a:lvl9pPr>
          </a:lstStyle>
          <a:p xmlns:a="http://schemas.openxmlformats.org/drawingml/2006/main">
            <a:pPr algn="l">
              <a:defRPr sz="1575" b="0">
                <a:solidFill>
                  <a:srgbClr val="555555"/>
                </a:solidFill>
                <a:latin typeface="Microsoft YaHei"/>
                <a:ea typeface="Microsoft YaHei"/>
                <a:cs typeface="Microsoft YaHei"/>
              </a:defRPr>
            </a:pPr>
            <a:r>
              <a:rPr sz="1575" b="0">
                <a:solidFill>
                  <a:srgbClr val="555555"/>
                </a:solidFill>
                <a:latin typeface="Microsoft YaHei"/>
                <a:ea typeface="Microsoft YaHei"/>
                <a:cs typeface="Microsoft YaHei"/>
              </a:rPr>
              <a:t>Expected outputs: failure evidence, an implementation and quality–cost comparisons.</a:t>
            </a:r>
          </a:p>
        </p:txBody>
      </p:sp>
    </p:spTree>
    <p:extLst>
      <p:ext uri="{BB962C8B-B14F-4D97-AF65-F5344CB8AC3E}">
        <p14:creationId xmlns:p14="http://schemas.microsoft.com/office/powerpoint/2010/main" val="91057728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2F388D7C-60D2-4A17-BC4D-FAE67736FF37}"/>
              </a:ext>
            </a:extLst>
          </p:cNvPr>
          <p:cNvSpPr>
            <a:spLocks xmlns:a="http://schemas.openxmlformats.org/drawingml/2006/main" noGrp="1"/>
          </p:cNvSpPr>
          <p:nvPr/>
        </p:nvSpPr>
        <p:spPr>
          <a:xfrm xmlns:a="http://schemas.openxmlformats.org/drawingml/2006/main">
            <a:off x="571500" y="8667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B71920"/>
                </a:solidFill>
                <a:latin typeface="Microsoft YaHei"/>
                <a:ea typeface="Microsoft YaHei"/>
                <a:cs typeface="Microsoft YaHei"/>
              </a:defRPr>
            </a:defPPr>
            <a:lvl1pPr algn="l">
              <a:defRPr sz="1650" b="0">
                <a:solidFill>
                  <a:srgbClr val="B71920"/>
                </a:solidFill>
                <a:latin typeface="Microsoft YaHei"/>
                <a:ea typeface="Microsoft YaHei"/>
                <a:cs typeface="Microsoft YaHei"/>
              </a:defRPr>
            </a:lvl1pPr>
            <a:lvl2pPr algn="l">
              <a:defRPr sz="1650" b="0">
                <a:solidFill>
                  <a:srgbClr val="B71920"/>
                </a:solidFill>
                <a:latin typeface="Microsoft YaHei"/>
                <a:ea typeface="Microsoft YaHei"/>
                <a:cs typeface="Microsoft YaHei"/>
              </a:defRPr>
            </a:lvl2pPr>
            <a:lvl3pPr algn="l">
              <a:defRPr sz="1650" b="0">
                <a:solidFill>
                  <a:srgbClr val="B71920"/>
                </a:solidFill>
                <a:latin typeface="Microsoft YaHei"/>
                <a:ea typeface="Microsoft YaHei"/>
                <a:cs typeface="Microsoft YaHei"/>
              </a:defRPr>
            </a:lvl3pPr>
            <a:lvl4pPr algn="l">
              <a:defRPr sz="1650" b="0">
                <a:solidFill>
                  <a:srgbClr val="B71920"/>
                </a:solidFill>
                <a:latin typeface="Microsoft YaHei"/>
                <a:ea typeface="Microsoft YaHei"/>
                <a:cs typeface="Microsoft YaHei"/>
              </a:defRPr>
            </a:lvl4pPr>
            <a:lvl5pPr algn="l">
              <a:defRPr sz="1650" b="0">
                <a:solidFill>
                  <a:srgbClr val="B71920"/>
                </a:solidFill>
                <a:latin typeface="Microsoft YaHei"/>
                <a:ea typeface="Microsoft YaHei"/>
                <a:cs typeface="Microsoft YaHei"/>
              </a:defRPr>
            </a:lvl5pPr>
            <a:lvl6pPr algn="l">
              <a:defRPr sz="1650" b="0">
                <a:solidFill>
                  <a:srgbClr val="B71920"/>
                </a:solidFill>
                <a:latin typeface="Microsoft YaHei"/>
                <a:ea typeface="Microsoft YaHei"/>
                <a:cs typeface="Microsoft YaHei"/>
              </a:defRPr>
            </a:lvl6pPr>
            <a:lvl7pPr algn="l">
              <a:defRPr sz="1650" b="0">
                <a:solidFill>
                  <a:srgbClr val="B71920"/>
                </a:solidFill>
                <a:latin typeface="Microsoft YaHei"/>
                <a:ea typeface="Microsoft YaHei"/>
                <a:cs typeface="Microsoft YaHei"/>
              </a:defRPr>
            </a:lvl7pPr>
            <a:lvl8pPr algn="l">
              <a:defRPr sz="1650" b="0">
                <a:solidFill>
                  <a:srgbClr val="B71920"/>
                </a:solidFill>
                <a:latin typeface="Microsoft YaHei"/>
                <a:ea typeface="Microsoft YaHei"/>
                <a:cs typeface="Microsoft YaHei"/>
              </a:defRPr>
            </a:lvl8pPr>
            <a:lvl9pPr algn="l">
              <a:defRPr sz="1650" b="0">
                <a:solidFill>
                  <a:srgbClr val="B71920"/>
                </a:solidFill>
                <a:latin typeface="Microsoft YaHei"/>
                <a:ea typeface="Microsoft YaHei"/>
                <a:cs typeface="Microsoft YaHei"/>
              </a:defRPr>
            </a:lvl9pPr>
          </a:lstStyle>
          <a:p xmlns:a="http://schemas.openxmlformats.org/drawingml/2006/main">
            <a:pPr algn="l">
              <a:defRPr sz="1650" b="0">
                <a:solidFill>
                  <a:srgbClr val="B71920"/>
                </a:solidFill>
                <a:latin typeface="Microsoft YaHei"/>
                <a:ea typeface="Microsoft YaHei"/>
                <a:cs typeface="Microsoft YaHei"/>
              </a:defRPr>
            </a:pPr>
            <a:r>
              <a:rPr sz="1650" b="0">
                <a:solidFill>
                  <a:srgbClr val="B71920"/>
                </a:solidFill>
                <a:latin typeface="Microsoft YaHei"/>
                <a:ea typeface="Microsoft YaHei"/>
                <a:cs typeface="Microsoft YaHei"/>
              </a:rPr>
              <a:t>Expected Results &amp; Innovation Points</a:t>
            </a:r>
          </a:p>
        </p:txBody>
      </p:sp>
      <p:sp>
        <p:nvSpPr>
          <p:cNvPr id="2" name="slide-title">
            <a:extLst xmlns:a="http://schemas.openxmlformats.org/drawingml/2006/main">
              <a:ext uri="{FF2B5EF4-FFF2-40B4-BE49-F238E27FC236}">
                <a16:creationId xmlns:a16="http://schemas.microsoft.com/office/drawing/2014/main" id="{BFF30551-071A-41B5-9AF5-9D6275E3276A}"/>
              </a:ext>
            </a:extLst>
          </p:cNvPr>
          <p:cNvSpPr>
            <a:spLocks xmlns:a="http://schemas.openxmlformats.org/drawingml/2006/main" noGrp="1"/>
          </p:cNvSpPr>
          <p:nvPr/>
        </p:nvSpPr>
        <p:spPr>
          <a:xfrm xmlns:a="http://schemas.openxmlformats.org/drawingml/2006/main">
            <a:off x="571500" y="132397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303030"/>
                </a:solidFill>
                <a:latin typeface="Microsoft YaHei"/>
                <a:ea typeface="Microsoft YaHei"/>
                <a:cs typeface="Microsoft YaHei"/>
              </a:defRPr>
            </a:defPPr>
            <a:lvl1pPr algn="l">
              <a:defRPr sz="2625" b="0">
                <a:solidFill>
                  <a:srgbClr val="303030"/>
                </a:solidFill>
                <a:latin typeface="Microsoft YaHei"/>
                <a:ea typeface="Microsoft YaHei"/>
                <a:cs typeface="Microsoft YaHei"/>
              </a:defRPr>
            </a:lvl1pPr>
            <a:lvl2pPr algn="l">
              <a:defRPr sz="2625" b="0">
                <a:solidFill>
                  <a:srgbClr val="303030"/>
                </a:solidFill>
                <a:latin typeface="Microsoft YaHei"/>
                <a:ea typeface="Microsoft YaHei"/>
                <a:cs typeface="Microsoft YaHei"/>
              </a:defRPr>
            </a:lvl2pPr>
            <a:lvl3pPr algn="l">
              <a:defRPr sz="2625" b="0">
                <a:solidFill>
                  <a:srgbClr val="303030"/>
                </a:solidFill>
                <a:latin typeface="Microsoft YaHei"/>
                <a:ea typeface="Microsoft YaHei"/>
                <a:cs typeface="Microsoft YaHei"/>
              </a:defRPr>
            </a:lvl3pPr>
            <a:lvl4pPr algn="l">
              <a:defRPr sz="2625" b="0">
                <a:solidFill>
                  <a:srgbClr val="303030"/>
                </a:solidFill>
                <a:latin typeface="Microsoft YaHei"/>
                <a:ea typeface="Microsoft YaHei"/>
                <a:cs typeface="Microsoft YaHei"/>
              </a:defRPr>
            </a:lvl4pPr>
            <a:lvl5pPr algn="l">
              <a:defRPr sz="2625" b="0">
                <a:solidFill>
                  <a:srgbClr val="303030"/>
                </a:solidFill>
                <a:latin typeface="Microsoft YaHei"/>
                <a:ea typeface="Microsoft YaHei"/>
                <a:cs typeface="Microsoft YaHei"/>
              </a:defRPr>
            </a:lvl5pPr>
            <a:lvl6pPr algn="l">
              <a:defRPr sz="2625" b="0">
                <a:solidFill>
                  <a:srgbClr val="303030"/>
                </a:solidFill>
                <a:latin typeface="Microsoft YaHei"/>
                <a:ea typeface="Microsoft YaHei"/>
                <a:cs typeface="Microsoft YaHei"/>
              </a:defRPr>
            </a:lvl6pPr>
            <a:lvl7pPr algn="l">
              <a:defRPr sz="2625" b="0">
                <a:solidFill>
                  <a:srgbClr val="303030"/>
                </a:solidFill>
                <a:latin typeface="Microsoft YaHei"/>
                <a:ea typeface="Microsoft YaHei"/>
                <a:cs typeface="Microsoft YaHei"/>
              </a:defRPr>
            </a:lvl7pPr>
            <a:lvl8pPr algn="l">
              <a:defRPr sz="2625" b="0">
                <a:solidFill>
                  <a:srgbClr val="303030"/>
                </a:solidFill>
                <a:latin typeface="Microsoft YaHei"/>
                <a:ea typeface="Microsoft YaHei"/>
                <a:cs typeface="Microsoft YaHei"/>
              </a:defRPr>
            </a:lvl8pPr>
            <a:lvl9pPr algn="l">
              <a:defRPr sz="2625" b="0">
                <a:solidFill>
                  <a:srgbClr val="303030"/>
                </a:solidFill>
                <a:latin typeface="Microsoft YaHei"/>
                <a:ea typeface="Microsoft YaHei"/>
                <a:cs typeface="Microsoft YaHei"/>
              </a:defRPr>
            </a:lvl9pPr>
          </a:lstStyle>
          <a:p xmlns:a="http://schemas.openxmlformats.org/drawingml/2006/main">
            <a:pPr algn="l">
              <a:defRPr sz="2625" b="0">
                <a:solidFill>
                  <a:srgbClr val="303030"/>
                </a:solidFill>
                <a:latin typeface="Microsoft YaHei"/>
                <a:ea typeface="Microsoft YaHei"/>
                <a:cs typeface="Microsoft YaHei"/>
              </a:defRPr>
            </a:pPr>
            <a:r>
              <a:rPr sz="2625" b="0">
                <a:solidFill>
                  <a:srgbClr val="303030"/>
                </a:solidFill>
                <a:latin typeface="Microsoft YaHei"/>
                <a:ea typeface="Microsoft YaHei"/>
                <a:cs typeface="Microsoft YaHei"/>
              </a:rPr>
              <a:t>Cost-effectiveness and business decisions</a:t>
            </a:r>
          </a:p>
        </p:txBody>
      </p:sp>
      <p:sp>
        <p:nvSpPr>
          <p:cNvPr id="3" name="page">
            <a:extLst xmlns:a="http://schemas.openxmlformats.org/drawingml/2006/main">
              <a:ext uri="{FF2B5EF4-FFF2-40B4-BE49-F238E27FC236}">
                <a16:creationId xmlns:a16="http://schemas.microsoft.com/office/drawing/2014/main" id="{79A35246-95FD-467C-9FA7-952F191EE143}"/>
              </a:ext>
            </a:extLst>
          </p:cNvPr>
          <p:cNvSpPr>
            <a:spLocks xmlns:a="http://schemas.openxmlformats.org/drawingml/2006/main" noGrp="1"/>
          </p:cNvSpPr>
          <p:nvPr/>
        </p:nvSpPr>
        <p:spPr>
          <a:xfrm xmlns:a="http://schemas.openxmlformats.org/drawingml/2006/main">
            <a:off x="10801350" y="6353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55555"/>
                </a:solidFill>
                <a:latin typeface="Microsoft YaHei"/>
                <a:ea typeface="Microsoft YaHei"/>
                <a:cs typeface="Microsoft YaHei"/>
              </a:defRPr>
            </a:defPPr>
            <a:lvl1pPr algn="r">
              <a:defRPr sz="1125" b="0">
                <a:solidFill>
                  <a:srgbClr val="555555"/>
                </a:solidFill>
                <a:latin typeface="Microsoft YaHei"/>
                <a:ea typeface="Microsoft YaHei"/>
                <a:cs typeface="Microsoft YaHei"/>
              </a:defRPr>
            </a:lvl1pPr>
            <a:lvl2pPr algn="r">
              <a:defRPr sz="1125" b="0">
                <a:solidFill>
                  <a:srgbClr val="555555"/>
                </a:solidFill>
                <a:latin typeface="Microsoft YaHei"/>
                <a:ea typeface="Microsoft YaHei"/>
                <a:cs typeface="Microsoft YaHei"/>
              </a:defRPr>
            </a:lvl2pPr>
            <a:lvl3pPr algn="r">
              <a:defRPr sz="1125" b="0">
                <a:solidFill>
                  <a:srgbClr val="555555"/>
                </a:solidFill>
                <a:latin typeface="Microsoft YaHei"/>
                <a:ea typeface="Microsoft YaHei"/>
                <a:cs typeface="Microsoft YaHei"/>
              </a:defRPr>
            </a:lvl3pPr>
            <a:lvl4pPr algn="r">
              <a:defRPr sz="1125" b="0">
                <a:solidFill>
                  <a:srgbClr val="555555"/>
                </a:solidFill>
                <a:latin typeface="Microsoft YaHei"/>
                <a:ea typeface="Microsoft YaHei"/>
                <a:cs typeface="Microsoft YaHei"/>
              </a:defRPr>
            </a:lvl4pPr>
            <a:lvl5pPr algn="r">
              <a:defRPr sz="1125" b="0">
                <a:solidFill>
                  <a:srgbClr val="555555"/>
                </a:solidFill>
                <a:latin typeface="Microsoft YaHei"/>
                <a:ea typeface="Microsoft YaHei"/>
                <a:cs typeface="Microsoft YaHei"/>
              </a:defRPr>
            </a:lvl5pPr>
            <a:lvl6pPr algn="r">
              <a:defRPr sz="1125" b="0">
                <a:solidFill>
                  <a:srgbClr val="555555"/>
                </a:solidFill>
                <a:latin typeface="Microsoft YaHei"/>
                <a:ea typeface="Microsoft YaHei"/>
                <a:cs typeface="Microsoft YaHei"/>
              </a:defRPr>
            </a:lvl6pPr>
            <a:lvl7pPr algn="r">
              <a:defRPr sz="1125" b="0">
                <a:solidFill>
                  <a:srgbClr val="555555"/>
                </a:solidFill>
                <a:latin typeface="Microsoft YaHei"/>
                <a:ea typeface="Microsoft YaHei"/>
                <a:cs typeface="Microsoft YaHei"/>
              </a:defRPr>
            </a:lvl7pPr>
            <a:lvl8pPr algn="r">
              <a:defRPr sz="1125" b="0">
                <a:solidFill>
                  <a:srgbClr val="555555"/>
                </a:solidFill>
                <a:latin typeface="Microsoft YaHei"/>
                <a:ea typeface="Microsoft YaHei"/>
                <a:cs typeface="Microsoft YaHei"/>
              </a:defRPr>
            </a:lvl8pPr>
            <a:lvl9pPr algn="r">
              <a:defRPr sz="1125" b="0">
                <a:solidFill>
                  <a:srgbClr val="555555"/>
                </a:solidFill>
                <a:latin typeface="Microsoft YaHei"/>
                <a:ea typeface="Microsoft YaHei"/>
                <a:cs typeface="Microsoft YaHei"/>
              </a:defRPr>
            </a:lvl9pPr>
          </a:lstStyle>
          <a:p xmlns:a="http://schemas.openxmlformats.org/drawingml/2006/main">
            <a:pPr algn="r">
              <a:defRPr sz="1125" b="0">
                <a:solidFill>
                  <a:srgbClr val="555555"/>
                </a:solidFill>
                <a:latin typeface="Microsoft YaHei"/>
                <a:ea typeface="Microsoft YaHei"/>
                <a:cs typeface="Microsoft YaHei"/>
              </a:defRPr>
            </a:pPr>
            <a:r>
              <a:rPr sz="1125" b="0">
                <a:solidFill>
                  <a:srgbClr val="555555"/>
                </a:solidFill>
                <a:latin typeface="Microsoft YaHei"/>
                <a:ea typeface="Microsoft YaHei"/>
                <a:cs typeface="Microsoft YaHei"/>
              </a:rPr>
              <a:t>14 / 16</a:t>
            </a:r>
          </a:p>
        </p:txBody>
      </p:sp>
      <p:sp>
        <p:nvSpPr>
          <p:cNvPr id="4" name="operating-head">
            <a:extLst xmlns:a="http://schemas.openxmlformats.org/drawingml/2006/main">
              <a:ext uri="{FF2B5EF4-FFF2-40B4-BE49-F238E27FC236}">
                <a16:creationId xmlns:a16="http://schemas.microsoft.com/office/drawing/2014/main" id="{0086E8A6-2861-43A7-BDE2-F2120900A0ED}"/>
              </a:ext>
            </a:extLst>
          </p:cNvPr>
          <p:cNvSpPr>
            <a:spLocks xmlns:a="http://schemas.openxmlformats.org/drawingml/2006/main" noGrp="1"/>
          </p:cNvSpPr>
          <p:nvPr/>
        </p:nvSpPr>
        <p:spPr>
          <a:xfrm xmlns:a="http://schemas.openxmlformats.org/drawingml/2006/main">
            <a:off x="571500" y="2209800"/>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B71920"/>
                </a:solidFill>
                <a:latin typeface="Microsoft YaHei"/>
                <a:ea typeface="Microsoft YaHei"/>
                <a:cs typeface="Microsoft YaHei"/>
              </a:defRPr>
            </a:defPPr>
            <a:lvl1pPr algn="l">
              <a:defRPr sz="2025" b="0">
                <a:solidFill>
                  <a:srgbClr val="B71920"/>
                </a:solidFill>
                <a:latin typeface="Microsoft YaHei"/>
                <a:ea typeface="Microsoft YaHei"/>
                <a:cs typeface="Microsoft YaHei"/>
              </a:defRPr>
            </a:lvl1pPr>
            <a:lvl2pPr algn="l">
              <a:defRPr sz="2025" b="0">
                <a:solidFill>
                  <a:srgbClr val="B71920"/>
                </a:solidFill>
                <a:latin typeface="Microsoft YaHei"/>
                <a:ea typeface="Microsoft YaHei"/>
                <a:cs typeface="Microsoft YaHei"/>
              </a:defRPr>
            </a:lvl2pPr>
            <a:lvl3pPr algn="l">
              <a:defRPr sz="2025" b="0">
                <a:solidFill>
                  <a:srgbClr val="B71920"/>
                </a:solidFill>
                <a:latin typeface="Microsoft YaHei"/>
                <a:ea typeface="Microsoft YaHei"/>
                <a:cs typeface="Microsoft YaHei"/>
              </a:defRPr>
            </a:lvl3pPr>
            <a:lvl4pPr algn="l">
              <a:defRPr sz="2025" b="0">
                <a:solidFill>
                  <a:srgbClr val="B71920"/>
                </a:solidFill>
                <a:latin typeface="Microsoft YaHei"/>
                <a:ea typeface="Microsoft YaHei"/>
                <a:cs typeface="Microsoft YaHei"/>
              </a:defRPr>
            </a:lvl4pPr>
            <a:lvl5pPr algn="l">
              <a:defRPr sz="2025" b="0">
                <a:solidFill>
                  <a:srgbClr val="B71920"/>
                </a:solidFill>
                <a:latin typeface="Microsoft YaHei"/>
                <a:ea typeface="Microsoft YaHei"/>
                <a:cs typeface="Microsoft YaHei"/>
              </a:defRPr>
            </a:lvl5pPr>
            <a:lvl6pPr algn="l">
              <a:defRPr sz="2025" b="0">
                <a:solidFill>
                  <a:srgbClr val="B71920"/>
                </a:solidFill>
                <a:latin typeface="Microsoft YaHei"/>
                <a:ea typeface="Microsoft YaHei"/>
                <a:cs typeface="Microsoft YaHei"/>
              </a:defRPr>
            </a:lvl6pPr>
            <a:lvl7pPr algn="l">
              <a:defRPr sz="2025" b="0">
                <a:solidFill>
                  <a:srgbClr val="B71920"/>
                </a:solidFill>
                <a:latin typeface="Microsoft YaHei"/>
                <a:ea typeface="Microsoft YaHei"/>
                <a:cs typeface="Microsoft YaHei"/>
              </a:defRPr>
            </a:lvl7pPr>
            <a:lvl8pPr algn="l">
              <a:defRPr sz="2025" b="0">
                <a:solidFill>
                  <a:srgbClr val="B71920"/>
                </a:solidFill>
                <a:latin typeface="Microsoft YaHei"/>
                <a:ea typeface="Microsoft YaHei"/>
                <a:cs typeface="Microsoft YaHei"/>
              </a:defRPr>
            </a:lvl8pPr>
            <a:lvl9pPr algn="l">
              <a:defRPr sz="2025" b="0">
                <a:solidFill>
                  <a:srgbClr val="B71920"/>
                </a:solidFill>
                <a:latin typeface="Microsoft YaHei"/>
                <a:ea typeface="Microsoft YaHei"/>
                <a:cs typeface="Microsoft YaHei"/>
              </a:defRPr>
            </a:lvl9pPr>
          </a:lstStyle>
          <a:p xmlns:a="http://schemas.openxmlformats.org/drawingml/2006/main">
            <a:pPr algn="l">
              <a:defRPr sz="2025" b="0">
                <a:solidFill>
                  <a:srgbClr val="B71920"/>
                </a:solidFill>
                <a:latin typeface="Microsoft YaHei"/>
                <a:ea typeface="Microsoft YaHei"/>
                <a:cs typeface="Microsoft YaHei"/>
              </a:defRPr>
            </a:pPr>
            <a:r>
              <a:rPr sz="2025" b="0">
                <a:solidFill>
                  <a:srgbClr val="B71920"/>
                </a:solidFill>
                <a:latin typeface="Microsoft YaHei"/>
                <a:ea typeface="Microsoft YaHei"/>
                <a:cs typeface="Microsoft YaHei"/>
              </a:rPr>
              <a:t>Operating cost</a:t>
            </a:r>
          </a:p>
        </p:txBody>
      </p:sp>
      <p:sp>
        <p:nvSpPr>
          <p:cNvPr id="5" name="operating">
            <a:extLst xmlns:a="http://schemas.openxmlformats.org/drawingml/2006/main">
              <a:ext uri="{FF2B5EF4-FFF2-40B4-BE49-F238E27FC236}">
                <a16:creationId xmlns:a16="http://schemas.microsoft.com/office/drawing/2014/main" id="{49C454FF-9A8F-454C-A889-4FEA55F1A842}"/>
              </a:ext>
            </a:extLst>
          </p:cNvPr>
          <p:cNvSpPr>
            <a:spLocks xmlns:a="http://schemas.openxmlformats.org/drawingml/2006/main" noGrp="1"/>
          </p:cNvSpPr>
          <p:nvPr/>
        </p:nvSpPr>
        <p:spPr>
          <a:xfrm xmlns:a="http://schemas.openxmlformats.org/drawingml/2006/main">
            <a:off x="571500" y="2828925"/>
            <a:ext cx="523875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03030"/>
                </a:solidFill>
                <a:latin typeface="Microsoft YaHei"/>
                <a:ea typeface="Microsoft YaHei"/>
                <a:cs typeface="Microsoft YaHei"/>
              </a:defRPr>
            </a:defPPr>
            <a:lvl1pPr algn="l">
              <a:defRPr sz="1800" b="0">
                <a:solidFill>
                  <a:srgbClr val="303030"/>
                </a:solidFill>
                <a:latin typeface="Microsoft YaHei"/>
                <a:ea typeface="Microsoft YaHei"/>
                <a:cs typeface="Microsoft YaHei"/>
              </a:defRPr>
            </a:lvl1pPr>
            <a:lvl2pPr algn="l">
              <a:defRPr sz="1800" b="0">
                <a:solidFill>
                  <a:srgbClr val="303030"/>
                </a:solidFill>
                <a:latin typeface="Microsoft YaHei"/>
                <a:ea typeface="Microsoft YaHei"/>
                <a:cs typeface="Microsoft YaHei"/>
              </a:defRPr>
            </a:lvl2pPr>
            <a:lvl3pPr algn="l">
              <a:defRPr sz="1800" b="0">
                <a:solidFill>
                  <a:srgbClr val="303030"/>
                </a:solidFill>
                <a:latin typeface="Microsoft YaHei"/>
                <a:ea typeface="Microsoft YaHei"/>
                <a:cs typeface="Microsoft YaHei"/>
              </a:defRPr>
            </a:lvl3pPr>
            <a:lvl4pPr algn="l">
              <a:defRPr sz="1800" b="0">
                <a:solidFill>
                  <a:srgbClr val="303030"/>
                </a:solidFill>
                <a:latin typeface="Microsoft YaHei"/>
                <a:ea typeface="Microsoft YaHei"/>
                <a:cs typeface="Microsoft YaHei"/>
              </a:defRPr>
            </a:lvl4pPr>
            <a:lvl5pPr algn="l">
              <a:defRPr sz="1800" b="0">
                <a:solidFill>
                  <a:srgbClr val="303030"/>
                </a:solidFill>
                <a:latin typeface="Microsoft YaHei"/>
                <a:ea typeface="Microsoft YaHei"/>
                <a:cs typeface="Microsoft YaHei"/>
              </a:defRPr>
            </a:lvl5pPr>
            <a:lvl6pPr algn="l">
              <a:defRPr sz="1800" b="0">
                <a:solidFill>
                  <a:srgbClr val="303030"/>
                </a:solidFill>
                <a:latin typeface="Microsoft YaHei"/>
                <a:ea typeface="Microsoft YaHei"/>
                <a:cs typeface="Microsoft YaHei"/>
              </a:defRPr>
            </a:lvl6pPr>
            <a:lvl7pPr algn="l">
              <a:defRPr sz="1800" b="0">
                <a:solidFill>
                  <a:srgbClr val="303030"/>
                </a:solidFill>
                <a:latin typeface="Microsoft YaHei"/>
                <a:ea typeface="Microsoft YaHei"/>
                <a:cs typeface="Microsoft YaHei"/>
              </a:defRPr>
            </a:lvl7pPr>
            <a:lvl8pPr algn="l">
              <a:defRPr sz="1800" b="0">
                <a:solidFill>
                  <a:srgbClr val="303030"/>
                </a:solidFill>
                <a:latin typeface="Microsoft YaHei"/>
                <a:ea typeface="Microsoft YaHei"/>
                <a:cs typeface="Microsoft YaHei"/>
              </a:defRPr>
            </a:lvl8pPr>
            <a:lvl9pPr algn="l">
              <a:defRPr sz="1800" b="0">
                <a:solidFill>
                  <a:srgbClr val="303030"/>
                </a:solidFill>
                <a:latin typeface="Microsoft YaHei"/>
                <a:ea typeface="Microsoft YaHei"/>
                <a:cs typeface="Microsoft YaHei"/>
              </a:defRPr>
            </a:lvl9pPr>
          </a:lstStyle>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Model and tool spending per task</a:t>
            </a:r>
          </a:p>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Latency, failed runs and retries</a:t>
            </a:r>
          </a:p>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Cost per correct answer, with coverage</a:t>
            </a:r>
          </a:p>
        </p:txBody>
      </p:sp>
      <p:sp>
        <p:nvSpPr>
          <p:cNvPr id="6" name="prep-head">
            <a:extLst xmlns:a="http://schemas.openxmlformats.org/drawingml/2006/main">
              <a:ext uri="{FF2B5EF4-FFF2-40B4-BE49-F238E27FC236}">
                <a16:creationId xmlns:a16="http://schemas.microsoft.com/office/drawing/2014/main" id="{D328CA11-38EA-47E5-A161-C6C84941F25C}"/>
              </a:ext>
            </a:extLst>
          </p:cNvPr>
          <p:cNvSpPr>
            <a:spLocks xmlns:a="http://schemas.openxmlformats.org/drawingml/2006/main" noGrp="1"/>
          </p:cNvSpPr>
          <p:nvPr/>
        </p:nvSpPr>
        <p:spPr>
          <a:xfrm xmlns:a="http://schemas.openxmlformats.org/drawingml/2006/main">
            <a:off x="6429375" y="2209800"/>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B71920"/>
                </a:solidFill>
                <a:latin typeface="Microsoft YaHei"/>
                <a:ea typeface="Microsoft YaHei"/>
                <a:cs typeface="Microsoft YaHei"/>
              </a:defRPr>
            </a:defPPr>
            <a:lvl1pPr algn="l">
              <a:defRPr sz="2025" b="0">
                <a:solidFill>
                  <a:srgbClr val="B71920"/>
                </a:solidFill>
                <a:latin typeface="Microsoft YaHei"/>
                <a:ea typeface="Microsoft YaHei"/>
                <a:cs typeface="Microsoft YaHei"/>
              </a:defRPr>
            </a:lvl1pPr>
            <a:lvl2pPr algn="l">
              <a:defRPr sz="2025" b="0">
                <a:solidFill>
                  <a:srgbClr val="B71920"/>
                </a:solidFill>
                <a:latin typeface="Microsoft YaHei"/>
                <a:ea typeface="Microsoft YaHei"/>
                <a:cs typeface="Microsoft YaHei"/>
              </a:defRPr>
            </a:lvl2pPr>
            <a:lvl3pPr algn="l">
              <a:defRPr sz="2025" b="0">
                <a:solidFill>
                  <a:srgbClr val="B71920"/>
                </a:solidFill>
                <a:latin typeface="Microsoft YaHei"/>
                <a:ea typeface="Microsoft YaHei"/>
                <a:cs typeface="Microsoft YaHei"/>
              </a:defRPr>
            </a:lvl3pPr>
            <a:lvl4pPr algn="l">
              <a:defRPr sz="2025" b="0">
                <a:solidFill>
                  <a:srgbClr val="B71920"/>
                </a:solidFill>
                <a:latin typeface="Microsoft YaHei"/>
                <a:ea typeface="Microsoft YaHei"/>
                <a:cs typeface="Microsoft YaHei"/>
              </a:defRPr>
            </a:lvl4pPr>
            <a:lvl5pPr algn="l">
              <a:defRPr sz="2025" b="0">
                <a:solidFill>
                  <a:srgbClr val="B71920"/>
                </a:solidFill>
                <a:latin typeface="Microsoft YaHei"/>
                <a:ea typeface="Microsoft YaHei"/>
                <a:cs typeface="Microsoft YaHei"/>
              </a:defRPr>
            </a:lvl5pPr>
            <a:lvl6pPr algn="l">
              <a:defRPr sz="2025" b="0">
                <a:solidFill>
                  <a:srgbClr val="B71920"/>
                </a:solidFill>
                <a:latin typeface="Microsoft YaHei"/>
                <a:ea typeface="Microsoft YaHei"/>
                <a:cs typeface="Microsoft YaHei"/>
              </a:defRPr>
            </a:lvl6pPr>
            <a:lvl7pPr algn="l">
              <a:defRPr sz="2025" b="0">
                <a:solidFill>
                  <a:srgbClr val="B71920"/>
                </a:solidFill>
                <a:latin typeface="Microsoft YaHei"/>
                <a:ea typeface="Microsoft YaHei"/>
                <a:cs typeface="Microsoft YaHei"/>
              </a:defRPr>
            </a:lvl7pPr>
            <a:lvl8pPr algn="l">
              <a:defRPr sz="2025" b="0">
                <a:solidFill>
                  <a:srgbClr val="B71920"/>
                </a:solidFill>
                <a:latin typeface="Microsoft YaHei"/>
                <a:ea typeface="Microsoft YaHei"/>
                <a:cs typeface="Microsoft YaHei"/>
              </a:defRPr>
            </a:lvl8pPr>
            <a:lvl9pPr algn="l">
              <a:defRPr sz="2025" b="0">
                <a:solidFill>
                  <a:srgbClr val="B71920"/>
                </a:solidFill>
                <a:latin typeface="Microsoft YaHei"/>
                <a:ea typeface="Microsoft YaHei"/>
                <a:cs typeface="Microsoft YaHei"/>
              </a:defRPr>
            </a:lvl9pPr>
          </a:lstStyle>
          <a:p xmlns:a="http://schemas.openxmlformats.org/drawingml/2006/main">
            <a:pPr algn="l">
              <a:defRPr sz="2025" b="0">
                <a:solidFill>
                  <a:srgbClr val="B71920"/>
                </a:solidFill>
                <a:latin typeface="Microsoft YaHei"/>
                <a:ea typeface="Microsoft YaHei"/>
                <a:cs typeface="Microsoft YaHei"/>
              </a:defRPr>
            </a:pPr>
            <a:r>
              <a:rPr sz="2025" b="0">
                <a:solidFill>
                  <a:srgbClr val="B71920"/>
                </a:solidFill>
                <a:latin typeface="Microsoft YaHei"/>
                <a:ea typeface="Microsoft YaHei"/>
                <a:cs typeface="Microsoft YaHei"/>
              </a:rPr>
              <a:t>Preparation and adaptation</a:t>
            </a:r>
          </a:p>
        </p:txBody>
      </p:sp>
      <p:sp>
        <p:nvSpPr>
          <p:cNvPr id="7" name="prep">
            <a:extLst xmlns:a="http://schemas.openxmlformats.org/drawingml/2006/main">
              <a:ext uri="{FF2B5EF4-FFF2-40B4-BE49-F238E27FC236}">
                <a16:creationId xmlns:a16="http://schemas.microsoft.com/office/drawing/2014/main" id="{8FE7A6A0-012B-4472-A9C2-DA8082EA6256}"/>
              </a:ext>
            </a:extLst>
          </p:cNvPr>
          <p:cNvSpPr>
            <a:spLocks xmlns:a="http://schemas.openxmlformats.org/drawingml/2006/main" noGrp="1"/>
          </p:cNvSpPr>
          <p:nvPr/>
        </p:nvSpPr>
        <p:spPr>
          <a:xfrm xmlns:a="http://schemas.openxmlformats.org/drawingml/2006/main">
            <a:off x="6429375" y="2828925"/>
            <a:ext cx="5095875"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03030"/>
                </a:solidFill>
                <a:latin typeface="Microsoft YaHei"/>
                <a:ea typeface="Microsoft YaHei"/>
                <a:cs typeface="Microsoft YaHei"/>
              </a:defRPr>
            </a:defPPr>
            <a:lvl1pPr algn="l">
              <a:defRPr sz="1800" b="0">
                <a:solidFill>
                  <a:srgbClr val="303030"/>
                </a:solidFill>
                <a:latin typeface="Microsoft YaHei"/>
                <a:ea typeface="Microsoft YaHei"/>
                <a:cs typeface="Microsoft YaHei"/>
              </a:defRPr>
            </a:lvl1pPr>
            <a:lvl2pPr algn="l">
              <a:defRPr sz="1800" b="0">
                <a:solidFill>
                  <a:srgbClr val="303030"/>
                </a:solidFill>
                <a:latin typeface="Microsoft YaHei"/>
                <a:ea typeface="Microsoft YaHei"/>
                <a:cs typeface="Microsoft YaHei"/>
              </a:defRPr>
            </a:lvl2pPr>
            <a:lvl3pPr algn="l">
              <a:defRPr sz="1800" b="0">
                <a:solidFill>
                  <a:srgbClr val="303030"/>
                </a:solidFill>
                <a:latin typeface="Microsoft YaHei"/>
                <a:ea typeface="Microsoft YaHei"/>
                <a:cs typeface="Microsoft YaHei"/>
              </a:defRPr>
            </a:lvl3pPr>
            <a:lvl4pPr algn="l">
              <a:defRPr sz="1800" b="0">
                <a:solidFill>
                  <a:srgbClr val="303030"/>
                </a:solidFill>
                <a:latin typeface="Microsoft YaHei"/>
                <a:ea typeface="Microsoft YaHei"/>
                <a:cs typeface="Microsoft YaHei"/>
              </a:defRPr>
            </a:lvl4pPr>
            <a:lvl5pPr algn="l">
              <a:defRPr sz="1800" b="0">
                <a:solidFill>
                  <a:srgbClr val="303030"/>
                </a:solidFill>
                <a:latin typeface="Microsoft YaHei"/>
                <a:ea typeface="Microsoft YaHei"/>
                <a:cs typeface="Microsoft YaHei"/>
              </a:defRPr>
            </a:lvl5pPr>
            <a:lvl6pPr algn="l">
              <a:defRPr sz="1800" b="0">
                <a:solidFill>
                  <a:srgbClr val="303030"/>
                </a:solidFill>
                <a:latin typeface="Microsoft YaHei"/>
                <a:ea typeface="Microsoft YaHei"/>
                <a:cs typeface="Microsoft YaHei"/>
              </a:defRPr>
            </a:lvl6pPr>
            <a:lvl7pPr algn="l">
              <a:defRPr sz="1800" b="0">
                <a:solidFill>
                  <a:srgbClr val="303030"/>
                </a:solidFill>
                <a:latin typeface="Microsoft YaHei"/>
                <a:ea typeface="Microsoft YaHei"/>
                <a:cs typeface="Microsoft YaHei"/>
              </a:defRPr>
            </a:lvl7pPr>
            <a:lvl8pPr algn="l">
              <a:defRPr sz="1800" b="0">
                <a:solidFill>
                  <a:srgbClr val="303030"/>
                </a:solidFill>
                <a:latin typeface="Microsoft YaHei"/>
                <a:ea typeface="Microsoft YaHei"/>
                <a:cs typeface="Microsoft YaHei"/>
              </a:defRPr>
            </a:lvl8pPr>
            <a:lvl9pPr algn="l">
              <a:defRPr sz="1800" b="0">
                <a:solidFill>
                  <a:srgbClr val="303030"/>
                </a:solidFill>
                <a:latin typeface="Microsoft YaHei"/>
                <a:ea typeface="Microsoft YaHei"/>
                <a:cs typeface="Microsoft YaHei"/>
              </a:defRPr>
            </a:lvl9pPr>
          </a:lstStyle>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Hours to prepare knowledge and memory</a:t>
            </a:r>
          </a:p>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Effort to adapt to a new task setting</a:t>
            </a:r>
          </a:p>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Amortisation over future query volume</a:t>
            </a:r>
          </a:p>
        </p:txBody>
      </p:sp>
      <p:sp>
        <p:nvSpPr>
          <p:cNvPr id="8" name="divider">
            <a:extLst xmlns:a="http://schemas.openxmlformats.org/drawingml/2006/main">
              <a:ext uri="{FF2B5EF4-FFF2-40B4-BE49-F238E27FC236}">
                <a16:creationId xmlns:a16="http://schemas.microsoft.com/office/drawing/2014/main" id="{9DA8BFDA-6DA1-48B8-940D-9028BDDF65EF}"/>
              </a:ext>
            </a:extLst>
          </p:cNvPr>
          <p:cNvSpPr>
            <a:spLocks xmlns:a="http://schemas.openxmlformats.org/drawingml/2006/main" noGrp="1"/>
          </p:cNvSpPr>
          <p:nvPr/>
        </p:nvSpPr>
        <p:spPr>
          <a:xfrm xmlns:a="http://schemas.openxmlformats.org/drawingml/2006/main">
            <a:off x="571500" y="4629150"/>
            <a:ext cx="10953750" cy="0"/>
          </a:xfrm>
          <a:prstGeom xmlns:a="http://schemas.openxmlformats.org/drawingml/2006/main" prst="line">
            <a:avLst/>
          </a:prstGeom>
          <a:ln xmlns:a="http://schemas.openxmlformats.org/drawingml/2006/main" w="9525">
            <a:solidFill>
              <a:srgbClr val="D9D4CF"/>
            </a:solidFill>
          </a:ln>
        </p:spPr>
      </p:sp>
      <p:sp>
        <p:nvSpPr>
          <p:cNvPr id="9" name="decision">
            <a:extLst xmlns:a="http://schemas.openxmlformats.org/drawingml/2006/main">
              <a:ext uri="{FF2B5EF4-FFF2-40B4-BE49-F238E27FC236}">
                <a16:creationId xmlns:a16="http://schemas.microsoft.com/office/drawing/2014/main" id="{A3C27CBB-078D-4DD0-9495-3B13343A79BF}"/>
              </a:ext>
            </a:extLst>
          </p:cNvPr>
          <p:cNvSpPr>
            <a:spLocks xmlns:a="http://schemas.openxmlformats.org/drawingml/2006/main" noGrp="1"/>
          </p:cNvSpPr>
          <p:nvPr/>
        </p:nvSpPr>
        <p:spPr>
          <a:xfrm xmlns:a="http://schemas.openxmlformats.org/drawingml/2006/main">
            <a:off x="571500" y="4943475"/>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303030"/>
                </a:solidFill>
                <a:latin typeface="Microsoft YaHei"/>
                <a:ea typeface="Microsoft YaHei"/>
                <a:cs typeface="Microsoft YaHei"/>
              </a:defRPr>
            </a:defPPr>
            <a:lvl1pPr algn="l">
              <a:defRPr sz="2025" b="0">
                <a:solidFill>
                  <a:srgbClr val="303030"/>
                </a:solidFill>
                <a:latin typeface="Microsoft YaHei"/>
                <a:ea typeface="Microsoft YaHei"/>
                <a:cs typeface="Microsoft YaHei"/>
              </a:defRPr>
            </a:lvl1pPr>
            <a:lvl2pPr algn="l">
              <a:defRPr sz="2025" b="0">
                <a:solidFill>
                  <a:srgbClr val="303030"/>
                </a:solidFill>
                <a:latin typeface="Microsoft YaHei"/>
                <a:ea typeface="Microsoft YaHei"/>
                <a:cs typeface="Microsoft YaHei"/>
              </a:defRPr>
            </a:lvl2pPr>
            <a:lvl3pPr algn="l">
              <a:defRPr sz="2025" b="0">
                <a:solidFill>
                  <a:srgbClr val="303030"/>
                </a:solidFill>
                <a:latin typeface="Microsoft YaHei"/>
                <a:ea typeface="Microsoft YaHei"/>
                <a:cs typeface="Microsoft YaHei"/>
              </a:defRPr>
            </a:lvl3pPr>
            <a:lvl4pPr algn="l">
              <a:defRPr sz="2025" b="0">
                <a:solidFill>
                  <a:srgbClr val="303030"/>
                </a:solidFill>
                <a:latin typeface="Microsoft YaHei"/>
                <a:ea typeface="Microsoft YaHei"/>
                <a:cs typeface="Microsoft YaHei"/>
              </a:defRPr>
            </a:lvl4pPr>
            <a:lvl5pPr algn="l">
              <a:defRPr sz="2025" b="0">
                <a:solidFill>
                  <a:srgbClr val="303030"/>
                </a:solidFill>
                <a:latin typeface="Microsoft YaHei"/>
                <a:ea typeface="Microsoft YaHei"/>
                <a:cs typeface="Microsoft YaHei"/>
              </a:defRPr>
            </a:lvl5pPr>
            <a:lvl6pPr algn="l">
              <a:defRPr sz="2025" b="0">
                <a:solidFill>
                  <a:srgbClr val="303030"/>
                </a:solidFill>
                <a:latin typeface="Microsoft YaHei"/>
                <a:ea typeface="Microsoft YaHei"/>
                <a:cs typeface="Microsoft YaHei"/>
              </a:defRPr>
            </a:lvl6pPr>
            <a:lvl7pPr algn="l">
              <a:defRPr sz="2025" b="0">
                <a:solidFill>
                  <a:srgbClr val="303030"/>
                </a:solidFill>
                <a:latin typeface="Microsoft YaHei"/>
                <a:ea typeface="Microsoft YaHei"/>
                <a:cs typeface="Microsoft YaHei"/>
              </a:defRPr>
            </a:lvl7pPr>
            <a:lvl8pPr algn="l">
              <a:defRPr sz="2025" b="0">
                <a:solidFill>
                  <a:srgbClr val="303030"/>
                </a:solidFill>
                <a:latin typeface="Microsoft YaHei"/>
                <a:ea typeface="Microsoft YaHei"/>
                <a:cs typeface="Microsoft YaHei"/>
              </a:defRPr>
            </a:lvl8pPr>
            <a:lvl9pPr algn="l">
              <a:defRPr sz="2025" b="0">
                <a:solidFill>
                  <a:srgbClr val="303030"/>
                </a:solidFill>
                <a:latin typeface="Microsoft YaHei"/>
                <a:ea typeface="Microsoft YaHei"/>
                <a:cs typeface="Microsoft YaHei"/>
              </a:defRPr>
            </a:lvl9pPr>
          </a:lstStyle>
          <a:p xmlns:a="http://schemas.openxmlformats.org/drawingml/2006/main">
            <a:pPr algn="l">
              <a:defRPr sz="2025" b="0">
                <a:solidFill>
                  <a:srgbClr val="303030"/>
                </a:solidFill>
                <a:latin typeface="Microsoft YaHei"/>
                <a:ea typeface="Microsoft YaHei"/>
                <a:cs typeface="Microsoft YaHei"/>
              </a:defRPr>
            </a:pPr>
            <a:r>
              <a:rPr sz="2025" b="0">
                <a:solidFill>
                  <a:srgbClr val="303030"/>
                </a:solidFill>
                <a:latin typeface="Microsoft YaHei"/>
                <a:ea typeface="Microsoft YaHei"/>
                <a:cs typeface="Microsoft YaHei"/>
              </a:rPr>
              <a:t>Does additional reliability justify the extra work?</a:t>
            </a:r>
          </a:p>
        </p:txBody>
      </p:sp>
      <p:sp>
        <p:nvSpPr>
          <p:cNvPr id="10" name="comparison">
            <a:extLst xmlns:a="http://schemas.openxmlformats.org/drawingml/2006/main">
              <a:ext uri="{FF2B5EF4-FFF2-40B4-BE49-F238E27FC236}">
                <a16:creationId xmlns:a16="http://schemas.microsoft.com/office/drawing/2014/main" id="{E6F3AFCB-7B9A-450E-9550-6E7B98F9BE23}"/>
              </a:ext>
            </a:extLst>
          </p:cNvPr>
          <p:cNvSpPr>
            <a:spLocks xmlns:a="http://schemas.openxmlformats.org/drawingml/2006/main" noGrp="1"/>
          </p:cNvSpPr>
          <p:nvPr/>
        </p:nvSpPr>
        <p:spPr>
          <a:xfrm xmlns:a="http://schemas.openxmlformats.org/drawingml/2006/main">
            <a:off x="571500" y="548640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03030"/>
                </a:solidFill>
                <a:latin typeface="Microsoft YaHei"/>
                <a:ea typeface="Microsoft YaHei"/>
                <a:cs typeface="Microsoft YaHei"/>
              </a:defRPr>
            </a:defPPr>
            <a:lvl1pPr algn="l">
              <a:defRPr sz="1800" b="0">
                <a:solidFill>
                  <a:srgbClr val="303030"/>
                </a:solidFill>
                <a:latin typeface="Microsoft YaHei"/>
                <a:ea typeface="Microsoft YaHei"/>
                <a:cs typeface="Microsoft YaHei"/>
              </a:defRPr>
            </a:lvl1pPr>
            <a:lvl2pPr algn="l">
              <a:defRPr sz="1800" b="0">
                <a:solidFill>
                  <a:srgbClr val="303030"/>
                </a:solidFill>
                <a:latin typeface="Microsoft YaHei"/>
                <a:ea typeface="Microsoft YaHei"/>
                <a:cs typeface="Microsoft YaHei"/>
              </a:defRPr>
            </a:lvl2pPr>
            <a:lvl3pPr algn="l">
              <a:defRPr sz="1800" b="0">
                <a:solidFill>
                  <a:srgbClr val="303030"/>
                </a:solidFill>
                <a:latin typeface="Microsoft YaHei"/>
                <a:ea typeface="Microsoft YaHei"/>
                <a:cs typeface="Microsoft YaHei"/>
              </a:defRPr>
            </a:lvl3pPr>
            <a:lvl4pPr algn="l">
              <a:defRPr sz="1800" b="0">
                <a:solidFill>
                  <a:srgbClr val="303030"/>
                </a:solidFill>
                <a:latin typeface="Microsoft YaHei"/>
                <a:ea typeface="Microsoft YaHei"/>
                <a:cs typeface="Microsoft YaHei"/>
              </a:defRPr>
            </a:lvl4pPr>
            <a:lvl5pPr algn="l">
              <a:defRPr sz="1800" b="0">
                <a:solidFill>
                  <a:srgbClr val="303030"/>
                </a:solidFill>
                <a:latin typeface="Microsoft YaHei"/>
                <a:ea typeface="Microsoft YaHei"/>
                <a:cs typeface="Microsoft YaHei"/>
              </a:defRPr>
            </a:lvl5pPr>
            <a:lvl6pPr algn="l">
              <a:defRPr sz="1800" b="0">
                <a:solidFill>
                  <a:srgbClr val="303030"/>
                </a:solidFill>
                <a:latin typeface="Microsoft YaHei"/>
                <a:ea typeface="Microsoft YaHei"/>
                <a:cs typeface="Microsoft YaHei"/>
              </a:defRPr>
            </a:lvl6pPr>
            <a:lvl7pPr algn="l">
              <a:defRPr sz="1800" b="0">
                <a:solidFill>
                  <a:srgbClr val="303030"/>
                </a:solidFill>
                <a:latin typeface="Microsoft YaHei"/>
                <a:ea typeface="Microsoft YaHei"/>
                <a:cs typeface="Microsoft YaHei"/>
              </a:defRPr>
            </a:lvl7pPr>
            <a:lvl8pPr algn="l">
              <a:defRPr sz="1800" b="0">
                <a:solidFill>
                  <a:srgbClr val="303030"/>
                </a:solidFill>
                <a:latin typeface="Microsoft YaHei"/>
                <a:ea typeface="Microsoft YaHei"/>
                <a:cs typeface="Microsoft YaHei"/>
              </a:defRPr>
            </a:lvl8pPr>
            <a:lvl9pPr algn="l">
              <a:defRPr sz="1800" b="0">
                <a:solidFill>
                  <a:srgbClr val="303030"/>
                </a:solidFill>
                <a:latin typeface="Microsoft YaHei"/>
                <a:ea typeface="Microsoft YaHei"/>
                <a:cs typeface="Microsoft YaHei"/>
              </a:defRPr>
            </a:lvl9pPr>
          </a:lstStyle>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Compare quality at the same budget and cost at comparable quality.</a:t>
            </a:r>
          </a:p>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State preparation and query-volume assumptions explicitly.</a:t>
            </a:r>
          </a:p>
        </p:txBody>
      </p:sp>
    </p:spTree>
    <p:extLst>
      <p:ext uri="{BB962C8B-B14F-4D97-AF65-F5344CB8AC3E}">
        <p14:creationId xmlns:p14="http://schemas.microsoft.com/office/powerpoint/2010/main" val="910577282"/>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14" name="section">
            <a:extLst xmlns:a="http://schemas.openxmlformats.org/drawingml/2006/main">
              <a:ext uri="{FF2B5EF4-FFF2-40B4-BE49-F238E27FC236}">
                <a16:creationId xmlns:a16="http://schemas.microsoft.com/office/drawing/2014/main" id="{3386AA9A-CCFE-482D-8CA2-432C20F54981}"/>
              </a:ext>
            </a:extLst>
          </p:cNvPr>
          <p:cNvSpPr>
            <a:spLocks xmlns:a="http://schemas.openxmlformats.org/drawingml/2006/main" noGrp="1"/>
          </p:cNvSpPr>
          <p:nvPr/>
        </p:nvSpPr>
        <p:spPr>
          <a:xfrm xmlns:a="http://schemas.openxmlformats.org/drawingml/2006/main">
            <a:off x="571500" y="8667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B71920"/>
                </a:solidFill>
                <a:latin typeface="Microsoft YaHei"/>
                <a:ea typeface="Microsoft YaHei"/>
                <a:cs typeface="Microsoft YaHei"/>
              </a:defRPr>
            </a:defPPr>
            <a:lvl1pPr algn="l">
              <a:defRPr sz="1650" b="0">
                <a:solidFill>
                  <a:srgbClr val="B71920"/>
                </a:solidFill>
                <a:latin typeface="Microsoft YaHei"/>
                <a:ea typeface="Microsoft YaHei"/>
                <a:cs typeface="Microsoft YaHei"/>
              </a:defRPr>
            </a:lvl1pPr>
            <a:lvl2pPr algn="l">
              <a:defRPr sz="1650" b="0">
                <a:solidFill>
                  <a:srgbClr val="B71920"/>
                </a:solidFill>
                <a:latin typeface="Microsoft YaHei"/>
                <a:ea typeface="Microsoft YaHei"/>
                <a:cs typeface="Microsoft YaHei"/>
              </a:defRPr>
            </a:lvl2pPr>
            <a:lvl3pPr algn="l">
              <a:defRPr sz="1650" b="0">
                <a:solidFill>
                  <a:srgbClr val="B71920"/>
                </a:solidFill>
                <a:latin typeface="Microsoft YaHei"/>
                <a:ea typeface="Microsoft YaHei"/>
                <a:cs typeface="Microsoft YaHei"/>
              </a:defRPr>
            </a:lvl3pPr>
            <a:lvl4pPr algn="l">
              <a:defRPr sz="1650" b="0">
                <a:solidFill>
                  <a:srgbClr val="B71920"/>
                </a:solidFill>
                <a:latin typeface="Microsoft YaHei"/>
                <a:ea typeface="Microsoft YaHei"/>
                <a:cs typeface="Microsoft YaHei"/>
              </a:defRPr>
            </a:lvl4pPr>
            <a:lvl5pPr algn="l">
              <a:defRPr sz="1650" b="0">
                <a:solidFill>
                  <a:srgbClr val="B71920"/>
                </a:solidFill>
                <a:latin typeface="Microsoft YaHei"/>
                <a:ea typeface="Microsoft YaHei"/>
                <a:cs typeface="Microsoft YaHei"/>
              </a:defRPr>
            </a:lvl5pPr>
            <a:lvl6pPr algn="l">
              <a:defRPr sz="1650" b="0">
                <a:solidFill>
                  <a:srgbClr val="B71920"/>
                </a:solidFill>
                <a:latin typeface="Microsoft YaHei"/>
                <a:ea typeface="Microsoft YaHei"/>
                <a:cs typeface="Microsoft YaHei"/>
              </a:defRPr>
            </a:lvl6pPr>
            <a:lvl7pPr algn="l">
              <a:defRPr sz="1650" b="0">
                <a:solidFill>
                  <a:srgbClr val="B71920"/>
                </a:solidFill>
                <a:latin typeface="Microsoft YaHei"/>
                <a:ea typeface="Microsoft YaHei"/>
                <a:cs typeface="Microsoft YaHei"/>
              </a:defRPr>
            </a:lvl7pPr>
            <a:lvl8pPr algn="l">
              <a:defRPr sz="1650" b="0">
                <a:solidFill>
                  <a:srgbClr val="B71920"/>
                </a:solidFill>
                <a:latin typeface="Microsoft YaHei"/>
                <a:ea typeface="Microsoft YaHei"/>
                <a:cs typeface="Microsoft YaHei"/>
              </a:defRPr>
            </a:lvl8pPr>
            <a:lvl9pPr algn="l">
              <a:defRPr sz="1650" b="0">
                <a:solidFill>
                  <a:srgbClr val="B71920"/>
                </a:solidFill>
                <a:latin typeface="Microsoft YaHei"/>
                <a:ea typeface="Microsoft YaHei"/>
                <a:cs typeface="Microsoft YaHei"/>
              </a:defRPr>
            </a:lvl9pPr>
          </a:lstStyle>
          <a:p xmlns:a="http://schemas.openxmlformats.org/drawingml/2006/main">
            <a:pPr algn="l">
              <a:defRPr sz="1650" b="0">
                <a:solidFill>
                  <a:srgbClr val="B71920"/>
                </a:solidFill>
                <a:latin typeface="Microsoft YaHei"/>
                <a:ea typeface="Microsoft YaHei"/>
                <a:cs typeface="Microsoft YaHei"/>
              </a:defRPr>
            </a:pPr>
            <a:r>
              <a:rPr sz="1650" b="0">
                <a:solidFill>
                  <a:srgbClr val="B71920"/>
                </a:solidFill>
                <a:latin typeface="Microsoft YaHei"/>
                <a:ea typeface="Microsoft YaHei"/>
                <a:cs typeface="Microsoft YaHei"/>
              </a:rPr>
              <a:t>Challenges &amp; Limitations</a:t>
            </a:r>
          </a:p>
        </p:txBody>
      </p:sp>
      <p:sp>
        <p:nvSpPr>
          <p:cNvPr id="2" name="slide-title">
            <a:extLst xmlns:a="http://schemas.openxmlformats.org/drawingml/2006/main">
              <a:ext uri="{FF2B5EF4-FFF2-40B4-BE49-F238E27FC236}">
                <a16:creationId xmlns:a16="http://schemas.microsoft.com/office/drawing/2014/main" id="{45128C88-B6A6-4552-94B8-BC5E964840BB}"/>
              </a:ext>
            </a:extLst>
          </p:cNvPr>
          <p:cNvSpPr>
            <a:spLocks xmlns:a="http://schemas.openxmlformats.org/drawingml/2006/main" noGrp="1"/>
          </p:cNvSpPr>
          <p:nvPr/>
        </p:nvSpPr>
        <p:spPr>
          <a:xfrm xmlns:a="http://schemas.openxmlformats.org/drawingml/2006/main">
            <a:off x="571500" y="132397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303030"/>
                </a:solidFill>
                <a:latin typeface="Microsoft YaHei"/>
                <a:ea typeface="Microsoft YaHei"/>
                <a:cs typeface="Microsoft YaHei"/>
              </a:defRPr>
            </a:defPPr>
            <a:lvl1pPr algn="l">
              <a:defRPr sz="2625" b="0">
                <a:solidFill>
                  <a:srgbClr val="303030"/>
                </a:solidFill>
                <a:latin typeface="Microsoft YaHei"/>
                <a:ea typeface="Microsoft YaHei"/>
                <a:cs typeface="Microsoft YaHei"/>
              </a:defRPr>
            </a:lvl1pPr>
            <a:lvl2pPr algn="l">
              <a:defRPr sz="2625" b="0">
                <a:solidFill>
                  <a:srgbClr val="303030"/>
                </a:solidFill>
                <a:latin typeface="Microsoft YaHei"/>
                <a:ea typeface="Microsoft YaHei"/>
                <a:cs typeface="Microsoft YaHei"/>
              </a:defRPr>
            </a:lvl2pPr>
            <a:lvl3pPr algn="l">
              <a:defRPr sz="2625" b="0">
                <a:solidFill>
                  <a:srgbClr val="303030"/>
                </a:solidFill>
                <a:latin typeface="Microsoft YaHei"/>
                <a:ea typeface="Microsoft YaHei"/>
                <a:cs typeface="Microsoft YaHei"/>
              </a:defRPr>
            </a:lvl3pPr>
            <a:lvl4pPr algn="l">
              <a:defRPr sz="2625" b="0">
                <a:solidFill>
                  <a:srgbClr val="303030"/>
                </a:solidFill>
                <a:latin typeface="Microsoft YaHei"/>
                <a:ea typeface="Microsoft YaHei"/>
                <a:cs typeface="Microsoft YaHei"/>
              </a:defRPr>
            </a:lvl4pPr>
            <a:lvl5pPr algn="l">
              <a:defRPr sz="2625" b="0">
                <a:solidFill>
                  <a:srgbClr val="303030"/>
                </a:solidFill>
                <a:latin typeface="Microsoft YaHei"/>
                <a:ea typeface="Microsoft YaHei"/>
                <a:cs typeface="Microsoft YaHei"/>
              </a:defRPr>
            </a:lvl5pPr>
            <a:lvl6pPr algn="l">
              <a:defRPr sz="2625" b="0">
                <a:solidFill>
                  <a:srgbClr val="303030"/>
                </a:solidFill>
                <a:latin typeface="Microsoft YaHei"/>
                <a:ea typeface="Microsoft YaHei"/>
                <a:cs typeface="Microsoft YaHei"/>
              </a:defRPr>
            </a:lvl6pPr>
            <a:lvl7pPr algn="l">
              <a:defRPr sz="2625" b="0">
                <a:solidFill>
                  <a:srgbClr val="303030"/>
                </a:solidFill>
                <a:latin typeface="Microsoft YaHei"/>
                <a:ea typeface="Microsoft YaHei"/>
                <a:cs typeface="Microsoft YaHei"/>
              </a:defRPr>
            </a:lvl7pPr>
            <a:lvl8pPr algn="l">
              <a:defRPr sz="2625" b="0">
                <a:solidFill>
                  <a:srgbClr val="303030"/>
                </a:solidFill>
                <a:latin typeface="Microsoft YaHei"/>
                <a:ea typeface="Microsoft YaHei"/>
                <a:cs typeface="Microsoft YaHei"/>
              </a:defRPr>
            </a:lvl8pPr>
            <a:lvl9pPr algn="l">
              <a:defRPr sz="2625" b="0">
                <a:solidFill>
                  <a:srgbClr val="303030"/>
                </a:solidFill>
                <a:latin typeface="Microsoft YaHei"/>
                <a:ea typeface="Microsoft YaHei"/>
                <a:cs typeface="Microsoft YaHei"/>
              </a:defRPr>
            </a:lvl9pPr>
          </a:lstStyle>
          <a:p xmlns:a="http://schemas.openxmlformats.org/drawingml/2006/main">
            <a:pPr algn="l">
              <a:defRPr sz="2625" b="0">
                <a:solidFill>
                  <a:srgbClr val="303030"/>
                </a:solidFill>
                <a:latin typeface="Microsoft YaHei"/>
                <a:ea typeface="Microsoft YaHei"/>
                <a:cs typeface="Microsoft YaHei"/>
              </a:defRPr>
            </a:pPr>
            <a:r>
              <a:rPr sz="2625" b="0">
                <a:solidFill>
                  <a:srgbClr val="303030"/>
                </a:solidFill>
                <a:latin typeface="Microsoft YaHei"/>
                <a:ea typeface="Microsoft YaHei"/>
                <a:cs typeface="Microsoft YaHei"/>
              </a:rPr>
              <a:t>What may limit the benefits?</a:t>
            </a:r>
          </a:p>
        </p:txBody>
      </p:sp>
      <p:sp>
        <p:nvSpPr>
          <p:cNvPr id="3" name="page">
            <a:extLst xmlns:a="http://schemas.openxmlformats.org/drawingml/2006/main">
              <a:ext uri="{FF2B5EF4-FFF2-40B4-BE49-F238E27FC236}">
                <a16:creationId xmlns:a16="http://schemas.microsoft.com/office/drawing/2014/main" id="{AC24D7B0-D72D-446C-8DFA-988BCE604EEE}"/>
              </a:ext>
            </a:extLst>
          </p:cNvPr>
          <p:cNvSpPr>
            <a:spLocks xmlns:a="http://schemas.openxmlformats.org/drawingml/2006/main" noGrp="1"/>
          </p:cNvSpPr>
          <p:nvPr/>
        </p:nvSpPr>
        <p:spPr>
          <a:xfrm xmlns:a="http://schemas.openxmlformats.org/drawingml/2006/main">
            <a:off x="10801350" y="6353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55555"/>
                </a:solidFill>
                <a:latin typeface="Microsoft YaHei"/>
                <a:ea typeface="Microsoft YaHei"/>
                <a:cs typeface="Microsoft YaHei"/>
              </a:defRPr>
            </a:defPPr>
            <a:lvl1pPr algn="r">
              <a:defRPr sz="1125" b="0">
                <a:solidFill>
                  <a:srgbClr val="555555"/>
                </a:solidFill>
                <a:latin typeface="Microsoft YaHei"/>
                <a:ea typeface="Microsoft YaHei"/>
                <a:cs typeface="Microsoft YaHei"/>
              </a:defRPr>
            </a:lvl1pPr>
            <a:lvl2pPr algn="r">
              <a:defRPr sz="1125" b="0">
                <a:solidFill>
                  <a:srgbClr val="555555"/>
                </a:solidFill>
                <a:latin typeface="Microsoft YaHei"/>
                <a:ea typeface="Microsoft YaHei"/>
                <a:cs typeface="Microsoft YaHei"/>
              </a:defRPr>
            </a:lvl2pPr>
            <a:lvl3pPr algn="r">
              <a:defRPr sz="1125" b="0">
                <a:solidFill>
                  <a:srgbClr val="555555"/>
                </a:solidFill>
                <a:latin typeface="Microsoft YaHei"/>
                <a:ea typeface="Microsoft YaHei"/>
                <a:cs typeface="Microsoft YaHei"/>
              </a:defRPr>
            </a:lvl3pPr>
            <a:lvl4pPr algn="r">
              <a:defRPr sz="1125" b="0">
                <a:solidFill>
                  <a:srgbClr val="555555"/>
                </a:solidFill>
                <a:latin typeface="Microsoft YaHei"/>
                <a:ea typeface="Microsoft YaHei"/>
                <a:cs typeface="Microsoft YaHei"/>
              </a:defRPr>
            </a:lvl4pPr>
            <a:lvl5pPr algn="r">
              <a:defRPr sz="1125" b="0">
                <a:solidFill>
                  <a:srgbClr val="555555"/>
                </a:solidFill>
                <a:latin typeface="Microsoft YaHei"/>
                <a:ea typeface="Microsoft YaHei"/>
                <a:cs typeface="Microsoft YaHei"/>
              </a:defRPr>
            </a:lvl5pPr>
            <a:lvl6pPr algn="r">
              <a:defRPr sz="1125" b="0">
                <a:solidFill>
                  <a:srgbClr val="555555"/>
                </a:solidFill>
                <a:latin typeface="Microsoft YaHei"/>
                <a:ea typeface="Microsoft YaHei"/>
                <a:cs typeface="Microsoft YaHei"/>
              </a:defRPr>
            </a:lvl6pPr>
            <a:lvl7pPr algn="r">
              <a:defRPr sz="1125" b="0">
                <a:solidFill>
                  <a:srgbClr val="555555"/>
                </a:solidFill>
                <a:latin typeface="Microsoft YaHei"/>
                <a:ea typeface="Microsoft YaHei"/>
                <a:cs typeface="Microsoft YaHei"/>
              </a:defRPr>
            </a:lvl7pPr>
            <a:lvl8pPr algn="r">
              <a:defRPr sz="1125" b="0">
                <a:solidFill>
                  <a:srgbClr val="555555"/>
                </a:solidFill>
                <a:latin typeface="Microsoft YaHei"/>
                <a:ea typeface="Microsoft YaHei"/>
                <a:cs typeface="Microsoft YaHei"/>
              </a:defRPr>
            </a:lvl8pPr>
            <a:lvl9pPr algn="r">
              <a:defRPr sz="1125" b="0">
                <a:solidFill>
                  <a:srgbClr val="555555"/>
                </a:solidFill>
                <a:latin typeface="Microsoft YaHei"/>
                <a:ea typeface="Microsoft YaHei"/>
                <a:cs typeface="Microsoft YaHei"/>
              </a:defRPr>
            </a:lvl9pPr>
          </a:lstStyle>
          <a:p xmlns:a="http://schemas.openxmlformats.org/drawingml/2006/main">
            <a:pPr algn="r">
              <a:defRPr sz="1125" b="0">
                <a:solidFill>
                  <a:srgbClr val="555555"/>
                </a:solidFill>
                <a:latin typeface="Microsoft YaHei"/>
                <a:ea typeface="Microsoft YaHei"/>
                <a:cs typeface="Microsoft YaHei"/>
              </a:defRPr>
            </a:pPr>
            <a:r>
              <a:rPr sz="1125" b="0">
                <a:solidFill>
                  <a:srgbClr val="555555"/>
                </a:solidFill>
                <a:latin typeface="Microsoft YaHei"/>
                <a:ea typeface="Microsoft YaHei"/>
                <a:cs typeface="Microsoft YaHei"/>
              </a:rPr>
              <a:t>15 / 16</a:t>
            </a:r>
          </a:p>
        </p:txBody>
      </p:sp>
      <p:sp>
        <p:nvSpPr>
          <p:cNvPr id="4" name="number-0">
            <a:extLst xmlns:a="http://schemas.openxmlformats.org/drawingml/2006/main">
              <a:ext uri="{FF2B5EF4-FFF2-40B4-BE49-F238E27FC236}">
                <a16:creationId xmlns:a16="http://schemas.microsoft.com/office/drawing/2014/main" id="{B8039310-7680-445C-9765-56D444F4D965}"/>
              </a:ext>
            </a:extLst>
          </p:cNvPr>
          <p:cNvSpPr>
            <a:spLocks xmlns:a="http://schemas.openxmlformats.org/drawingml/2006/main" noGrp="1"/>
          </p:cNvSpPr>
          <p:nvPr/>
        </p:nvSpPr>
        <p:spPr>
          <a:xfrm xmlns:a="http://schemas.openxmlformats.org/drawingml/2006/main">
            <a:off x="571500" y="23050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71920"/>
                </a:solidFill>
                <a:latin typeface="Microsoft YaHei"/>
                <a:ea typeface="Microsoft YaHei"/>
                <a:cs typeface="Microsoft YaHei"/>
              </a:defRPr>
            </a:defPPr>
            <a:lvl1pPr algn="l">
              <a:defRPr sz="1875" b="0">
                <a:solidFill>
                  <a:srgbClr val="B71920"/>
                </a:solidFill>
                <a:latin typeface="Microsoft YaHei"/>
                <a:ea typeface="Microsoft YaHei"/>
                <a:cs typeface="Microsoft YaHei"/>
              </a:defRPr>
            </a:lvl1pPr>
            <a:lvl2pPr algn="l">
              <a:defRPr sz="1875" b="0">
                <a:solidFill>
                  <a:srgbClr val="B71920"/>
                </a:solidFill>
                <a:latin typeface="Microsoft YaHei"/>
                <a:ea typeface="Microsoft YaHei"/>
                <a:cs typeface="Microsoft YaHei"/>
              </a:defRPr>
            </a:lvl2pPr>
            <a:lvl3pPr algn="l">
              <a:defRPr sz="1875" b="0">
                <a:solidFill>
                  <a:srgbClr val="B71920"/>
                </a:solidFill>
                <a:latin typeface="Microsoft YaHei"/>
                <a:ea typeface="Microsoft YaHei"/>
                <a:cs typeface="Microsoft YaHei"/>
              </a:defRPr>
            </a:lvl3pPr>
            <a:lvl4pPr algn="l">
              <a:defRPr sz="1875" b="0">
                <a:solidFill>
                  <a:srgbClr val="B71920"/>
                </a:solidFill>
                <a:latin typeface="Microsoft YaHei"/>
                <a:ea typeface="Microsoft YaHei"/>
                <a:cs typeface="Microsoft YaHei"/>
              </a:defRPr>
            </a:lvl4pPr>
            <a:lvl5pPr algn="l">
              <a:defRPr sz="1875" b="0">
                <a:solidFill>
                  <a:srgbClr val="B71920"/>
                </a:solidFill>
                <a:latin typeface="Microsoft YaHei"/>
                <a:ea typeface="Microsoft YaHei"/>
                <a:cs typeface="Microsoft YaHei"/>
              </a:defRPr>
            </a:lvl5pPr>
            <a:lvl6pPr algn="l">
              <a:defRPr sz="1875" b="0">
                <a:solidFill>
                  <a:srgbClr val="B71920"/>
                </a:solidFill>
                <a:latin typeface="Microsoft YaHei"/>
                <a:ea typeface="Microsoft YaHei"/>
                <a:cs typeface="Microsoft YaHei"/>
              </a:defRPr>
            </a:lvl6pPr>
            <a:lvl7pPr algn="l">
              <a:defRPr sz="1875" b="0">
                <a:solidFill>
                  <a:srgbClr val="B71920"/>
                </a:solidFill>
                <a:latin typeface="Microsoft YaHei"/>
                <a:ea typeface="Microsoft YaHei"/>
                <a:cs typeface="Microsoft YaHei"/>
              </a:defRPr>
            </a:lvl7pPr>
            <a:lvl8pPr algn="l">
              <a:defRPr sz="1875" b="0">
                <a:solidFill>
                  <a:srgbClr val="B71920"/>
                </a:solidFill>
                <a:latin typeface="Microsoft YaHei"/>
                <a:ea typeface="Microsoft YaHei"/>
                <a:cs typeface="Microsoft YaHei"/>
              </a:defRPr>
            </a:lvl8pPr>
            <a:lvl9pPr algn="l">
              <a:defRPr sz="1875" b="0">
                <a:solidFill>
                  <a:srgbClr val="B71920"/>
                </a:solidFill>
                <a:latin typeface="Microsoft YaHei"/>
                <a:ea typeface="Microsoft YaHei"/>
                <a:cs typeface="Microsoft YaHei"/>
              </a:defRPr>
            </a:lvl9pPr>
          </a:lstStyle>
          <a:p xmlns:a="http://schemas.openxmlformats.org/drawingml/2006/main">
            <a:pPr algn="l">
              <a:defRPr sz="1875" b="0">
                <a:solidFill>
                  <a:srgbClr val="B71920"/>
                </a:solidFill>
                <a:latin typeface="Microsoft YaHei"/>
                <a:ea typeface="Microsoft YaHei"/>
                <a:cs typeface="Microsoft YaHei"/>
              </a:defRPr>
            </a:pPr>
            <a:r>
              <a:rPr sz="1875" b="0">
                <a:solidFill>
                  <a:srgbClr val="B71920"/>
                </a:solidFill>
                <a:latin typeface="Microsoft YaHei"/>
                <a:ea typeface="Microsoft YaHei"/>
                <a:cs typeface="Microsoft YaHei"/>
              </a:rPr>
              <a:t>1.</a:t>
            </a:r>
          </a:p>
        </p:txBody>
      </p:sp>
      <p:sp>
        <p:nvSpPr>
          <p:cNvPr id="5" name="challenge-0">
            <a:extLst xmlns:a="http://schemas.openxmlformats.org/drawingml/2006/main">
              <a:ext uri="{FF2B5EF4-FFF2-40B4-BE49-F238E27FC236}">
                <a16:creationId xmlns:a16="http://schemas.microsoft.com/office/drawing/2014/main" id="{AA235B0D-B6B4-4E71-B9D2-D7A8A084D5BB}"/>
              </a:ext>
            </a:extLst>
          </p:cNvPr>
          <p:cNvSpPr>
            <a:spLocks xmlns:a="http://schemas.openxmlformats.org/drawingml/2006/main" noGrp="1"/>
          </p:cNvSpPr>
          <p:nvPr/>
        </p:nvSpPr>
        <p:spPr>
          <a:xfrm xmlns:a="http://schemas.openxmlformats.org/drawingml/2006/main">
            <a:off x="1076325" y="2305050"/>
            <a:ext cx="10429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03030"/>
                </a:solidFill>
                <a:latin typeface="Microsoft YaHei"/>
                <a:ea typeface="Microsoft YaHei"/>
                <a:cs typeface="Microsoft YaHei"/>
              </a:defRPr>
            </a:defPPr>
            <a:lvl1pPr algn="l">
              <a:defRPr sz="1800" b="0">
                <a:solidFill>
                  <a:srgbClr val="303030"/>
                </a:solidFill>
                <a:latin typeface="Microsoft YaHei"/>
                <a:ea typeface="Microsoft YaHei"/>
                <a:cs typeface="Microsoft YaHei"/>
              </a:defRPr>
            </a:lvl1pPr>
            <a:lvl2pPr algn="l">
              <a:defRPr sz="1800" b="0">
                <a:solidFill>
                  <a:srgbClr val="303030"/>
                </a:solidFill>
                <a:latin typeface="Microsoft YaHei"/>
                <a:ea typeface="Microsoft YaHei"/>
                <a:cs typeface="Microsoft YaHei"/>
              </a:defRPr>
            </a:lvl2pPr>
            <a:lvl3pPr algn="l">
              <a:defRPr sz="1800" b="0">
                <a:solidFill>
                  <a:srgbClr val="303030"/>
                </a:solidFill>
                <a:latin typeface="Microsoft YaHei"/>
                <a:ea typeface="Microsoft YaHei"/>
                <a:cs typeface="Microsoft YaHei"/>
              </a:defRPr>
            </a:lvl3pPr>
            <a:lvl4pPr algn="l">
              <a:defRPr sz="1800" b="0">
                <a:solidFill>
                  <a:srgbClr val="303030"/>
                </a:solidFill>
                <a:latin typeface="Microsoft YaHei"/>
                <a:ea typeface="Microsoft YaHei"/>
                <a:cs typeface="Microsoft YaHei"/>
              </a:defRPr>
            </a:lvl4pPr>
            <a:lvl5pPr algn="l">
              <a:defRPr sz="1800" b="0">
                <a:solidFill>
                  <a:srgbClr val="303030"/>
                </a:solidFill>
                <a:latin typeface="Microsoft YaHei"/>
                <a:ea typeface="Microsoft YaHei"/>
                <a:cs typeface="Microsoft YaHei"/>
              </a:defRPr>
            </a:lvl5pPr>
            <a:lvl6pPr algn="l">
              <a:defRPr sz="1800" b="0">
                <a:solidFill>
                  <a:srgbClr val="303030"/>
                </a:solidFill>
                <a:latin typeface="Microsoft YaHei"/>
                <a:ea typeface="Microsoft YaHei"/>
                <a:cs typeface="Microsoft YaHei"/>
              </a:defRPr>
            </a:lvl6pPr>
            <a:lvl7pPr algn="l">
              <a:defRPr sz="1800" b="0">
                <a:solidFill>
                  <a:srgbClr val="303030"/>
                </a:solidFill>
                <a:latin typeface="Microsoft YaHei"/>
                <a:ea typeface="Microsoft YaHei"/>
                <a:cs typeface="Microsoft YaHei"/>
              </a:defRPr>
            </a:lvl7pPr>
            <a:lvl8pPr algn="l">
              <a:defRPr sz="1800" b="0">
                <a:solidFill>
                  <a:srgbClr val="303030"/>
                </a:solidFill>
                <a:latin typeface="Microsoft YaHei"/>
                <a:ea typeface="Microsoft YaHei"/>
                <a:cs typeface="Microsoft YaHei"/>
              </a:defRPr>
            </a:lvl8pPr>
            <a:lvl9pPr algn="l">
              <a:defRPr sz="1800" b="0">
                <a:solidFill>
                  <a:srgbClr val="303030"/>
                </a:solidFill>
                <a:latin typeface="Microsoft YaHei"/>
                <a:ea typeface="Microsoft YaHei"/>
                <a:cs typeface="Microsoft YaHei"/>
              </a:defRPr>
            </a:lvl9pPr>
          </a:lstStyle>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Analyst and reviewer can share the same wrong interpretation.</a:t>
            </a:r>
          </a:p>
        </p:txBody>
      </p:sp>
      <p:sp>
        <p:nvSpPr>
          <p:cNvPr id="6" name="number-1">
            <a:extLst xmlns:a="http://schemas.openxmlformats.org/drawingml/2006/main">
              <a:ext uri="{FF2B5EF4-FFF2-40B4-BE49-F238E27FC236}">
                <a16:creationId xmlns:a16="http://schemas.microsoft.com/office/drawing/2014/main" id="{9302487D-1759-4981-A5F4-647BBDFEFA5D}"/>
              </a:ext>
            </a:extLst>
          </p:cNvPr>
          <p:cNvSpPr>
            <a:spLocks xmlns:a="http://schemas.openxmlformats.org/drawingml/2006/main" noGrp="1"/>
          </p:cNvSpPr>
          <p:nvPr/>
        </p:nvSpPr>
        <p:spPr>
          <a:xfrm xmlns:a="http://schemas.openxmlformats.org/drawingml/2006/main">
            <a:off x="571500" y="30289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71920"/>
                </a:solidFill>
                <a:latin typeface="Microsoft YaHei"/>
                <a:ea typeface="Microsoft YaHei"/>
                <a:cs typeface="Microsoft YaHei"/>
              </a:defRPr>
            </a:defPPr>
            <a:lvl1pPr algn="l">
              <a:defRPr sz="1875" b="0">
                <a:solidFill>
                  <a:srgbClr val="B71920"/>
                </a:solidFill>
                <a:latin typeface="Microsoft YaHei"/>
                <a:ea typeface="Microsoft YaHei"/>
                <a:cs typeface="Microsoft YaHei"/>
              </a:defRPr>
            </a:lvl1pPr>
            <a:lvl2pPr algn="l">
              <a:defRPr sz="1875" b="0">
                <a:solidFill>
                  <a:srgbClr val="B71920"/>
                </a:solidFill>
                <a:latin typeface="Microsoft YaHei"/>
                <a:ea typeface="Microsoft YaHei"/>
                <a:cs typeface="Microsoft YaHei"/>
              </a:defRPr>
            </a:lvl2pPr>
            <a:lvl3pPr algn="l">
              <a:defRPr sz="1875" b="0">
                <a:solidFill>
                  <a:srgbClr val="B71920"/>
                </a:solidFill>
                <a:latin typeface="Microsoft YaHei"/>
                <a:ea typeface="Microsoft YaHei"/>
                <a:cs typeface="Microsoft YaHei"/>
              </a:defRPr>
            </a:lvl3pPr>
            <a:lvl4pPr algn="l">
              <a:defRPr sz="1875" b="0">
                <a:solidFill>
                  <a:srgbClr val="B71920"/>
                </a:solidFill>
                <a:latin typeface="Microsoft YaHei"/>
                <a:ea typeface="Microsoft YaHei"/>
                <a:cs typeface="Microsoft YaHei"/>
              </a:defRPr>
            </a:lvl4pPr>
            <a:lvl5pPr algn="l">
              <a:defRPr sz="1875" b="0">
                <a:solidFill>
                  <a:srgbClr val="B71920"/>
                </a:solidFill>
                <a:latin typeface="Microsoft YaHei"/>
                <a:ea typeface="Microsoft YaHei"/>
                <a:cs typeface="Microsoft YaHei"/>
              </a:defRPr>
            </a:lvl5pPr>
            <a:lvl6pPr algn="l">
              <a:defRPr sz="1875" b="0">
                <a:solidFill>
                  <a:srgbClr val="B71920"/>
                </a:solidFill>
                <a:latin typeface="Microsoft YaHei"/>
                <a:ea typeface="Microsoft YaHei"/>
                <a:cs typeface="Microsoft YaHei"/>
              </a:defRPr>
            </a:lvl6pPr>
            <a:lvl7pPr algn="l">
              <a:defRPr sz="1875" b="0">
                <a:solidFill>
                  <a:srgbClr val="B71920"/>
                </a:solidFill>
                <a:latin typeface="Microsoft YaHei"/>
                <a:ea typeface="Microsoft YaHei"/>
                <a:cs typeface="Microsoft YaHei"/>
              </a:defRPr>
            </a:lvl7pPr>
            <a:lvl8pPr algn="l">
              <a:defRPr sz="1875" b="0">
                <a:solidFill>
                  <a:srgbClr val="B71920"/>
                </a:solidFill>
                <a:latin typeface="Microsoft YaHei"/>
                <a:ea typeface="Microsoft YaHei"/>
                <a:cs typeface="Microsoft YaHei"/>
              </a:defRPr>
            </a:lvl8pPr>
            <a:lvl9pPr algn="l">
              <a:defRPr sz="1875" b="0">
                <a:solidFill>
                  <a:srgbClr val="B71920"/>
                </a:solidFill>
                <a:latin typeface="Microsoft YaHei"/>
                <a:ea typeface="Microsoft YaHei"/>
                <a:cs typeface="Microsoft YaHei"/>
              </a:defRPr>
            </a:lvl9pPr>
          </a:lstStyle>
          <a:p xmlns:a="http://schemas.openxmlformats.org/drawingml/2006/main">
            <a:pPr algn="l">
              <a:defRPr sz="1875" b="0">
                <a:solidFill>
                  <a:srgbClr val="B71920"/>
                </a:solidFill>
                <a:latin typeface="Microsoft YaHei"/>
                <a:ea typeface="Microsoft YaHei"/>
                <a:cs typeface="Microsoft YaHei"/>
              </a:defRPr>
            </a:pPr>
            <a:r>
              <a:rPr sz="1875" b="0">
                <a:solidFill>
                  <a:srgbClr val="B71920"/>
                </a:solidFill>
                <a:latin typeface="Microsoft YaHei"/>
                <a:ea typeface="Microsoft YaHei"/>
                <a:cs typeface="Microsoft YaHei"/>
              </a:rPr>
              <a:t>2.</a:t>
            </a:r>
          </a:p>
        </p:txBody>
      </p:sp>
      <p:sp>
        <p:nvSpPr>
          <p:cNvPr id="7" name="challenge-1">
            <a:extLst xmlns:a="http://schemas.openxmlformats.org/drawingml/2006/main">
              <a:ext uri="{FF2B5EF4-FFF2-40B4-BE49-F238E27FC236}">
                <a16:creationId xmlns:a16="http://schemas.microsoft.com/office/drawing/2014/main" id="{417DDC3D-4E1B-41AE-A654-00B0A47074E7}"/>
              </a:ext>
            </a:extLst>
          </p:cNvPr>
          <p:cNvSpPr>
            <a:spLocks xmlns:a="http://schemas.openxmlformats.org/drawingml/2006/main" noGrp="1"/>
          </p:cNvSpPr>
          <p:nvPr/>
        </p:nvSpPr>
        <p:spPr>
          <a:xfrm xmlns:a="http://schemas.openxmlformats.org/drawingml/2006/main">
            <a:off x="1076325" y="3028950"/>
            <a:ext cx="10429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03030"/>
                </a:solidFill>
                <a:latin typeface="Microsoft YaHei"/>
                <a:ea typeface="Microsoft YaHei"/>
                <a:cs typeface="Microsoft YaHei"/>
              </a:defRPr>
            </a:defPPr>
            <a:lvl1pPr algn="l">
              <a:defRPr sz="1800" b="0">
                <a:solidFill>
                  <a:srgbClr val="303030"/>
                </a:solidFill>
                <a:latin typeface="Microsoft YaHei"/>
                <a:ea typeface="Microsoft YaHei"/>
                <a:cs typeface="Microsoft YaHei"/>
              </a:defRPr>
            </a:lvl1pPr>
            <a:lvl2pPr algn="l">
              <a:defRPr sz="1800" b="0">
                <a:solidFill>
                  <a:srgbClr val="303030"/>
                </a:solidFill>
                <a:latin typeface="Microsoft YaHei"/>
                <a:ea typeface="Microsoft YaHei"/>
                <a:cs typeface="Microsoft YaHei"/>
              </a:defRPr>
            </a:lvl2pPr>
            <a:lvl3pPr algn="l">
              <a:defRPr sz="1800" b="0">
                <a:solidFill>
                  <a:srgbClr val="303030"/>
                </a:solidFill>
                <a:latin typeface="Microsoft YaHei"/>
                <a:ea typeface="Microsoft YaHei"/>
                <a:cs typeface="Microsoft YaHei"/>
              </a:defRPr>
            </a:lvl3pPr>
            <a:lvl4pPr algn="l">
              <a:defRPr sz="1800" b="0">
                <a:solidFill>
                  <a:srgbClr val="303030"/>
                </a:solidFill>
                <a:latin typeface="Microsoft YaHei"/>
                <a:ea typeface="Microsoft YaHei"/>
                <a:cs typeface="Microsoft YaHei"/>
              </a:defRPr>
            </a:lvl4pPr>
            <a:lvl5pPr algn="l">
              <a:defRPr sz="1800" b="0">
                <a:solidFill>
                  <a:srgbClr val="303030"/>
                </a:solidFill>
                <a:latin typeface="Microsoft YaHei"/>
                <a:ea typeface="Microsoft YaHei"/>
                <a:cs typeface="Microsoft YaHei"/>
              </a:defRPr>
            </a:lvl5pPr>
            <a:lvl6pPr algn="l">
              <a:defRPr sz="1800" b="0">
                <a:solidFill>
                  <a:srgbClr val="303030"/>
                </a:solidFill>
                <a:latin typeface="Microsoft YaHei"/>
                <a:ea typeface="Microsoft YaHei"/>
                <a:cs typeface="Microsoft YaHei"/>
              </a:defRPr>
            </a:lvl6pPr>
            <a:lvl7pPr algn="l">
              <a:defRPr sz="1800" b="0">
                <a:solidFill>
                  <a:srgbClr val="303030"/>
                </a:solidFill>
                <a:latin typeface="Microsoft YaHei"/>
                <a:ea typeface="Microsoft YaHei"/>
                <a:cs typeface="Microsoft YaHei"/>
              </a:defRPr>
            </a:lvl7pPr>
            <a:lvl8pPr algn="l">
              <a:defRPr sz="1800" b="0">
                <a:solidFill>
                  <a:srgbClr val="303030"/>
                </a:solidFill>
                <a:latin typeface="Microsoft YaHei"/>
                <a:ea typeface="Microsoft YaHei"/>
                <a:cs typeface="Microsoft YaHei"/>
              </a:defRPr>
            </a:lvl8pPr>
            <a:lvl9pPr algn="l">
              <a:defRPr sz="1800" b="0">
                <a:solidFill>
                  <a:srgbClr val="303030"/>
                </a:solidFill>
                <a:latin typeface="Microsoft YaHei"/>
                <a:ea typeface="Microsoft YaHei"/>
                <a:cs typeface="Microsoft YaHei"/>
              </a:defRPr>
            </a:lvl9pPr>
          </a:lstStyle>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Generated tests or their expected answers can be invalid.</a:t>
            </a:r>
          </a:p>
        </p:txBody>
      </p:sp>
      <p:sp>
        <p:nvSpPr>
          <p:cNvPr id="8" name="number-2">
            <a:extLst xmlns:a="http://schemas.openxmlformats.org/drawingml/2006/main">
              <a:ext uri="{FF2B5EF4-FFF2-40B4-BE49-F238E27FC236}">
                <a16:creationId xmlns:a16="http://schemas.microsoft.com/office/drawing/2014/main" id="{39BD2E6B-F9FD-4676-B9E1-9860A46398FA}"/>
              </a:ext>
            </a:extLst>
          </p:cNvPr>
          <p:cNvSpPr>
            <a:spLocks xmlns:a="http://schemas.openxmlformats.org/drawingml/2006/main" noGrp="1"/>
          </p:cNvSpPr>
          <p:nvPr/>
        </p:nvSpPr>
        <p:spPr>
          <a:xfrm xmlns:a="http://schemas.openxmlformats.org/drawingml/2006/main">
            <a:off x="571500" y="37528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71920"/>
                </a:solidFill>
                <a:latin typeface="Microsoft YaHei"/>
                <a:ea typeface="Microsoft YaHei"/>
                <a:cs typeface="Microsoft YaHei"/>
              </a:defRPr>
            </a:defPPr>
            <a:lvl1pPr algn="l">
              <a:defRPr sz="1875" b="0">
                <a:solidFill>
                  <a:srgbClr val="B71920"/>
                </a:solidFill>
                <a:latin typeface="Microsoft YaHei"/>
                <a:ea typeface="Microsoft YaHei"/>
                <a:cs typeface="Microsoft YaHei"/>
              </a:defRPr>
            </a:lvl1pPr>
            <a:lvl2pPr algn="l">
              <a:defRPr sz="1875" b="0">
                <a:solidFill>
                  <a:srgbClr val="B71920"/>
                </a:solidFill>
                <a:latin typeface="Microsoft YaHei"/>
                <a:ea typeface="Microsoft YaHei"/>
                <a:cs typeface="Microsoft YaHei"/>
              </a:defRPr>
            </a:lvl2pPr>
            <a:lvl3pPr algn="l">
              <a:defRPr sz="1875" b="0">
                <a:solidFill>
                  <a:srgbClr val="B71920"/>
                </a:solidFill>
                <a:latin typeface="Microsoft YaHei"/>
                <a:ea typeface="Microsoft YaHei"/>
                <a:cs typeface="Microsoft YaHei"/>
              </a:defRPr>
            </a:lvl3pPr>
            <a:lvl4pPr algn="l">
              <a:defRPr sz="1875" b="0">
                <a:solidFill>
                  <a:srgbClr val="B71920"/>
                </a:solidFill>
                <a:latin typeface="Microsoft YaHei"/>
                <a:ea typeface="Microsoft YaHei"/>
                <a:cs typeface="Microsoft YaHei"/>
              </a:defRPr>
            </a:lvl4pPr>
            <a:lvl5pPr algn="l">
              <a:defRPr sz="1875" b="0">
                <a:solidFill>
                  <a:srgbClr val="B71920"/>
                </a:solidFill>
                <a:latin typeface="Microsoft YaHei"/>
                <a:ea typeface="Microsoft YaHei"/>
                <a:cs typeface="Microsoft YaHei"/>
              </a:defRPr>
            </a:lvl5pPr>
            <a:lvl6pPr algn="l">
              <a:defRPr sz="1875" b="0">
                <a:solidFill>
                  <a:srgbClr val="B71920"/>
                </a:solidFill>
                <a:latin typeface="Microsoft YaHei"/>
                <a:ea typeface="Microsoft YaHei"/>
                <a:cs typeface="Microsoft YaHei"/>
              </a:defRPr>
            </a:lvl6pPr>
            <a:lvl7pPr algn="l">
              <a:defRPr sz="1875" b="0">
                <a:solidFill>
                  <a:srgbClr val="B71920"/>
                </a:solidFill>
                <a:latin typeface="Microsoft YaHei"/>
                <a:ea typeface="Microsoft YaHei"/>
                <a:cs typeface="Microsoft YaHei"/>
              </a:defRPr>
            </a:lvl7pPr>
            <a:lvl8pPr algn="l">
              <a:defRPr sz="1875" b="0">
                <a:solidFill>
                  <a:srgbClr val="B71920"/>
                </a:solidFill>
                <a:latin typeface="Microsoft YaHei"/>
                <a:ea typeface="Microsoft YaHei"/>
                <a:cs typeface="Microsoft YaHei"/>
              </a:defRPr>
            </a:lvl8pPr>
            <a:lvl9pPr algn="l">
              <a:defRPr sz="1875" b="0">
                <a:solidFill>
                  <a:srgbClr val="B71920"/>
                </a:solidFill>
                <a:latin typeface="Microsoft YaHei"/>
                <a:ea typeface="Microsoft YaHei"/>
                <a:cs typeface="Microsoft YaHei"/>
              </a:defRPr>
            </a:lvl9pPr>
          </a:lstStyle>
          <a:p xmlns:a="http://schemas.openxmlformats.org/drawingml/2006/main">
            <a:pPr algn="l">
              <a:defRPr sz="1875" b="0">
                <a:solidFill>
                  <a:srgbClr val="B71920"/>
                </a:solidFill>
                <a:latin typeface="Microsoft YaHei"/>
                <a:ea typeface="Microsoft YaHei"/>
                <a:cs typeface="Microsoft YaHei"/>
              </a:defRPr>
            </a:pPr>
            <a:r>
              <a:rPr sz="1875" b="0">
                <a:solidFill>
                  <a:srgbClr val="B71920"/>
                </a:solidFill>
                <a:latin typeface="Microsoft YaHei"/>
                <a:ea typeface="Microsoft YaHei"/>
                <a:cs typeface="Microsoft YaHei"/>
              </a:rPr>
              <a:t>3.</a:t>
            </a:r>
          </a:p>
        </p:txBody>
      </p:sp>
      <p:sp>
        <p:nvSpPr>
          <p:cNvPr id="9" name="challenge-2">
            <a:extLst xmlns:a="http://schemas.openxmlformats.org/drawingml/2006/main">
              <a:ext uri="{FF2B5EF4-FFF2-40B4-BE49-F238E27FC236}">
                <a16:creationId xmlns:a16="http://schemas.microsoft.com/office/drawing/2014/main" id="{EC25AD55-20D0-45E5-98BA-125C3F440FEE}"/>
              </a:ext>
            </a:extLst>
          </p:cNvPr>
          <p:cNvSpPr>
            <a:spLocks xmlns:a="http://schemas.openxmlformats.org/drawingml/2006/main" noGrp="1"/>
          </p:cNvSpPr>
          <p:nvPr/>
        </p:nvSpPr>
        <p:spPr>
          <a:xfrm xmlns:a="http://schemas.openxmlformats.org/drawingml/2006/main">
            <a:off x="1076325" y="3752850"/>
            <a:ext cx="10429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03030"/>
                </a:solidFill>
                <a:latin typeface="Microsoft YaHei"/>
                <a:ea typeface="Microsoft YaHei"/>
                <a:cs typeface="Microsoft YaHei"/>
              </a:defRPr>
            </a:defPPr>
            <a:lvl1pPr algn="l">
              <a:defRPr sz="1800" b="0">
                <a:solidFill>
                  <a:srgbClr val="303030"/>
                </a:solidFill>
                <a:latin typeface="Microsoft YaHei"/>
                <a:ea typeface="Microsoft YaHei"/>
                <a:cs typeface="Microsoft YaHei"/>
              </a:defRPr>
            </a:lvl1pPr>
            <a:lvl2pPr algn="l">
              <a:defRPr sz="1800" b="0">
                <a:solidFill>
                  <a:srgbClr val="303030"/>
                </a:solidFill>
                <a:latin typeface="Microsoft YaHei"/>
                <a:ea typeface="Microsoft YaHei"/>
                <a:cs typeface="Microsoft YaHei"/>
              </a:defRPr>
            </a:lvl2pPr>
            <a:lvl3pPr algn="l">
              <a:defRPr sz="1800" b="0">
                <a:solidFill>
                  <a:srgbClr val="303030"/>
                </a:solidFill>
                <a:latin typeface="Microsoft YaHei"/>
                <a:ea typeface="Microsoft YaHei"/>
                <a:cs typeface="Microsoft YaHei"/>
              </a:defRPr>
            </a:lvl3pPr>
            <a:lvl4pPr algn="l">
              <a:defRPr sz="1800" b="0">
                <a:solidFill>
                  <a:srgbClr val="303030"/>
                </a:solidFill>
                <a:latin typeface="Microsoft YaHei"/>
                <a:ea typeface="Microsoft YaHei"/>
                <a:cs typeface="Microsoft YaHei"/>
              </a:defRPr>
            </a:lvl4pPr>
            <a:lvl5pPr algn="l">
              <a:defRPr sz="1800" b="0">
                <a:solidFill>
                  <a:srgbClr val="303030"/>
                </a:solidFill>
                <a:latin typeface="Microsoft YaHei"/>
                <a:ea typeface="Microsoft YaHei"/>
                <a:cs typeface="Microsoft YaHei"/>
              </a:defRPr>
            </a:lvl5pPr>
            <a:lvl6pPr algn="l">
              <a:defRPr sz="1800" b="0">
                <a:solidFill>
                  <a:srgbClr val="303030"/>
                </a:solidFill>
                <a:latin typeface="Microsoft YaHei"/>
                <a:ea typeface="Microsoft YaHei"/>
                <a:cs typeface="Microsoft YaHei"/>
              </a:defRPr>
            </a:lvl6pPr>
            <a:lvl7pPr algn="l">
              <a:defRPr sz="1800" b="0">
                <a:solidFill>
                  <a:srgbClr val="303030"/>
                </a:solidFill>
                <a:latin typeface="Microsoft YaHei"/>
                <a:ea typeface="Microsoft YaHei"/>
                <a:cs typeface="Microsoft YaHei"/>
              </a:defRPr>
            </a:lvl7pPr>
            <a:lvl8pPr algn="l">
              <a:defRPr sz="1800" b="0">
                <a:solidFill>
                  <a:srgbClr val="303030"/>
                </a:solidFill>
                <a:latin typeface="Microsoft YaHei"/>
                <a:ea typeface="Microsoft YaHei"/>
                <a:cs typeface="Microsoft YaHei"/>
              </a:defRPr>
            </a:lvl8pPr>
            <a:lvl9pPr algn="l">
              <a:defRPr sz="1800" b="0">
                <a:solidFill>
                  <a:srgbClr val="303030"/>
                </a:solidFill>
                <a:latin typeface="Microsoft YaHei"/>
                <a:ea typeface="Microsoft YaHei"/>
                <a:cs typeface="Microsoft YaHei"/>
              </a:defRPr>
            </a:lvl9pPr>
          </a:lstStyle>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Useful experience may be rejected; checks may cost more than they save.</a:t>
            </a:r>
          </a:p>
        </p:txBody>
      </p:sp>
      <p:sp>
        <p:nvSpPr>
          <p:cNvPr id="10" name="number-3">
            <a:extLst xmlns:a="http://schemas.openxmlformats.org/drawingml/2006/main">
              <a:ext uri="{FF2B5EF4-FFF2-40B4-BE49-F238E27FC236}">
                <a16:creationId xmlns:a16="http://schemas.microsoft.com/office/drawing/2014/main" id="{4132F20C-6B35-4D30-B1A6-09B6BAC6F3FA}"/>
              </a:ext>
            </a:extLst>
          </p:cNvPr>
          <p:cNvSpPr>
            <a:spLocks xmlns:a="http://schemas.openxmlformats.org/drawingml/2006/main" noGrp="1"/>
          </p:cNvSpPr>
          <p:nvPr/>
        </p:nvSpPr>
        <p:spPr>
          <a:xfrm xmlns:a="http://schemas.openxmlformats.org/drawingml/2006/main">
            <a:off x="571500" y="44767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71920"/>
                </a:solidFill>
                <a:latin typeface="Microsoft YaHei"/>
                <a:ea typeface="Microsoft YaHei"/>
                <a:cs typeface="Microsoft YaHei"/>
              </a:defRPr>
            </a:defPPr>
            <a:lvl1pPr algn="l">
              <a:defRPr sz="1875" b="0">
                <a:solidFill>
                  <a:srgbClr val="B71920"/>
                </a:solidFill>
                <a:latin typeface="Microsoft YaHei"/>
                <a:ea typeface="Microsoft YaHei"/>
                <a:cs typeface="Microsoft YaHei"/>
              </a:defRPr>
            </a:lvl1pPr>
            <a:lvl2pPr algn="l">
              <a:defRPr sz="1875" b="0">
                <a:solidFill>
                  <a:srgbClr val="B71920"/>
                </a:solidFill>
                <a:latin typeface="Microsoft YaHei"/>
                <a:ea typeface="Microsoft YaHei"/>
                <a:cs typeface="Microsoft YaHei"/>
              </a:defRPr>
            </a:lvl2pPr>
            <a:lvl3pPr algn="l">
              <a:defRPr sz="1875" b="0">
                <a:solidFill>
                  <a:srgbClr val="B71920"/>
                </a:solidFill>
                <a:latin typeface="Microsoft YaHei"/>
                <a:ea typeface="Microsoft YaHei"/>
                <a:cs typeface="Microsoft YaHei"/>
              </a:defRPr>
            </a:lvl3pPr>
            <a:lvl4pPr algn="l">
              <a:defRPr sz="1875" b="0">
                <a:solidFill>
                  <a:srgbClr val="B71920"/>
                </a:solidFill>
                <a:latin typeface="Microsoft YaHei"/>
                <a:ea typeface="Microsoft YaHei"/>
                <a:cs typeface="Microsoft YaHei"/>
              </a:defRPr>
            </a:lvl4pPr>
            <a:lvl5pPr algn="l">
              <a:defRPr sz="1875" b="0">
                <a:solidFill>
                  <a:srgbClr val="B71920"/>
                </a:solidFill>
                <a:latin typeface="Microsoft YaHei"/>
                <a:ea typeface="Microsoft YaHei"/>
                <a:cs typeface="Microsoft YaHei"/>
              </a:defRPr>
            </a:lvl5pPr>
            <a:lvl6pPr algn="l">
              <a:defRPr sz="1875" b="0">
                <a:solidFill>
                  <a:srgbClr val="B71920"/>
                </a:solidFill>
                <a:latin typeface="Microsoft YaHei"/>
                <a:ea typeface="Microsoft YaHei"/>
                <a:cs typeface="Microsoft YaHei"/>
              </a:defRPr>
            </a:lvl6pPr>
            <a:lvl7pPr algn="l">
              <a:defRPr sz="1875" b="0">
                <a:solidFill>
                  <a:srgbClr val="B71920"/>
                </a:solidFill>
                <a:latin typeface="Microsoft YaHei"/>
                <a:ea typeface="Microsoft YaHei"/>
                <a:cs typeface="Microsoft YaHei"/>
              </a:defRPr>
            </a:lvl7pPr>
            <a:lvl8pPr algn="l">
              <a:defRPr sz="1875" b="0">
                <a:solidFill>
                  <a:srgbClr val="B71920"/>
                </a:solidFill>
                <a:latin typeface="Microsoft YaHei"/>
                <a:ea typeface="Microsoft YaHei"/>
                <a:cs typeface="Microsoft YaHei"/>
              </a:defRPr>
            </a:lvl8pPr>
            <a:lvl9pPr algn="l">
              <a:defRPr sz="1875" b="0">
                <a:solidFill>
                  <a:srgbClr val="B71920"/>
                </a:solidFill>
                <a:latin typeface="Microsoft YaHei"/>
                <a:ea typeface="Microsoft YaHei"/>
                <a:cs typeface="Microsoft YaHei"/>
              </a:defRPr>
            </a:lvl9pPr>
          </a:lstStyle>
          <a:p xmlns:a="http://schemas.openxmlformats.org/drawingml/2006/main">
            <a:pPr algn="l">
              <a:defRPr sz="1875" b="0">
                <a:solidFill>
                  <a:srgbClr val="B71920"/>
                </a:solidFill>
                <a:latin typeface="Microsoft YaHei"/>
                <a:ea typeface="Microsoft YaHei"/>
                <a:cs typeface="Microsoft YaHei"/>
              </a:defRPr>
            </a:pPr>
            <a:r>
              <a:rPr sz="1875" b="0">
                <a:solidFill>
                  <a:srgbClr val="B71920"/>
                </a:solidFill>
                <a:latin typeface="Microsoft YaHei"/>
                <a:ea typeface="Microsoft YaHei"/>
                <a:cs typeface="Microsoft YaHei"/>
              </a:rPr>
              <a:t>4.</a:t>
            </a:r>
          </a:p>
        </p:txBody>
      </p:sp>
      <p:sp>
        <p:nvSpPr>
          <p:cNvPr id="11" name="challenge-3">
            <a:extLst xmlns:a="http://schemas.openxmlformats.org/drawingml/2006/main">
              <a:ext uri="{FF2B5EF4-FFF2-40B4-BE49-F238E27FC236}">
                <a16:creationId xmlns:a16="http://schemas.microsoft.com/office/drawing/2014/main" id="{A64BA9D2-06C8-48C9-B0A3-E5B1A1EFB590}"/>
              </a:ext>
            </a:extLst>
          </p:cNvPr>
          <p:cNvSpPr>
            <a:spLocks xmlns:a="http://schemas.openxmlformats.org/drawingml/2006/main" noGrp="1"/>
          </p:cNvSpPr>
          <p:nvPr/>
        </p:nvSpPr>
        <p:spPr>
          <a:xfrm xmlns:a="http://schemas.openxmlformats.org/drawingml/2006/main">
            <a:off x="1076325" y="4476750"/>
            <a:ext cx="10429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03030"/>
                </a:solidFill>
                <a:latin typeface="Microsoft YaHei"/>
                <a:ea typeface="Microsoft YaHei"/>
                <a:cs typeface="Microsoft YaHei"/>
              </a:defRPr>
            </a:defPPr>
            <a:lvl1pPr algn="l">
              <a:defRPr sz="1800" b="0">
                <a:solidFill>
                  <a:srgbClr val="303030"/>
                </a:solidFill>
                <a:latin typeface="Microsoft YaHei"/>
                <a:ea typeface="Microsoft YaHei"/>
                <a:cs typeface="Microsoft YaHei"/>
              </a:defRPr>
            </a:lvl1pPr>
            <a:lvl2pPr algn="l">
              <a:defRPr sz="1800" b="0">
                <a:solidFill>
                  <a:srgbClr val="303030"/>
                </a:solidFill>
                <a:latin typeface="Microsoft YaHei"/>
                <a:ea typeface="Microsoft YaHei"/>
                <a:cs typeface="Microsoft YaHei"/>
              </a:defRPr>
            </a:lvl2pPr>
            <a:lvl3pPr algn="l">
              <a:defRPr sz="1800" b="0">
                <a:solidFill>
                  <a:srgbClr val="303030"/>
                </a:solidFill>
                <a:latin typeface="Microsoft YaHei"/>
                <a:ea typeface="Microsoft YaHei"/>
                <a:cs typeface="Microsoft YaHei"/>
              </a:defRPr>
            </a:lvl3pPr>
            <a:lvl4pPr algn="l">
              <a:defRPr sz="1800" b="0">
                <a:solidFill>
                  <a:srgbClr val="303030"/>
                </a:solidFill>
                <a:latin typeface="Microsoft YaHei"/>
                <a:ea typeface="Microsoft YaHei"/>
                <a:cs typeface="Microsoft YaHei"/>
              </a:defRPr>
            </a:lvl4pPr>
            <a:lvl5pPr algn="l">
              <a:defRPr sz="1800" b="0">
                <a:solidFill>
                  <a:srgbClr val="303030"/>
                </a:solidFill>
                <a:latin typeface="Microsoft YaHei"/>
                <a:ea typeface="Microsoft YaHei"/>
                <a:cs typeface="Microsoft YaHei"/>
              </a:defRPr>
            </a:lvl5pPr>
            <a:lvl6pPr algn="l">
              <a:defRPr sz="1800" b="0">
                <a:solidFill>
                  <a:srgbClr val="303030"/>
                </a:solidFill>
                <a:latin typeface="Microsoft YaHei"/>
                <a:ea typeface="Microsoft YaHei"/>
                <a:cs typeface="Microsoft YaHei"/>
              </a:defRPr>
            </a:lvl6pPr>
            <a:lvl7pPr algn="l">
              <a:defRPr sz="1800" b="0">
                <a:solidFill>
                  <a:srgbClr val="303030"/>
                </a:solidFill>
                <a:latin typeface="Microsoft YaHei"/>
                <a:ea typeface="Microsoft YaHei"/>
                <a:cs typeface="Microsoft YaHei"/>
              </a:defRPr>
            </a:lvl7pPr>
            <a:lvl8pPr algn="l">
              <a:defRPr sz="1800" b="0">
                <a:solidFill>
                  <a:srgbClr val="303030"/>
                </a:solidFill>
                <a:latin typeface="Microsoft YaHei"/>
                <a:ea typeface="Microsoft YaHei"/>
                <a:cs typeface="Microsoft YaHei"/>
              </a:defRPr>
            </a:lvl8pPr>
            <a:lvl9pPr algn="l">
              <a:defRPr sz="1800" b="0">
                <a:solidFill>
                  <a:srgbClr val="303030"/>
                </a:solidFill>
                <a:latin typeface="Microsoft YaHei"/>
                <a:ea typeface="Microsoft YaHei"/>
                <a:cs typeface="Microsoft YaHei"/>
              </a:defRPr>
            </a:lvl9pPr>
          </a:lstStyle>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Too few target failures can limit what the experiment establishes.</a:t>
            </a:r>
          </a:p>
        </p:txBody>
      </p:sp>
      <p:sp>
        <p:nvSpPr>
          <p:cNvPr id="12" name="number-4">
            <a:extLst xmlns:a="http://schemas.openxmlformats.org/drawingml/2006/main">
              <a:ext uri="{FF2B5EF4-FFF2-40B4-BE49-F238E27FC236}">
                <a16:creationId xmlns:a16="http://schemas.microsoft.com/office/drawing/2014/main" id="{0D37F3C5-08DB-442B-84EB-21926B966E89}"/>
              </a:ext>
            </a:extLst>
          </p:cNvPr>
          <p:cNvSpPr>
            <a:spLocks xmlns:a="http://schemas.openxmlformats.org/drawingml/2006/main" noGrp="1"/>
          </p:cNvSpPr>
          <p:nvPr/>
        </p:nvSpPr>
        <p:spPr>
          <a:xfrm xmlns:a="http://schemas.openxmlformats.org/drawingml/2006/main">
            <a:off x="571500" y="52006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71920"/>
                </a:solidFill>
                <a:latin typeface="Microsoft YaHei"/>
                <a:ea typeface="Microsoft YaHei"/>
                <a:cs typeface="Microsoft YaHei"/>
              </a:defRPr>
            </a:defPPr>
            <a:lvl1pPr algn="l">
              <a:defRPr sz="1875" b="0">
                <a:solidFill>
                  <a:srgbClr val="B71920"/>
                </a:solidFill>
                <a:latin typeface="Microsoft YaHei"/>
                <a:ea typeface="Microsoft YaHei"/>
                <a:cs typeface="Microsoft YaHei"/>
              </a:defRPr>
            </a:lvl1pPr>
            <a:lvl2pPr algn="l">
              <a:defRPr sz="1875" b="0">
                <a:solidFill>
                  <a:srgbClr val="B71920"/>
                </a:solidFill>
                <a:latin typeface="Microsoft YaHei"/>
                <a:ea typeface="Microsoft YaHei"/>
                <a:cs typeface="Microsoft YaHei"/>
              </a:defRPr>
            </a:lvl2pPr>
            <a:lvl3pPr algn="l">
              <a:defRPr sz="1875" b="0">
                <a:solidFill>
                  <a:srgbClr val="B71920"/>
                </a:solidFill>
                <a:latin typeface="Microsoft YaHei"/>
                <a:ea typeface="Microsoft YaHei"/>
                <a:cs typeface="Microsoft YaHei"/>
              </a:defRPr>
            </a:lvl3pPr>
            <a:lvl4pPr algn="l">
              <a:defRPr sz="1875" b="0">
                <a:solidFill>
                  <a:srgbClr val="B71920"/>
                </a:solidFill>
                <a:latin typeface="Microsoft YaHei"/>
                <a:ea typeface="Microsoft YaHei"/>
                <a:cs typeface="Microsoft YaHei"/>
              </a:defRPr>
            </a:lvl4pPr>
            <a:lvl5pPr algn="l">
              <a:defRPr sz="1875" b="0">
                <a:solidFill>
                  <a:srgbClr val="B71920"/>
                </a:solidFill>
                <a:latin typeface="Microsoft YaHei"/>
                <a:ea typeface="Microsoft YaHei"/>
                <a:cs typeface="Microsoft YaHei"/>
              </a:defRPr>
            </a:lvl5pPr>
            <a:lvl6pPr algn="l">
              <a:defRPr sz="1875" b="0">
                <a:solidFill>
                  <a:srgbClr val="B71920"/>
                </a:solidFill>
                <a:latin typeface="Microsoft YaHei"/>
                <a:ea typeface="Microsoft YaHei"/>
                <a:cs typeface="Microsoft YaHei"/>
              </a:defRPr>
            </a:lvl6pPr>
            <a:lvl7pPr algn="l">
              <a:defRPr sz="1875" b="0">
                <a:solidFill>
                  <a:srgbClr val="B71920"/>
                </a:solidFill>
                <a:latin typeface="Microsoft YaHei"/>
                <a:ea typeface="Microsoft YaHei"/>
                <a:cs typeface="Microsoft YaHei"/>
              </a:defRPr>
            </a:lvl7pPr>
            <a:lvl8pPr algn="l">
              <a:defRPr sz="1875" b="0">
                <a:solidFill>
                  <a:srgbClr val="B71920"/>
                </a:solidFill>
                <a:latin typeface="Microsoft YaHei"/>
                <a:ea typeface="Microsoft YaHei"/>
                <a:cs typeface="Microsoft YaHei"/>
              </a:defRPr>
            </a:lvl8pPr>
            <a:lvl9pPr algn="l">
              <a:defRPr sz="1875" b="0">
                <a:solidFill>
                  <a:srgbClr val="B71920"/>
                </a:solidFill>
                <a:latin typeface="Microsoft YaHei"/>
                <a:ea typeface="Microsoft YaHei"/>
                <a:cs typeface="Microsoft YaHei"/>
              </a:defRPr>
            </a:lvl9pPr>
          </a:lstStyle>
          <a:p xmlns:a="http://schemas.openxmlformats.org/drawingml/2006/main">
            <a:pPr algn="l">
              <a:defRPr sz="1875" b="0">
                <a:solidFill>
                  <a:srgbClr val="B71920"/>
                </a:solidFill>
                <a:latin typeface="Microsoft YaHei"/>
                <a:ea typeface="Microsoft YaHei"/>
                <a:cs typeface="Microsoft YaHei"/>
              </a:defRPr>
            </a:pPr>
            <a:r>
              <a:rPr sz="1875" b="0">
                <a:solidFill>
                  <a:srgbClr val="B71920"/>
                </a:solidFill>
                <a:latin typeface="Microsoft YaHei"/>
                <a:ea typeface="Microsoft YaHei"/>
                <a:cs typeface="Microsoft YaHei"/>
              </a:rPr>
              <a:t>5.</a:t>
            </a:r>
          </a:p>
        </p:txBody>
      </p:sp>
      <p:sp>
        <p:nvSpPr>
          <p:cNvPr id="13" name="challenge-4">
            <a:extLst xmlns:a="http://schemas.openxmlformats.org/drawingml/2006/main">
              <a:ext uri="{FF2B5EF4-FFF2-40B4-BE49-F238E27FC236}">
                <a16:creationId xmlns:a16="http://schemas.microsoft.com/office/drawing/2014/main" id="{D6956B7D-845A-41EC-B812-E634587E9173}"/>
              </a:ext>
            </a:extLst>
          </p:cNvPr>
          <p:cNvSpPr>
            <a:spLocks xmlns:a="http://schemas.openxmlformats.org/drawingml/2006/main" noGrp="1"/>
          </p:cNvSpPr>
          <p:nvPr/>
        </p:nvSpPr>
        <p:spPr>
          <a:xfrm xmlns:a="http://schemas.openxmlformats.org/drawingml/2006/main">
            <a:off x="1076325" y="5200650"/>
            <a:ext cx="10429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03030"/>
                </a:solidFill>
                <a:latin typeface="Microsoft YaHei"/>
                <a:ea typeface="Microsoft YaHei"/>
                <a:cs typeface="Microsoft YaHei"/>
              </a:defRPr>
            </a:defPPr>
            <a:lvl1pPr algn="l">
              <a:defRPr sz="1800" b="0">
                <a:solidFill>
                  <a:srgbClr val="303030"/>
                </a:solidFill>
                <a:latin typeface="Microsoft YaHei"/>
                <a:ea typeface="Microsoft YaHei"/>
                <a:cs typeface="Microsoft YaHei"/>
              </a:defRPr>
            </a:lvl1pPr>
            <a:lvl2pPr algn="l">
              <a:defRPr sz="1800" b="0">
                <a:solidFill>
                  <a:srgbClr val="303030"/>
                </a:solidFill>
                <a:latin typeface="Microsoft YaHei"/>
                <a:ea typeface="Microsoft YaHei"/>
                <a:cs typeface="Microsoft YaHei"/>
              </a:defRPr>
            </a:lvl2pPr>
            <a:lvl3pPr algn="l">
              <a:defRPr sz="1800" b="0">
                <a:solidFill>
                  <a:srgbClr val="303030"/>
                </a:solidFill>
                <a:latin typeface="Microsoft YaHei"/>
                <a:ea typeface="Microsoft YaHei"/>
                <a:cs typeface="Microsoft YaHei"/>
              </a:defRPr>
            </a:lvl3pPr>
            <a:lvl4pPr algn="l">
              <a:defRPr sz="1800" b="0">
                <a:solidFill>
                  <a:srgbClr val="303030"/>
                </a:solidFill>
                <a:latin typeface="Microsoft YaHei"/>
                <a:ea typeface="Microsoft YaHei"/>
                <a:cs typeface="Microsoft YaHei"/>
              </a:defRPr>
            </a:lvl4pPr>
            <a:lvl5pPr algn="l">
              <a:defRPr sz="1800" b="0">
                <a:solidFill>
                  <a:srgbClr val="303030"/>
                </a:solidFill>
                <a:latin typeface="Microsoft YaHei"/>
                <a:ea typeface="Microsoft YaHei"/>
                <a:cs typeface="Microsoft YaHei"/>
              </a:defRPr>
            </a:lvl5pPr>
            <a:lvl6pPr algn="l">
              <a:defRPr sz="1800" b="0">
                <a:solidFill>
                  <a:srgbClr val="303030"/>
                </a:solidFill>
                <a:latin typeface="Microsoft YaHei"/>
                <a:ea typeface="Microsoft YaHei"/>
                <a:cs typeface="Microsoft YaHei"/>
              </a:defRPr>
            </a:lvl6pPr>
            <a:lvl7pPr algn="l">
              <a:defRPr sz="1800" b="0">
                <a:solidFill>
                  <a:srgbClr val="303030"/>
                </a:solidFill>
                <a:latin typeface="Microsoft YaHei"/>
                <a:ea typeface="Microsoft YaHei"/>
                <a:cs typeface="Microsoft YaHei"/>
              </a:defRPr>
            </a:lvl7pPr>
            <a:lvl8pPr algn="l">
              <a:defRPr sz="1800" b="0">
                <a:solidFill>
                  <a:srgbClr val="303030"/>
                </a:solidFill>
                <a:latin typeface="Microsoft YaHei"/>
                <a:ea typeface="Microsoft YaHei"/>
                <a:cs typeface="Microsoft YaHei"/>
              </a:defRPr>
            </a:lvl8pPr>
            <a:lvl9pPr algn="l">
              <a:defRPr sz="1800" b="0">
                <a:solidFill>
                  <a:srgbClr val="303030"/>
                </a:solidFill>
                <a:latin typeface="Microsoft YaHei"/>
                <a:ea typeface="Microsoft YaHei"/>
                <a:cs typeface="Microsoft YaHei"/>
              </a:defRPr>
            </a:lvl9pPr>
          </a:lstStyle>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One hierarchy and benchmark cannot represent every business setting.</a:t>
            </a:r>
          </a:p>
        </p:txBody>
      </p:sp>
    </p:spTree>
    <p:extLst>
      <p:ext uri="{BB962C8B-B14F-4D97-AF65-F5344CB8AC3E}">
        <p14:creationId xmlns:p14="http://schemas.microsoft.com/office/powerpoint/2010/main" val="910577282"/>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5361EFD6-567D-4C0A-B0A2-DA833AE1E7F8}"/>
              </a:ext>
            </a:extLst>
          </p:cNvPr>
          <p:cNvSpPr>
            <a:spLocks xmlns:a="http://schemas.openxmlformats.org/drawingml/2006/main" noGrp="1"/>
          </p:cNvSpPr>
          <p:nvPr/>
        </p:nvSpPr>
        <p:spPr>
          <a:xfrm xmlns:a="http://schemas.openxmlformats.org/drawingml/2006/main">
            <a:off x="571500" y="8667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B71920"/>
                </a:solidFill>
                <a:latin typeface="Microsoft YaHei"/>
                <a:ea typeface="Microsoft YaHei"/>
                <a:cs typeface="Microsoft YaHei"/>
              </a:defRPr>
            </a:defPPr>
            <a:lvl1pPr algn="l">
              <a:defRPr sz="1650" b="0">
                <a:solidFill>
                  <a:srgbClr val="B71920"/>
                </a:solidFill>
                <a:latin typeface="Microsoft YaHei"/>
                <a:ea typeface="Microsoft YaHei"/>
                <a:cs typeface="Microsoft YaHei"/>
              </a:defRPr>
            </a:lvl1pPr>
            <a:lvl2pPr algn="l">
              <a:defRPr sz="1650" b="0">
                <a:solidFill>
                  <a:srgbClr val="B71920"/>
                </a:solidFill>
                <a:latin typeface="Microsoft YaHei"/>
                <a:ea typeface="Microsoft YaHei"/>
                <a:cs typeface="Microsoft YaHei"/>
              </a:defRPr>
            </a:lvl2pPr>
            <a:lvl3pPr algn="l">
              <a:defRPr sz="1650" b="0">
                <a:solidFill>
                  <a:srgbClr val="B71920"/>
                </a:solidFill>
                <a:latin typeface="Microsoft YaHei"/>
                <a:ea typeface="Microsoft YaHei"/>
                <a:cs typeface="Microsoft YaHei"/>
              </a:defRPr>
            </a:lvl3pPr>
            <a:lvl4pPr algn="l">
              <a:defRPr sz="1650" b="0">
                <a:solidFill>
                  <a:srgbClr val="B71920"/>
                </a:solidFill>
                <a:latin typeface="Microsoft YaHei"/>
                <a:ea typeface="Microsoft YaHei"/>
                <a:cs typeface="Microsoft YaHei"/>
              </a:defRPr>
            </a:lvl4pPr>
            <a:lvl5pPr algn="l">
              <a:defRPr sz="1650" b="0">
                <a:solidFill>
                  <a:srgbClr val="B71920"/>
                </a:solidFill>
                <a:latin typeface="Microsoft YaHei"/>
                <a:ea typeface="Microsoft YaHei"/>
                <a:cs typeface="Microsoft YaHei"/>
              </a:defRPr>
            </a:lvl5pPr>
            <a:lvl6pPr algn="l">
              <a:defRPr sz="1650" b="0">
                <a:solidFill>
                  <a:srgbClr val="B71920"/>
                </a:solidFill>
                <a:latin typeface="Microsoft YaHei"/>
                <a:ea typeface="Microsoft YaHei"/>
                <a:cs typeface="Microsoft YaHei"/>
              </a:defRPr>
            </a:lvl6pPr>
            <a:lvl7pPr algn="l">
              <a:defRPr sz="1650" b="0">
                <a:solidFill>
                  <a:srgbClr val="B71920"/>
                </a:solidFill>
                <a:latin typeface="Microsoft YaHei"/>
                <a:ea typeface="Microsoft YaHei"/>
                <a:cs typeface="Microsoft YaHei"/>
              </a:defRPr>
            </a:lvl7pPr>
            <a:lvl8pPr algn="l">
              <a:defRPr sz="1650" b="0">
                <a:solidFill>
                  <a:srgbClr val="B71920"/>
                </a:solidFill>
                <a:latin typeface="Microsoft YaHei"/>
                <a:ea typeface="Microsoft YaHei"/>
                <a:cs typeface="Microsoft YaHei"/>
              </a:defRPr>
            </a:lvl8pPr>
            <a:lvl9pPr algn="l">
              <a:defRPr sz="1650" b="0">
                <a:solidFill>
                  <a:srgbClr val="B71920"/>
                </a:solidFill>
                <a:latin typeface="Microsoft YaHei"/>
                <a:ea typeface="Microsoft YaHei"/>
                <a:cs typeface="Microsoft YaHei"/>
              </a:defRPr>
            </a:lvl9pPr>
          </a:lstStyle>
          <a:p xmlns:a="http://schemas.openxmlformats.org/drawingml/2006/main">
            <a:pPr algn="l">
              <a:defRPr sz="1650" b="0">
                <a:solidFill>
                  <a:srgbClr val="B71920"/>
                </a:solidFill>
                <a:latin typeface="Microsoft YaHei"/>
                <a:ea typeface="Microsoft YaHei"/>
                <a:cs typeface="Microsoft YaHei"/>
              </a:defRPr>
            </a:pPr>
            <a:r>
              <a:rPr sz="1650" b="0">
                <a:solidFill>
                  <a:srgbClr val="B71920"/>
                </a:solidFill>
                <a:latin typeface="Microsoft YaHei"/>
                <a:ea typeface="Microsoft YaHei"/>
                <a:cs typeface="Microsoft YaHei"/>
              </a:rPr>
              <a:t>Expected Research Progress</a:t>
            </a:r>
          </a:p>
        </p:txBody>
      </p:sp>
      <p:sp>
        <p:nvSpPr>
          <p:cNvPr id="2" name="slide-title">
            <a:extLst xmlns:a="http://schemas.openxmlformats.org/drawingml/2006/main">
              <a:ext uri="{FF2B5EF4-FFF2-40B4-BE49-F238E27FC236}">
                <a16:creationId xmlns:a16="http://schemas.microsoft.com/office/drawing/2014/main" id="{E68689D5-31FC-4FEF-81E8-76CED42897B7}"/>
              </a:ext>
            </a:extLst>
          </p:cNvPr>
          <p:cNvSpPr>
            <a:spLocks xmlns:a="http://schemas.openxmlformats.org/drawingml/2006/main" noGrp="1"/>
          </p:cNvSpPr>
          <p:nvPr/>
        </p:nvSpPr>
        <p:spPr>
          <a:xfrm xmlns:a="http://schemas.openxmlformats.org/drawingml/2006/main">
            <a:off x="571500" y="132397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303030"/>
                </a:solidFill>
                <a:latin typeface="Microsoft YaHei"/>
                <a:ea typeface="Microsoft YaHei"/>
                <a:cs typeface="Microsoft YaHei"/>
              </a:defRPr>
            </a:defPPr>
            <a:lvl1pPr algn="l">
              <a:defRPr sz="2625" b="0">
                <a:solidFill>
                  <a:srgbClr val="303030"/>
                </a:solidFill>
                <a:latin typeface="Microsoft YaHei"/>
                <a:ea typeface="Microsoft YaHei"/>
                <a:cs typeface="Microsoft YaHei"/>
              </a:defRPr>
            </a:lvl1pPr>
            <a:lvl2pPr algn="l">
              <a:defRPr sz="2625" b="0">
                <a:solidFill>
                  <a:srgbClr val="303030"/>
                </a:solidFill>
                <a:latin typeface="Microsoft YaHei"/>
                <a:ea typeface="Microsoft YaHei"/>
                <a:cs typeface="Microsoft YaHei"/>
              </a:defRPr>
            </a:lvl2pPr>
            <a:lvl3pPr algn="l">
              <a:defRPr sz="2625" b="0">
                <a:solidFill>
                  <a:srgbClr val="303030"/>
                </a:solidFill>
                <a:latin typeface="Microsoft YaHei"/>
                <a:ea typeface="Microsoft YaHei"/>
                <a:cs typeface="Microsoft YaHei"/>
              </a:defRPr>
            </a:lvl3pPr>
            <a:lvl4pPr algn="l">
              <a:defRPr sz="2625" b="0">
                <a:solidFill>
                  <a:srgbClr val="303030"/>
                </a:solidFill>
                <a:latin typeface="Microsoft YaHei"/>
                <a:ea typeface="Microsoft YaHei"/>
                <a:cs typeface="Microsoft YaHei"/>
              </a:defRPr>
            </a:lvl4pPr>
            <a:lvl5pPr algn="l">
              <a:defRPr sz="2625" b="0">
                <a:solidFill>
                  <a:srgbClr val="303030"/>
                </a:solidFill>
                <a:latin typeface="Microsoft YaHei"/>
                <a:ea typeface="Microsoft YaHei"/>
                <a:cs typeface="Microsoft YaHei"/>
              </a:defRPr>
            </a:lvl5pPr>
            <a:lvl6pPr algn="l">
              <a:defRPr sz="2625" b="0">
                <a:solidFill>
                  <a:srgbClr val="303030"/>
                </a:solidFill>
                <a:latin typeface="Microsoft YaHei"/>
                <a:ea typeface="Microsoft YaHei"/>
                <a:cs typeface="Microsoft YaHei"/>
              </a:defRPr>
            </a:lvl6pPr>
            <a:lvl7pPr algn="l">
              <a:defRPr sz="2625" b="0">
                <a:solidFill>
                  <a:srgbClr val="303030"/>
                </a:solidFill>
                <a:latin typeface="Microsoft YaHei"/>
                <a:ea typeface="Microsoft YaHei"/>
                <a:cs typeface="Microsoft YaHei"/>
              </a:defRPr>
            </a:lvl7pPr>
            <a:lvl8pPr algn="l">
              <a:defRPr sz="2625" b="0">
                <a:solidFill>
                  <a:srgbClr val="303030"/>
                </a:solidFill>
                <a:latin typeface="Microsoft YaHei"/>
                <a:ea typeface="Microsoft YaHei"/>
                <a:cs typeface="Microsoft YaHei"/>
              </a:defRPr>
            </a:lvl8pPr>
            <a:lvl9pPr algn="l">
              <a:defRPr sz="2625" b="0">
                <a:solidFill>
                  <a:srgbClr val="303030"/>
                </a:solidFill>
                <a:latin typeface="Microsoft YaHei"/>
                <a:ea typeface="Microsoft YaHei"/>
                <a:cs typeface="Microsoft YaHei"/>
              </a:defRPr>
            </a:lvl9pPr>
          </a:lstStyle>
          <a:p xmlns:a="http://schemas.openxmlformats.org/drawingml/2006/main">
            <a:pPr algn="l">
              <a:defRPr sz="2625" b="0">
                <a:solidFill>
                  <a:srgbClr val="303030"/>
                </a:solidFill>
                <a:latin typeface="Microsoft YaHei"/>
                <a:ea typeface="Microsoft YaHei"/>
                <a:cs typeface="Microsoft YaHei"/>
              </a:defRPr>
            </a:pPr>
            <a:r>
              <a:rPr sz="2625" b="0">
                <a:solidFill>
                  <a:srgbClr val="303030"/>
                </a:solidFill>
                <a:latin typeface="Microsoft YaHei"/>
                <a:ea typeface="Microsoft YaHei"/>
                <a:cs typeface="Microsoft YaHei"/>
              </a:rPr>
              <a:t>Prepared work and next steps</a:t>
            </a:r>
          </a:p>
        </p:txBody>
      </p:sp>
      <p:sp>
        <p:nvSpPr>
          <p:cNvPr id="3" name="page">
            <a:extLst xmlns:a="http://schemas.openxmlformats.org/drawingml/2006/main">
              <a:ext uri="{FF2B5EF4-FFF2-40B4-BE49-F238E27FC236}">
                <a16:creationId xmlns:a16="http://schemas.microsoft.com/office/drawing/2014/main" id="{391BBE66-043E-44A9-A342-6714BFFEC7D9}"/>
              </a:ext>
            </a:extLst>
          </p:cNvPr>
          <p:cNvSpPr>
            <a:spLocks xmlns:a="http://schemas.openxmlformats.org/drawingml/2006/main" noGrp="1"/>
          </p:cNvSpPr>
          <p:nvPr/>
        </p:nvSpPr>
        <p:spPr>
          <a:xfrm xmlns:a="http://schemas.openxmlformats.org/drawingml/2006/main">
            <a:off x="10801350" y="6353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55555"/>
                </a:solidFill>
                <a:latin typeface="Microsoft YaHei"/>
                <a:ea typeface="Microsoft YaHei"/>
                <a:cs typeface="Microsoft YaHei"/>
              </a:defRPr>
            </a:defPPr>
            <a:lvl1pPr algn="r">
              <a:defRPr sz="1125" b="0">
                <a:solidFill>
                  <a:srgbClr val="555555"/>
                </a:solidFill>
                <a:latin typeface="Microsoft YaHei"/>
                <a:ea typeface="Microsoft YaHei"/>
                <a:cs typeface="Microsoft YaHei"/>
              </a:defRPr>
            </a:lvl1pPr>
            <a:lvl2pPr algn="r">
              <a:defRPr sz="1125" b="0">
                <a:solidFill>
                  <a:srgbClr val="555555"/>
                </a:solidFill>
                <a:latin typeface="Microsoft YaHei"/>
                <a:ea typeface="Microsoft YaHei"/>
                <a:cs typeface="Microsoft YaHei"/>
              </a:defRPr>
            </a:lvl2pPr>
            <a:lvl3pPr algn="r">
              <a:defRPr sz="1125" b="0">
                <a:solidFill>
                  <a:srgbClr val="555555"/>
                </a:solidFill>
                <a:latin typeface="Microsoft YaHei"/>
                <a:ea typeface="Microsoft YaHei"/>
                <a:cs typeface="Microsoft YaHei"/>
              </a:defRPr>
            </a:lvl3pPr>
            <a:lvl4pPr algn="r">
              <a:defRPr sz="1125" b="0">
                <a:solidFill>
                  <a:srgbClr val="555555"/>
                </a:solidFill>
                <a:latin typeface="Microsoft YaHei"/>
                <a:ea typeface="Microsoft YaHei"/>
                <a:cs typeface="Microsoft YaHei"/>
              </a:defRPr>
            </a:lvl4pPr>
            <a:lvl5pPr algn="r">
              <a:defRPr sz="1125" b="0">
                <a:solidFill>
                  <a:srgbClr val="555555"/>
                </a:solidFill>
                <a:latin typeface="Microsoft YaHei"/>
                <a:ea typeface="Microsoft YaHei"/>
                <a:cs typeface="Microsoft YaHei"/>
              </a:defRPr>
            </a:lvl5pPr>
            <a:lvl6pPr algn="r">
              <a:defRPr sz="1125" b="0">
                <a:solidFill>
                  <a:srgbClr val="555555"/>
                </a:solidFill>
                <a:latin typeface="Microsoft YaHei"/>
                <a:ea typeface="Microsoft YaHei"/>
                <a:cs typeface="Microsoft YaHei"/>
              </a:defRPr>
            </a:lvl6pPr>
            <a:lvl7pPr algn="r">
              <a:defRPr sz="1125" b="0">
                <a:solidFill>
                  <a:srgbClr val="555555"/>
                </a:solidFill>
                <a:latin typeface="Microsoft YaHei"/>
                <a:ea typeface="Microsoft YaHei"/>
                <a:cs typeface="Microsoft YaHei"/>
              </a:defRPr>
            </a:lvl7pPr>
            <a:lvl8pPr algn="r">
              <a:defRPr sz="1125" b="0">
                <a:solidFill>
                  <a:srgbClr val="555555"/>
                </a:solidFill>
                <a:latin typeface="Microsoft YaHei"/>
                <a:ea typeface="Microsoft YaHei"/>
                <a:cs typeface="Microsoft YaHei"/>
              </a:defRPr>
            </a:lvl8pPr>
            <a:lvl9pPr algn="r">
              <a:defRPr sz="1125" b="0">
                <a:solidFill>
                  <a:srgbClr val="555555"/>
                </a:solidFill>
                <a:latin typeface="Microsoft YaHei"/>
                <a:ea typeface="Microsoft YaHei"/>
                <a:cs typeface="Microsoft YaHei"/>
              </a:defRPr>
            </a:lvl9pPr>
          </a:lstStyle>
          <a:p xmlns:a="http://schemas.openxmlformats.org/drawingml/2006/main">
            <a:pPr algn="r">
              <a:defRPr sz="1125" b="0">
                <a:solidFill>
                  <a:srgbClr val="555555"/>
                </a:solidFill>
                <a:latin typeface="Microsoft YaHei"/>
                <a:ea typeface="Microsoft YaHei"/>
                <a:cs typeface="Microsoft YaHei"/>
              </a:defRPr>
            </a:pPr>
            <a:r>
              <a:rPr sz="1125" b="0">
                <a:solidFill>
                  <a:srgbClr val="555555"/>
                </a:solidFill>
                <a:latin typeface="Microsoft YaHei"/>
                <a:ea typeface="Microsoft YaHei"/>
                <a:cs typeface="Microsoft YaHei"/>
              </a:rPr>
              <a:t>16 / 16</a:t>
            </a:r>
          </a:p>
        </p:txBody>
      </p:sp>
      <p:sp>
        <p:nvSpPr>
          <p:cNvPr id="4" name="prepared">
            <a:extLst xmlns:a="http://schemas.openxmlformats.org/drawingml/2006/main">
              <a:ext uri="{FF2B5EF4-FFF2-40B4-BE49-F238E27FC236}">
                <a16:creationId xmlns:a16="http://schemas.microsoft.com/office/drawing/2014/main" id="{2F6ADFFE-3F13-485D-99D7-420235FCEAB0}"/>
              </a:ext>
            </a:extLst>
          </p:cNvPr>
          <p:cNvSpPr>
            <a:spLocks xmlns:a="http://schemas.openxmlformats.org/drawingml/2006/main" noGrp="1"/>
          </p:cNvSpPr>
          <p:nvPr/>
        </p:nvSpPr>
        <p:spPr>
          <a:xfrm xmlns:a="http://schemas.openxmlformats.org/drawingml/2006/main">
            <a:off x="571500" y="2152650"/>
            <a:ext cx="1095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03030"/>
                </a:solidFill>
                <a:latin typeface="Microsoft YaHei"/>
                <a:ea typeface="Microsoft YaHei"/>
                <a:cs typeface="Microsoft YaHei"/>
              </a:defRPr>
            </a:defPPr>
            <a:lvl1pPr algn="l">
              <a:defRPr sz="1800" b="0">
                <a:solidFill>
                  <a:srgbClr val="303030"/>
                </a:solidFill>
                <a:latin typeface="Microsoft YaHei"/>
                <a:ea typeface="Microsoft YaHei"/>
                <a:cs typeface="Microsoft YaHei"/>
              </a:defRPr>
            </a:lvl1pPr>
            <a:lvl2pPr algn="l">
              <a:defRPr sz="1800" b="0">
                <a:solidFill>
                  <a:srgbClr val="303030"/>
                </a:solidFill>
                <a:latin typeface="Microsoft YaHei"/>
                <a:ea typeface="Microsoft YaHei"/>
                <a:cs typeface="Microsoft YaHei"/>
              </a:defRPr>
            </a:lvl2pPr>
            <a:lvl3pPr algn="l">
              <a:defRPr sz="1800" b="0">
                <a:solidFill>
                  <a:srgbClr val="303030"/>
                </a:solidFill>
                <a:latin typeface="Microsoft YaHei"/>
                <a:ea typeface="Microsoft YaHei"/>
                <a:cs typeface="Microsoft YaHei"/>
              </a:defRPr>
            </a:lvl3pPr>
            <a:lvl4pPr algn="l">
              <a:defRPr sz="1800" b="0">
                <a:solidFill>
                  <a:srgbClr val="303030"/>
                </a:solidFill>
                <a:latin typeface="Microsoft YaHei"/>
                <a:ea typeface="Microsoft YaHei"/>
                <a:cs typeface="Microsoft YaHei"/>
              </a:defRPr>
            </a:lvl4pPr>
            <a:lvl5pPr algn="l">
              <a:defRPr sz="1800" b="0">
                <a:solidFill>
                  <a:srgbClr val="303030"/>
                </a:solidFill>
                <a:latin typeface="Microsoft YaHei"/>
                <a:ea typeface="Microsoft YaHei"/>
                <a:cs typeface="Microsoft YaHei"/>
              </a:defRPr>
            </a:lvl5pPr>
            <a:lvl6pPr algn="l">
              <a:defRPr sz="1800" b="0">
                <a:solidFill>
                  <a:srgbClr val="303030"/>
                </a:solidFill>
                <a:latin typeface="Microsoft YaHei"/>
                <a:ea typeface="Microsoft YaHei"/>
                <a:cs typeface="Microsoft YaHei"/>
              </a:defRPr>
            </a:lvl6pPr>
            <a:lvl7pPr algn="l">
              <a:defRPr sz="1800" b="0">
                <a:solidFill>
                  <a:srgbClr val="303030"/>
                </a:solidFill>
                <a:latin typeface="Microsoft YaHei"/>
                <a:ea typeface="Microsoft YaHei"/>
                <a:cs typeface="Microsoft YaHei"/>
              </a:defRPr>
            </a:lvl7pPr>
            <a:lvl8pPr algn="l">
              <a:defRPr sz="1800" b="0">
                <a:solidFill>
                  <a:srgbClr val="303030"/>
                </a:solidFill>
                <a:latin typeface="Microsoft YaHei"/>
                <a:ea typeface="Microsoft YaHei"/>
                <a:cs typeface="Microsoft YaHei"/>
              </a:defRPr>
            </a:lvl8pPr>
            <a:lvl9pPr algn="l">
              <a:defRPr sz="1800" b="0">
                <a:solidFill>
                  <a:srgbClr val="303030"/>
                </a:solidFill>
                <a:latin typeface="Microsoft YaHei"/>
                <a:ea typeface="Microsoft YaHei"/>
                <a:cs typeface="Microsoft YaHei"/>
              </a:defRPr>
            </a:lvl9pPr>
          </a:lstStyle>
          <a:p xmlns:a="http://schemas.openxmlformats.org/drawingml/2006/main">
            <a:pPr algn="l">
              <a:defRPr sz="1800" b="0">
                <a:solidFill>
                  <a:srgbClr val="303030"/>
                </a:solidFill>
                <a:latin typeface="Microsoft YaHei"/>
                <a:ea typeface="Microsoft YaHei"/>
                <a:cs typeface="Microsoft YaHei"/>
              </a:defRPr>
            </a:pPr>
            <a:r>
              <a:rPr sz="1800" b="0">
                <a:solidFill>
                  <a:srgbClr val="303030"/>
                </a:solidFill>
                <a:latin typeface="Microsoft YaHei"/>
                <a:ea typeface="Microsoft YaHei"/>
                <a:cs typeface="Microsoft YaHei"/>
              </a:rPr>
              <a:t>Prepared: literature synthesis, problem map, research design and proposal.</a:t>
            </a:r>
          </a:p>
        </p:txBody>
      </p:sp>
      <p:graphicFrame>
        <p:nvGraphicFramePr>
          <p:cNvPr id="5" name="">
            <a:extLst xmlns:a="http://schemas.openxmlformats.org/drawingml/2006/main">
              <a:ext uri="{FF2B5EF4-FFF2-40B4-BE49-F238E27FC236}">
                <a16:creationId xmlns:a16="http://schemas.microsoft.com/office/drawing/2014/main" id="{3CCDD109-F355-4399-9EB6-E5E22D47EDA1}"/>
              </a:ext>
            </a:extLst>
          </p:cNvPr>
          <p:cNvGraphicFramePr/>
          <p:nvPr/>
        </p:nvGraphicFramePr>
        <p:xfrm>
          <a:off xmlns:a="http://schemas.openxmlformats.org/drawingml/2006/main" x="571500" y="2724150"/>
          <a:ext xmlns:a="http://schemas.openxmlformats.org/drawingml/2006/main" cx="10953750" cy="3067050"/>
        </p:xfrm>
        <a:graphic xmlns:a="http://schemas.openxmlformats.org/drawingml/2006/main">
          <a:graphicData uri="http://schemas.openxmlformats.org/drawingml/2006/table">
            <a:tbl>
              <a:tblPr firstRow="0" bandRow="0"/>
              <a:tblGrid>
                <a:gridCol w="2476500"/>
                <a:gridCol w="8477250"/>
              </a:tblGrid>
              <a:tr h="438150">
                <a:tc>
                  <a:txBody>
                    <a:bodyPr wrap="square">
                      <a:noAutofit/>
                    </a:bodyPr>
                    <a:lstStyle/>
                    <a:p>
                      <a:pPr algn="l"/>
                      <a:r>
                        <a:rPr sz="1500" b="1">
                          <a:solidFill>
                            <a:srgbClr val="FFFFFF"/>
                          </a:solidFill>
                          <a:latin typeface="Microsoft YaHei"/>
                          <a:ea typeface="Microsoft YaHei"/>
                          <a:cs typeface="Microsoft YaHei"/>
                        </a:rPr>
                        <a:t>Period</a:t>
                      </a:r>
                    </a:p>
                  </a:txBody>
                  <a:tcPr marL="114300" marR="114300" marT="95250" marB="95250" anchor="ctr">
                    <a:lnL w="6668">
                      <a:solidFill>
                        <a:srgbClr val="D9D4CF"/>
                      </a:solidFill>
                      <a:prstDash val="solid"/>
                    </a:lnL>
                    <a:lnR w="6668">
                      <a:solidFill>
                        <a:srgbClr val="D9D4CF"/>
                      </a:solidFill>
                      <a:prstDash val="solid"/>
                    </a:lnR>
                    <a:lnT w="6668">
                      <a:solidFill>
                        <a:srgbClr val="D9D4CF"/>
                      </a:solidFill>
                      <a:prstDash val="solid"/>
                    </a:lnT>
                    <a:lnB w="6668">
                      <a:solidFill>
                        <a:srgbClr val="D9D4CF"/>
                      </a:solidFill>
                      <a:prstDash val="solid"/>
                    </a:lnB>
                    <a:solidFill>
                      <a:srgbClr val="B71920"/>
                    </a:solidFill>
                  </a:tcPr>
                </a:tc>
                <a:tc>
                  <a:txBody>
                    <a:bodyPr wrap="square">
                      <a:noAutofit/>
                    </a:bodyPr>
                    <a:lstStyle/>
                    <a:p>
                      <a:pPr algn="l"/>
                      <a:r>
                        <a:rPr sz="1500" b="1">
                          <a:solidFill>
                            <a:srgbClr val="FFFFFF"/>
                          </a:solidFill>
                          <a:latin typeface="Microsoft YaHei"/>
                          <a:ea typeface="Microsoft YaHei"/>
                          <a:cs typeface="Microsoft YaHei"/>
                        </a:rPr>
                        <a:t>Planned work</a:t>
                      </a:r>
                    </a:p>
                  </a:txBody>
                  <a:tcPr marL="114300" marR="114300" marT="95250" marB="95250" anchor="ctr">
                    <a:lnR w="6668">
                      <a:solidFill>
                        <a:srgbClr val="D9D4CF"/>
                      </a:solidFill>
                      <a:prstDash val="solid"/>
                    </a:lnR>
                    <a:lnT w="6668">
                      <a:solidFill>
                        <a:srgbClr val="D9D4CF"/>
                      </a:solidFill>
                      <a:prstDash val="solid"/>
                    </a:lnT>
                    <a:lnB w="6668">
                      <a:solidFill>
                        <a:srgbClr val="D9D4CF"/>
                      </a:solidFill>
                      <a:prstDash val="solid"/>
                    </a:lnB>
                    <a:solidFill>
                      <a:srgbClr val="B71920"/>
                    </a:solidFill>
                  </a:tcPr>
                </a:tc>
              </a:tr>
              <a:tr h="438150">
                <a:tc>
                  <a:txBody>
                    <a:bodyPr wrap="square">
                      <a:noAutofit/>
                    </a:bodyPr>
                    <a:lstStyle/>
                    <a:p>
                      <a:pPr algn="l"/>
                      <a:r>
                        <a:rPr sz="1500" b="0">
                          <a:solidFill>
                            <a:srgbClr val="303030"/>
                          </a:solidFill>
                          <a:latin typeface="Microsoft YaHei"/>
                          <a:ea typeface="Microsoft YaHei"/>
                          <a:cs typeface="Microsoft YaHei"/>
                        </a:rPr>
                        <a:t>Late October</a:t>
                      </a:r>
                    </a:p>
                  </a:txBody>
                  <a:tcPr marL="114300" marR="114300" marT="95250" marB="95250" anchor="ctr">
                    <a:lnL w="6668">
                      <a:solidFill>
                        <a:srgbClr val="D9D4CF"/>
                      </a:solidFill>
                      <a:prstDash val="solid"/>
                    </a:lnL>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500" b="0">
                          <a:solidFill>
                            <a:srgbClr val="303030"/>
                          </a:solidFill>
                          <a:latin typeface="Microsoft YaHei"/>
                          <a:ea typeface="Microsoft YaHei"/>
                          <a:cs typeface="Microsoft YaHei"/>
                        </a:rPr>
                        <a:t>Minimal harness; agree model and budget</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r>
              <a:tr h="438150">
                <a:tc>
                  <a:txBody>
                    <a:bodyPr wrap="square">
                      <a:noAutofit/>
                    </a:bodyPr>
                    <a:lstStyle/>
                    <a:p>
                      <a:pPr algn="l"/>
                      <a:r>
                        <a:rPr sz="1500" b="0">
                          <a:solidFill>
                            <a:srgbClr val="303030"/>
                          </a:solidFill>
                          <a:latin typeface="Microsoft YaHei"/>
                          <a:ea typeface="Microsoft YaHei"/>
                          <a:cs typeface="Microsoft YaHei"/>
                        </a:rPr>
                        <a:t>November</a:t>
                      </a:r>
                    </a:p>
                  </a:txBody>
                  <a:tcPr marL="114300" marR="114300" marT="95250" marB="95250" anchor="ctr">
                    <a:lnL w="6668">
                      <a:solidFill>
                        <a:srgbClr val="D9D4CF"/>
                      </a:solidFill>
                      <a:prstDash val="solid"/>
                    </a:lnL>
                    <a:lnR w="6668">
                      <a:solidFill>
                        <a:srgbClr val="D9D4CF"/>
                      </a:solidFill>
                      <a:prstDash val="solid"/>
                    </a:lnR>
                    <a:lnB w="6668">
                      <a:solidFill>
                        <a:srgbClr val="D9D4CF"/>
                      </a:solidFill>
                      <a:prstDash val="solid"/>
                    </a:lnB>
                    <a:solidFill>
                      <a:srgbClr val="F7F5F2"/>
                    </a:solidFill>
                  </a:tcPr>
                </a:tc>
                <a:tc>
                  <a:txBody>
                    <a:bodyPr wrap="square">
                      <a:noAutofit/>
                    </a:bodyPr>
                    <a:lstStyle/>
                    <a:p>
                      <a:pPr algn="l"/>
                      <a:r>
                        <a:rPr sz="1500" b="0">
                          <a:solidFill>
                            <a:srgbClr val="303030"/>
                          </a:solidFill>
                          <a:latin typeface="Microsoft YaHei"/>
                          <a:ea typeface="Microsoft YaHei"/>
                          <a:cs typeface="Microsoft YaHei"/>
                        </a:rPr>
                        <a:t>Implement, validate, pilot and freeze the protocol</a:t>
                      </a:r>
                    </a:p>
                  </a:txBody>
                  <a:tcPr marL="114300" marR="114300" marT="95250" marB="95250" anchor="ctr">
                    <a:lnR w="6668">
                      <a:solidFill>
                        <a:srgbClr val="D9D4CF"/>
                      </a:solidFill>
                      <a:prstDash val="solid"/>
                    </a:lnR>
                    <a:lnB w="6668">
                      <a:solidFill>
                        <a:srgbClr val="D9D4CF"/>
                      </a:solidFill>
                      <a:prstDash val="solid"/>
                    </a:lnB>
                    <a:solidFill>
                      <a:srgbClr val="F7F5F2"/>
                    </a:solidFill>
                  </a:tcPr>
                </a:tc>
              </a:tr>
              <a:tr h="438150">
                <a:tc>
                  <a:txBody>
                    <a:bodyPr wrap="square">
                      <a:noAutofit/>
                    </a:bodyPr>
                    <a:lstStyle/>
                    <a:p>
                      <a:pPr algn="l"/>
                      <a:r>
                        <a:rPr sz="1500" b="0">
                          <a:solidFill>
                            <a:srgbClr val="303030"/>
                          </a:solidFill>
                          <a:latin typeface="Microsoft YaHei"/>
                          <a:ea typeface="Microsoft YaHei"/>
                          <a:cs typeface="Microsoft YaHei"/>
                        </a:rPr>
                        <a:t>December</a:t>
                      </a:r>
                    </a:p>
                  </a:txBody>
                  <a:tcPr marL="114300" marR="114300" marT="95250" marB="95250" anchor="ctr">
                    <a:lnL w="6668">
                      <a:solidFill>
                        <a:srgbClr val="D9D4CF"/>
                      </a:solidFill>
                      <a:prstDash val="solid"/>
                    </a:lnL>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500" b="0">
                          <a:solidFill>
                            <a:srgbClr val="303030"/>
                          </a:solidFill>
                          <a:latin typeface="Microsoft YaHei"/>
                          <a:ea typeface="Microsoft YaHei"/>
                          <a:cs typeface="Microsoft YaHei"/>
                        </a:rPr>
                        <a:t>Main comparisons and midterm report</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r>
              <a:tr h="438150">
                <a:tc>
                  <a:txBody>
                    <a:bodyPr wrap="square">
                      <a:noAutofit/>
                    </a:bodyPr>
                    <a:lstStyle/>
                    <a:p>
                      <a:pPr algn="l"/>
                      <a:r>
                        <a:rPr sz="1500" b="0">
                          <a:solidFill>
                            <a:srgbClr val="303030"/>
                          </a:solidFill>
                          <a:latin typeface="Microsoft YaHei"/>
                          <a:ea typeface="Microsoft YaHei"/>
                          <a:cs typeface="Microsoft YaHei"/>
                        </a:rPr>
                        <a:t>January</a:t>
                      </a:r>
                    </a:p>
                  </a:txBody>
                  <a:tcPr marL="114300" marR="114300" marT="95250" marB="95250" anchor="ctr">
                    <a:lnL w="6668">
                      <a:solidFill>
                        <a:srgbClr val="D9D4CF"/>
                      </a:solidFill>
                      <a:prstDash val="solid"/>
                    </a:lnL>
                    <a:lnR w="6668">
                      <a:solidFill>
                        <a:srgbClr val="D9D4CF"/>
                      </a:solidFill>
                      <a:prstDash val="solid"/>
                    </a:lnR>
                    <a:lnB w="6668">
                      <a:solidFill>
                        <a:srgbClr val="D9D4CF"/>
                      </a:solidFill>
                      <a:prstDash val="solid"/>
                    </a:lnB>
                    <a:solidFill>
                      <a:srgbClr val="F7F5F2"/>
                    </a:solidFill>
                  </a:tcPr>
                </a:tc>
                <a:tc>
                  <a:txBody>
                    <a:bodyPr wrap="square">
                      <a:noAutofit/>
                    </a:bodyPr>
                    <a:lstStyle/>
                    <a:p>
                      <a:pPr algn="l"/>
                      <a:r>
                        <a:rPr sz="1500" b="0">
                          <a:solidFill>
                            <a:srgbClr val="303030"/>
                          </a:solidFill>
                          <a:latin typeface="Microsoft YaHei"/>
                          <a:ea typeface="Microsoft YaHei"/>
                          <a:cs typeface="Microsoft YaHei"/>
                        </a:rPr>
                        <a:t>Failure, uncertainty and cost analysis</a:t>
                      </a:r>
                    </a:p>
                  </a:txBody>
                  <a:tcPr marL="114300" marR="114300" marT="95250" marB="95250" anchor="ctr">
                    <a:lnR w="6668">
                      <a:solidFill>
                        <a:srgbClr val="D9D4CF"/>
                      </a:solidFill>
                      <a:prstDash val="solid"/>
                    </a:lnR>
                    <a:lnB w="6668">
                      <a:solidFill>
                        <a:srgbClr val="D9D4CF"/>
                      </a:solidFill>
                      <a:prstDash val="solid"/>
                    </a:lnB>
                    <a:solidFill>
                      <a:srgbClr val="F7F5F2"/>
                    </a:solidFill>
                  </a:tcPr>
                </a:tc>
              </a:tr>
              <a:tr h="438150">
                <a:tc>
                  <a:txBody>
                    <a:bodyPr wrap="square">
                      <a:noAutofit/>
                    </a:bodyPr>
                    <a:lstStyle/>
                    <a:p>
                      <a:pPr algn="l"/>
                      <a:r>
                        <a:rPr sz="1500" b="0">
                          <a:solidFill>
                            <a:srgbClr val="303030"/>
                          </a:solidFill>
                          <a:latin typeface="Microsoft YaHei"/>
                          <a:ea typeface="Microsoft YaHei"/>
                          <a:cs typeface="Microsoft YaHei"/>
                        </a:rPr>
                        <a:t>February–April</a:t>
                      </a:r>
                    </a:p>
                  </a:txBody>
                  <a:tcPr marL="114300" marR="114300" marT="95250" marB="95250" anchor="ctr">
                    <a:lnL w="6668">
                      <a:solidFill>
                        <a:srgbClr val="D9D4CF"/>
                      </a:solidFill>
                      <a:prstDash val="solid"/>
                    </a:lnL>
                    <a:lnR w="6668">
                      <a:solidFill>
                        <a:srgbClr val="D9D4CF"/>
                      </a:solidFill>
                      <a:prstDash val="solid"/>
                    </a:lnR>
                    <a:lnB w="6668">
                      <a:solidFill>
                        <a:srgbClr val="D9D4CF"/>
                      </a:solidFill>
                      <a:prstDash val="solid"/>
                    </a:lnB>
                    <a:solidFill>
                      <a:srgbClr val="FFFFFF"/>
                    </a:solidFill>
                  </a:tcPr>
                </a:tc>
                <a:tc>
                  <a:txBody>
                    <a:bodyPr wrap="square">
                      <a:noAutofit/>
                    </a:bodyPr>
                    <a:lstStyle/>
                    <a:p>
                      <a:pPr algn="l"/>
                      <a:r>
                        <a:rPr sz="1500" b="0">
                          <a:solidFill>
                            <a:srgbClr val="303030"/>
                          </a:solidFill>
                          <a:latin typeface="Microsoft YaHei"/>
                          <a:ea typeface="Microsoft YaHei"/>
                          <a:cs typeface="Microsoft YaHei"/>
                        </a:rPr>
                        <a:t>Write, revise and submit the thesis</a:t>
                      </a:r>
                    </a:p>
                  </a:txBody>
                  <a:tcPr marL="114300" marR="114300" marT="95250" marB="95250" anchor="ctr">
                    <a:lnR w="6668">
                      <a:solidFill>
                        <a:srgbClr val="D9D4CF"/>
                      </a:solidFill>
                      <a:prstDash val="solid"/>
                    </a:lnR>
                    <a:lnB w="6668">
                      <a:solidFill>
                        <a:srgbClr val="D9D4CF"/>
                      </a:solidFill>
                      <a:prstDash val="solid"/>
                    </a:lnB>
                    <a:solidFill>
                      <a:srgbClr val="FFFFFF"/>
                    </a:solidFill>
                  </a:tcPr>
                </a:tc>
              </a:tr>
              <a:tr h="438150">
                <a:tc>
                  <a:txBody>
                    <a:bodyPr wrap="square">
                      <a:noAutofit/>
                    </a:bodyPr>
                    <a:lstStyle/>
                    <a:p>
                      <a:pPr algn="l"/>
                      <a:r>
                        <a:rPr sz="1500" b="0">
                          <a:solidFill>
                            <a:srgbClr val="303030"/>
                          </a:solidFill>
                          <a:latin typeface="Microsoft YaHei"/>
                          <a:ea typeface="Microsoft YaHei"/>
                          <a:cs typeface="Microsoft YaHei"/>
                        </a:rPr>
                        <a:t>May</a:t>
                      </a:r>
                    </a:p>
                  </a:txBody>
                  <a:tcPr marL="114300" marR="114300" marT="95250" marB="95250" anchor="ctr">
                    <a:lnL w="6668">
                      <a:solidFill>
                        <a:srgbClr val="D9D4CF"/>
                      </a:solidFill>
                      <a:prstDash val="solid"/>
                    </a:lnL>
                    <a:lnR w="6668">
                      <a:solidFill>
                        <a:srgbClr val="D9D4CF"/>
                      </a:solidFill>
                      <a:prstDash val="solid"/>
                    </a:lnR>
                    <a:lnB w="6668">
                      <a:solidFill>
                        <a:srgbClr val="D9D4CF"/>
                      </a:solidFill>
                      <a:prstDash val="solid"/>
                    </a:lnB>
                    <a:solidFill>
                      <a:srgbClr val="F7F5F2"/>
                    </a:solidFill>
                  </a:tcPr>
                </a:tc>
                <a:tc>
                  <a:txBody>
                    <a:bodyPr wrap="square">
                      <a:noAutofit/>
                    </a:bodyPr>
                    <a:lstStyle/>
                    <a:p>
                      <a:pPr algn="l"/>
                      <a:r>
                        <a:rPr sz="1500" b="0">
                          <a:solidFill>
                            <a:srgbClr val="303030"/>
                          </a:solidFill>
                          <a:latin typeface="Microsoft YaHei"/>
                          <a:ea typeface="Microsoft YaHei"/>
                          <a:cs typeface="Microsoft YaHei"/>
                        </a:rPr>
                        <a:t>Final defense</a:t>
                      </a:r>
                    </a:p>
                  </a:txBody>
                  <a:tcPr marL="114300" marR="114300" marT="95250" marB="95250" anchor="ctr">
                    <a:lnR w="6668">
                      <a:solidFill>
                        <a:srgbClr val="D9D4CF"/>
                      </a:solidFill>
                      <a:prstDash val="solid"/>
                    </a:lnR>
                    <a:lnB w="6668">
                      <a:solidFill>
                        <a:srgbClr val="D9D4CF"/>
                      </a:solidFill>
                      <a:prstDash val="solid"/>
                    </a:lnB>
                    <a:solidFill>
                      <a:srgbClr val="F7F5F2"/>
                    </a:solidFill>
                  </a:tcPr>
                </a:tc>
              </a:tr>
            </a:tbl>
          </a:graphicData>
        </a:graphic>
      </p:graphicFrame>
      <p:sp>
        <p:nvSpPr>
          <p:cNvPr id="6" name="closing">
            <a:extLst xmlns:a="http://schemas.openxmlformats.org/drawingml/2006/main">
              <a:ext uri="{FF2B5EF4-FFF2-40B4-BE49-F238E27FC236}">
                <a16:creationId xmlns:a16="http://schemas.microsoft.com/office/drawing/2014/main" id="{0D859E33-521D-4C0B-979B-848F3B231413}"/>
              </a:ext>
            </a:extLst>
          </p:cNvPr>
          <p:cNvSpPr>
            <a:spLocks xmlns:a="http://schemas.openxmlformats.org/drawingml/2006/main" noGrp="1"/>
          </p:cNvSpPr>
          <p:nvPr/>
        </p:nvSpPr>
        <p:spPr>
          <a:xfrm xmlns:a="http://schemas.openxmlformats.org/drawingml/2006/main">
            <a:off x="571500" y="5962650"/>
            <a:ext cx="1095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B71920"/>
                </a:solidFill>
                <a:latin typeface="Microsoft YaHei"/>
                <a:ea typeface="Microsoft YaHei"/>
                <a:cs typeface="Microsoft YaHei"/>
              </a:defRPr>
            </a:defPPr>
            <a:lvl1pPr algn="l">
              <a:defRPr sz="1950" b="0">
                <a:solidFill>
                  <a:srgbClr val="B71920"/>
                </a:solidFill>
                <a:latin typeface="Microsoft YaHei"/>
                <a:ea typeface="Microsoft YaHei"/>
                <a:cs typeface="Microsoft YaHei"/>
              </a:defRPr>
            </a:lvl1pPr>
            <a:lvl2pPr algn="l">
              <a:defRPr sz="1950" b="0">
                <a:solidFill>
                  <a:srgbClr val="B71920"/>
                </a:solidFill>
                <a:latin typeface="Microsoft YaHei"/>
                <a:ea typeface="Microsoft YaHei"/>
                <a:cs typeface="Microsoft YaHei"/>
              </a:defRPr>
            </a:lvl2pPr>
            <a:lvl3pPr algn="l">
              <a:defRPr sz="1950" b="0">
                <a:solidFill>
                  <a:srgbClr val="B71920"/>
                </a:solidFill>
                <a:latin typeface="Microsoft YaHei"/>
                <a:ea typeface="Microsoft YaHei"/>
                <a:cs typeface="Microsoft YaHei"/>
              </a:defRPr>
            </a:lvl3pPr>
            <a:lvl4pPr algn="l">
              <a:defRPr sz="1950" b="0">
                <a:solidFill>
                  <a:srgbClr val="B71920"/>
                </a:solidFill>
                <a:latin typeface="Microsoft YaHei"/>
                <a:ea typeface="Microsoft YaHei"/>
                <a:cs typeface="Microsoft YaHei"/>
              </a:defRPr>
            </a:lvl4pPr>
            <a:lvl5pPr algn="l">
              <a:defRPr sz="1950" b="0">
                <a:solidFill>
                  <a:srgbClr val="B71920"/>
                </a:solidFill>
                <a:latin typeface="Microsoft YaHei"/>
                <a:ea typeface="Microsoft YaHei"/>
                <a:cs typeface="Microsoft YaHei"/>
              </a:defRPr>
            </a:lvl5pPr>
            <a:lvl6pPr algn="l">
              <a:defRPr sz="1950" b="0">
                <a:solidFill>
                  <a:srgbClr val="B71920"/>
                </a:solidFill>
                <a:latin typeface="Microsoft YaHei"/>
                <a:ea typeface="Microsoft YaHei"/>
                <a:cs typeface="Microsoft YaHei"/>
              </a:defRPr>
            </a:lvl6pPr>
            <a:lvl7pPr algn="l">
              <a:defRPr sz="1950" b="0">
                <a:solidFill>
                  <a:srgbClr val="B71920"/>
                </a:solidFill>
                <a:latin typeface="Microsoft YaHei"/>
                <a:ea typeface="Microsoft YaHei"/>
                <a:cs typeface="Microsoft YaHei"/>
              </a:defRPr>
            </a:lvl7pPr>
            <a:lvl8pPr algn="l">
              <a:defRPr sz="1950" b="0">
                <a:solidFill>
                  <a:srgbClr val="B71920"/>
                </a:solidFill>
                <a:latin typeface="Microsoft YaHei"/>
                <a:ea typeface="Microsoft YaHei"/>
                <a:cs typeface="Microsoft YaHei"/>
              </a:defRPr>
            </a:lvl8pPr>
            <a:lvl9pPr algn="l">
              <a:defRPr sz="1950" b="0">
                <a:solidFill>
                  <a:srgbClr val="B71920"/>
                </a:solidFill>
                <a:latin typeface="Microsoft YaHei"/>
                <a:ea typeface="Microsoft YaHei"/>
                <a:cs typeface="Microsoft YaHei"/>
              </a:defRPr>
            </a:lvl9pPr>
          </a:lstStyle>
          <a:p xmlns:a="http://schemas.openxmlformats.org/drawingml/2006/main">
            <a:pPr algn="l">
              <a:defRPr sz="1950" b="0">
                <a:solidFill>
                  <a:srgbClr val="B71920"/>
                </a:solidFill>
                <a:latin typeface="Microsoft YaHei"/>
                <a:ea typeface="Microsoft YaHei"/>
                <a:cs typeface="Microsoft YaHei"/>
              </a:defRPr>
            </a:pPr>
            <a:r>
              <a:rPr sz="1950" b="0">
                <a:solidFill>
                  <a:srgbClr val="B71920"/>
                </a:solidFill>
                <a:latin typeface="Microsoft YaHei"/>
                <a:ea typeface="Microsoft YaHei"/>
                <a:cs typeface="Microsoft YaHei"/>
              </a:rPr>
              <a:t>Which checks are worth using in business analytics?</a:t>
            </a:r>
          </a:p>
        </p:txBody>
      </p:sp>
    </p:spTree>
    <p:extLst>
      <p:ext uri="{BB962C8B-B14F-4D97-AF65-F5344CB8AC3E}">
        <p14:creationId xmlns:p14="http://schemas.microsoft.com/office/powerpoint/2010/main" val="910577282"/>
      </p:ext>
    </p:extLst>
  </p:cSld>
</p:sld>
</file>

<file path=ppt/theme/theme1.xml><?xml version="1.0" encoding="utf-8"?>
<a:theme xmlns:a="http://schemas.openxmlformats.org/drawingml/2006/main" name="Office Theme">
  <a:themeElements>
    <a:clrScheme name="ACEM">
      <a:dk1>
        <a:sysClr val="windowText" lastClr="000000"/>
      </a:dk1>
      <a:lt1>
        <a:sysClr val="window" lastClr="FFFFFF"/>
      </a:lt1>
      <a:dk2>
        <a:srgbClr val="575757"/>
      </a:dk2>
      <a:lt2>
        <a:srgbClr val="D6C4A6"/>
      </a:lt2>
      <a:accent1>
        <a:srgbClr val="B81C22"/>
      </a:accent1>
      <a:accent2>
        <a:srgbClr val="D55816"/>
      </a:accent2>
      <a:accent3>
        <a:srgbClr val="B88C50"/>
      </a:accent3>
      <a:accent4>
        <a:srgbClr val="A89A7C"/>
      </a:accent4>
      <a:accent5>
        <a:srgbClr val="7F5F52"/>
      </a:accent5>
      <a:accent6>
        <a:srgbClr val="254865"/>
      </a:accent6>
      <a:hlink>
        <a:srgbClr val="6B9F25"/>
      </a:hlink>
      <a:folHlink>
        <a:srgbClr val="E5C243"/>
      </a:folHlink>
    </a:clrScheme>
    <a:fontScheme name="ACEM office">
      <a:majorFont>
        <a:latin typeface="Arial Black"/>
        <a:ea typeface="Microsoft YaHei"/>
        <a:cs typeface=""/>
      </a:majorFont>
      <a:minorFont>
        <a:latin typeface="Arial"/>
        <a:ea typeface="Microsoft YaHei Light"/>
        <a:cs typeface=""/>
      </a:minorFont>
    </a:fontScheme>
    <a:fmtScheme name="ACEM">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2026-10-22T23:49:04.1880000Z</dcterms:created>
  <dcterms:modified xsi:type="dcterms:W3CDTF">2026-10-22T23:49:04.1880000Z</dcterms:modified>
</coreProperties>
</file>