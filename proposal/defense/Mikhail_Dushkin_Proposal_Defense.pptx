
<file path=[Content_Types].xml><?xml version="1.0" encoding="utf-8"?>
<Types xmlns="http://schemas.openxmlformats.org/package/2006/content-types">
  <Default Extension="xml" ContentType="application/vnd.openxmlformats-package.core-properties+xml"/>
  <Default Extension="jpeg" ContentType="image/jpeg"/>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3f1a5d5ef1a84b42" /><Relationship Type="http://schemas.openxmlformats.org/officeDocument/2006/relationships/extended-properties" Target="/docProps/app.xml" Id="Rfd5735164bc54819" /><Relationship Type="http://schemas.openxmlformats.org/officeDocument/2006/relationships/officeDocument" Target="/ppt/presentation.xml" Id="Racae4c52f37b43a6" /></Relationships>
</file>

<file path=ppt/presentation.xml><?xml version="1.0" encoding="utf-8"?>
<p:presentation xmlns:p="http://schemas.openxmlformats.org/presentationml/2006/main">
  <p:sldMasterIdLst>
    <p:sldMasterId xmlns:r="http://schemas.openxmlformats.org/officeDocument/2006/relationships" id="2147483648" r:id="R1e12f29bc5db4739"/>
  </p:sldMasterIdLst>
  <p:notesMasterIdLst>
    <p:notesMasterId xmlns:r="http://schemas.openxmlformats.org/officeDocument/2006/relationships" r:id="R6f6371e9c8eb41b2"/>
  </p:notesMasterIdLst>
  <p:sldIdLst>
    <p:sldId xmlns:r="http://schemas.openxmlformats.org/officeDocument/2006/relationships" id="256" r:id="Rb43dfc5107374971"/>
    <p:sldId xmlns:r="http://schemas.openxmlformats.org/officeDocument/2006/relationships" id="257" r:id="R56098dc973f746cf"/>
    <p:sldId xmlns:r="http://schemas.openxmlformats.org/officeDocument/2006/relationships" id="258" r:id="R979e4abf0dbd4063"/>
    <p:sldId xmlns:r="http://schemas.openxmlformats.org/officeDocument/2006/relationships" id="259" r:id="R0bf9512ee3a0487a"/>
    <p:sldId xmlns:r="http://schemas.openxmlformats.org/officeDocument/2006/relationships" id="260" r:id="Re1343935b1034ea9"/>
    <p:sldId xmlns:r="http://schemas.openxmlformats.org/officeDocument/2006/relationships" id="261" r:id="R086e98aef5594b24"/>
    <p:sldId xmlns:r="http://schemas.openxmlformats.org/officeDocument/2006/relationships" id="262" r:id="Rb1f8ea3c876041bc"/>
    <p:sldId xmlns:r="http://schemas.openxmlformats.org/officeDocument/2006/relationships" id="263" r:id="Raedeaecf75e44270"/>
    <p:sldId xmlns:r="http://schemas.openxmlformats.org/officeDocument/2006/relationships" id="264" r:id="Rad36304869a54ae6"/>
    <p:sldId xmlns:r="http://schemas.openxmlformats.org/officeDocument/2006/relationships" id="265" r:id="R99d37fc1c6714ab2"/>
    <p:sldId xmlns:r="http://schemas.openxmlformats.org/officeDocument/2006/relationships" id="266" r:id="R2b001f9ac3614407"/>
    <p:sldId xmlns:r="http://schemas.openxmlformats.org/officeDocument/2006/relationships" id="267" r:id="Re8419de442794383"/>
    <p:sldId xmlns:r="http://schemas.openxmlformats.org/officeDocument/2006/relationships" id="268" r:id="Rc314f034b53a4f13"/>
    <p:sldId xmlns:r="http://schemas.openxmlformats.org/officeDocument/2006/relationships" id="269" r:id="Rb4745637b4d641d2"/>
    <p:sldId xmlns:r="http://schemas.openxmlformats.org/officeDocument/2006/relationships" id="270" r:id="Ree4b1af6fb8142fb"/>
    <p:sldId xmlns:r="http://schemas.openxmlformats.org/officeDocument/2006/relationships" id="271" r:id="R9299617dc8a24eec"/>
    <p:sldId xmlns:r="http://schemas.openxmlformats.org/officeDocument/2006/relationships" id="272" r:id="R4a9ee865a5fb47d7"/>
    <p:sldId xmlns:r="http://schemas.openxmlformats.org/officeDocument/2006/relationships" id="273" r:id="R309c19ae88b14b34"/>
  </p:sldIdLst>
  <p:sldSz cx="12192000" cy="6858000"/>
  <p:notesSz cx="6858000" cy="9144000"/>
  <p:defaultTextStyle>
    <a:defPPr xmlns:a="http://schemas.openxmlformats.org/drawingml/2006/main">
      <a:buNone/>
    </a:defPPr>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showGuides="0">
      <p:cViewPr>
        <p:scale>
          <a:sx xmlns:a="http://schemas.openxmlformats.org/drawingml/2006/main" n="1" d="1"/>
          <a:sy xmlns:a="http://schemas.openxmlformats.org/drawingml/2006/main" n="1" d="1"/>
        </p:scale>
        <p:origin x="0" y="0"/>
      </p:cViewPr>
      <p:guideLst/>
    </p:cSldViewPr>
  </p:slideViewPr>
  <p:gridSpacing cx="38100" cy="38100"/>
</p:viewPr>
</file>

<file path=ppt/_rels/presentation.xml.rels>&#65279;<?xml version="1.0" encoding="utf-8"?><Relationships xmlns="http://schemas.openxmlformats.org/package/2006/relationships"><Relationship Type="http://schemas.openxmlformats.org/officeDocument/2006/relationships/theme" Target="/ppt/theme/theme1.xml" Id="R79ca00f2e1a44c21" /><Relationship Type="http://schemas.openxmlformats.org/officeDocument/2006/relationships/slideMaster" Target="/ppt/slideMasters/slideMaster1.xml" Id="R1e12f29bc5db4739" /><Relationship Type="http://schemas.openxmlformats.org/officeDocument/2006/relationships/notesMaster" Target="/ppt/notesMasters/notesMaster1.xml" Id="R6f6371e9c8eb41b2" /><Relationship Type="http://schemas.openxmlformats.org/officeDocument/2006/relationships/presProps" Target="/ppt/presProps.xml" Id="Rcd6423b9d780442a" /><Relationship Type="http://schemas.openxmlformats.org/officeDocument/2006/relationships/viewProps" Target="/ppt/viewProps.xml" Id="Rc3f85c5b11dc4dd0" /><Relationship Type="http://schemas.openxmlformats.org/officeDocument/2006/relationships/tableStyles" Target="/ppt/tableStyles.xml" Id="R6829f8be850d411e" /><Relationship Type="http://schemas.openxmlformats.org/officeDocument/2006/relationships/slide" Target="/ppt/slides/slide1.xml" Id="Rb43dfc5107374971" /><Relationship Type="http://schemas.openxmlformats.org/officeDocument/2006/relationships/slide" Target="/ppt/slides/slide2.xml" Id="R56098dc973f746cf" /><Relationship Type="http://schemas.openxmlformats.org/officeDocument/2006/relationships/slide" Target="/ppt/slides/slide3.xml" Id="R979e4abf0dbd4063" /><Relationship Type="http://schemas.openxmlformats.org/officeDocument/2006/relationships/slide" Target="/ppt/slides/slide4.xml" Id="R0bf9512ee3a0487a" /><Relationship Type="http://schemas.openxmlformats.org/officeDocument/2006/relationships/slide" Target="/ppt/slides/slide5.xml" Id="Re1343935b1034ea9" /><Relationship Type="http://schemas.openxmlformats.org/officeDocument/2006/relationships/slide" Target="/ppt/slides/slide6.xml" Id="R086e98aef5594b24" /><Relationship Type="http://schemas.openxmlformats.org/officeDocument/2006/relationships/slide" Target="/ppt/slides/slide7.xml" Id="Rb1f8ea3c876041bc" /><Relationship Type="http://schemas.openxmlformats.org/officeDocument/2006/relationships/slide" Target="/ppt/slides/slide8.xml" Id="Raedeaecf75e44270" /><Relationship Type="http://schemas.openxmlformats.org/officeDocument/2006/relationships/slide" Target="/ppt/slides/slide9.xml" Id="Rad36304869a54ae6" /><Relationship Type="http://schemas.openxmlformats.org/officeDocument/2006/relationships/slide" Target="/ppt/slides/slide10.xml" Id="R99d37fc1c6714ab2" /><Relationship Type="http://schemas.openxmlformats.org/officeDocument/2006/relationships/slide" Target="/ppt/slides/slide11.xml" Id="R2b001f9ac3614407" /><Relationship Type="http://schemas.openxmlformats.org/officeDocument/2006/relationships/slide" Target="/ppt/slides/slide12.xml" Id="Re8419de442794383" /><Relationship Type="http://schemas.openxmlformats.org/officeDocument/2006/relationships/slide" Target="/ppt/slides/slide13.xml" Id="Rc314f034b53a4f13" /><Relationship Type="http://schemas.openxmlformats.org/officeDocument/2006/relationships/slide" Target="/ppt/slides/slide14.xml" Id="Rb4745637b4d641d2" /><Relationship Type="http://schemas.openxmlformats.org/officeDocument/2006/relationships/slide" Target="/ppt/slides/slide15.xml" Id="Ree4b1af6fb8142fb" /><Relationship Type="http://schemas.openxmlformats.org/officeDocument/2006/relationships/slide" Target="/ppt/slides/slide16.xml" Id="R9299617dc8a24eec" /><Relationship Type="http://schemas.openxmlformats.org/officeDocument/2006/relationships/slide" Target="/ppt/slides/slide17.xml" Id="R4a9ee865a5fb47d7" /><Relationship Type="http://schemas.openxmlformats.org/officeDocument/2006/relationships/slide" Target="/ppt/slides/slide18.xml" Id="R309c19ae88b14b3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2478a0fa359450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ACEM">
      <a:dk1>
        <a:sysClr val="windowText" lastClr="000000"/>
      </a:dk1>
      <a:lt1>
        <a:sysClr val="window" lastClr="FFFFFF"/>
      </a:lt1>
      <a:dk2>
        <a:srgbClr val="575757"/>
      </a:dk2>
      <a:lt2>
        <a:srgbClr val="D6C4A6"/>
      </a:lt2>
      <a:accent1>
        <a:srgbClr val="B81C22"/>
      </a:accent1>
      <a:accent2>
        <a:srgbClr val="D55816"/>
      </a:accent2>
      <a:accent3>
        <a:srgbClr val="B88C50"/>
      </a:accent3>
      <a:accent4>
        <a:srgbClr val="A89A7C"/>
      </a:accent4>
      <a:accent5>
        <a:srgbClr val="7F5F52"/>
      </a:accent5>
      <a:accent6>
        <a:srgbClr val="254865"/>
      </a:accent6>
      <a:hlink>
        <a:srgbClr val="6B9F25"/>
      </a:hlink>
      <a:folHlink>
        <a:srgbClr val="E5C243"/>
      </a:folHlink>
    </a:clrScheme>
    <a:fontScheme name="ACEM office">
      <a:majorFont>
        <a:latin typeface="Arial Black"/>
        <a:ea typeface="Microsoft YaHei"/>
        <a:cs typeface=""/>
      </a:majorFont>
      <a:minorFont>
        <a:latin typeface="Arial"/>
        <a:ea typeface="Microsoft YaHei Light"/>
        <a:cs typeface=""/>
      </a:minorFont>
    </a:fontScheme>
    <a:fmtScheme name="ACEM">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3729e42c53f42f6" /><Relationship Type="http://schemas.openxmlformats.org/officeDocument/2006/relationships/notesMaster" Target="/ppt/notesMasters/notesMaster1.xml" Id="Ree40cb9d363641b6" /></Relationships>
</file>

<file path=ppt/notesSlides/_rels/notesSlide2.xml.rels>&#65279;<?xml version="1.0" encoding="utf-8"?><Relationships xmlns="http://schemas.openxmlformats.org/package/2006/relationships"><Relationship Type="http://schemas.openxmlformats.org/officeDocument/2006/relationships/slide" Target="/ppt/slides/slide2.xml" Id="R570e899436b54a72" /><Relationship Type="http://schemas.openxmlformats.org/officeDocument/2006/relationships/notesMaster" Target="/ppt/notesMasters/notesMaster1.xml" Id="Rf231059eaa464a84" /></Relationships>
</file>

<file path=ppt/notesSlides/_rels/notesSlide3.xml.rels>&#65279;<?xml version="1.0" encoding="utf-8"?><Relationships xmlns="http://schemas.openxmlformats.org/package/2006/relationships"><Relationship Type="http://schemas.openxmlformats.org/officeDocument/2006/relationships/slide" Target="/ppt/slides/slide3.xml" Id="R77c847db5043484d" /><Relationship Type="http://schemas.openxmlformats.org/officeDocument/2006/relationships/notesMaster" Target="/ppt/notesMasters/notesMaster1.xml" Id="R4587f302e15b475f" /></Relationships>
</file>

<file path=ppt/notesSlides/_rels/notesSlide4.xml.rels>&#65279;<?xml version="1.0" encoding="utf-8"?><Relationships xmlns="http://schemas.openxmlformats.org/package/2006/relationships"><Relationship Type="http://schemas.openxmlformats.org/officeDocument/2006/relationships/slide" Target="/ppt/slides/slide4.xml" Id="Rb5dd1b9781e8470f" /><Relationship Type="http://schemas.openxmlformats.org/officeDocument/2006/relationships/notesMaster" Target="/ppt/notesMasters/notesMaster1.xml" Id="R3634d8ca6f9b4fb3" /></Relationships>
</file>

<file path=ppt/notesSlides/_rels/notesSlide5.xml.rels>&#65279;<?xml version="1.0" encoding="utf-8"?><Relationships xmlns="http://schemas.openxmlformats.org/package/2006/relationships"><Relationship Type="http://schemas.openxmlformats.org/officeDocument/2006/relationships/slide" Target="/ppt/slides/slide5.xml" Id="Raa0804304ddf441a" /><Relationship Type="http://schemas.openxmlformats.org/officeDocument/2006/relationships/notesMaster" Target="/ppt/notesMasters/notesMaster1.xml" Id="Rb58dd312df02432f" /></Relationships>
</file>

<file path=ppt/notesSlides/_rels/notesSlide6.xml.rels>&#65279;<?xml version="1.0" encoding="utf-8"?><Relationships xmlns="http://schemas.openxmlformats.org/package/2006/relationships"><Relationship Type="http://schemas.openxmlformats.org/officeDocument/2006/relationships/slide" Target="/ppt/slides/slide6.xml" Id="R2ea43a313a5f4c9e" /><Relationship Type="http://schemas.openxmlformats.org/officeDocument/2006/relationships/notesMaster" Target="/ppt/notesMasters/notesMaster1.xml" Id="R91d1b5ce33b24078" /></Relationships>
</file>

<file path=ppt/notesSlides/_rels/notesSlide7.xml.rels>&#65279;<?xml version="1.0" encoding="utf-8"?><Relationships xmlns="http://schemas.openxmlformats.org/package/2006/relationships"><Relationship Type="http://schemas.openxmlformats.org/officeDocument/2006/relationships/slide" Target="/ppt/slides/slide7.xml" Id="R3482f8ff65684b2b" /><Relationship Type="http://schemas.openxmlformats.org/officeDocument/2006/relationships/notesMaster" Target="/ppt/notesMasters/notesMaster1.xml" Id="Ra894d797ca51448e" /></Relationships>
</file>

<file path=ppt/notesSlides/_rels/notesSlide8.xml.rels>&#65279;<?xml version="1.0" encoding="utf-8"?><Relationships xmlns="http://schemas.openxmlformats.org/package/2006/relationships"><Relationship Type="http://schemas.openxmlformats.org/officeDocument/2006/relationships/slide" Target="/ppt/slides/slide8.xml" Id="Rfef84c6b6a484966" /><Relationship Type="http://schemas.openxmlformats.org/officeDocument/2006/relationships/notesMaster" Target="/ppt/notesMasters/notesMaster1.xml" Id="R42c10c9b93c145e0" /></Relationships>
</file>

<file path=ppt/notesSlides/_rels/notesSlide9.xml.rels>&#65279;<?xml version="1.0" encoding="utf-8"?><Relationships xmlns="http://schemas.openxmlformats.org/package/2006/relationships"><Relationship Type="http://schemas.openxmlformats.org/officeDocument/2006/relationships/slide" Target="/ppt/slides/slide9.xml" Id="R9899ab8106b04dab" /><Relationship Type="http://schemas.openxmlformats.org/officeDocument/2006/relationships/notesMaster" Target="/ppt/notesMasters/notesMaster1.xml" Id="R669ee66f8de84b16"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2371f30e099f406e" /><Relationship Type="http://schemas.openxmlformats.org/officeDocument/2006/relationships/notesMaster" Target="/ppt/notesMasters/notesMaster1.xml" Id="Red5383979a3a4284"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136a5758a6ce43e7" /><Relationship Type="http://schemas.openxmlformats.org/officeDocument/2006/relationships/notesMaster" Target="/ppt/notesMasters/notesMaster1.xml" Id="Ra94511d83ce24721"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5070775163d3400e" /><Relationship Type="http://schemas.openxmlformats.org/officeDocument/2006/relationships/notesMaster" Target="/ppt/notesMasters/notesMaster1.xml" Id="R465ed3a74a774b6d"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27db69e5875142e4" /><Relationship Type="http://schemas.openxmlformats.org/officeDocument/2006/relationships/notesMaster" Target="/ppt/notesMasters/notesMaster1.xml" Id="R402b391785f149fc"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50a56030ed174977" /><Relationship Type="http://schemas.openxmlformats.org/officeDocument/2006/relationships/notesMaster" Target="/ppt/notesMasters/notesMaster1.xml" Id="Rabaec2b860774d85"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2418485bfb3d4f0b" /><Relationship Type="http://schemas.openxmlformats.org/officeDocument/2006/relationships/notesMaster" Target="/ppt/notesMasters/notesMaster1.xml" Id="Rc52674b3055e4aed"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03bf931b8f444e44" /><Relationship Type="http://schemas.openxmlformats.org/officeDocument/2006/relationships/notesMaster" Target="/ppt/notesMasters/notesMaster1.xml" Id="R3ce0d9b379ee4d8a"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a1a5ea8ecac9419e" /><Relationship Type="http://schemas.openxmlformats.org/officeDocument/2006/relationships/notesMaster" Target="/ppt/notesMasters/notesMaster1.xml" Id="R3472d184e5854e9c"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0baa065c30154732" /><Relationship Type="http://schemas.openxmlformats.org/officeDocument/2006/relationships/notesMaster" Target="/ppt/notesMasters/notesMaster1.xml" Id="R689f941fbab345d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time: 15 seconds.</a:t>
            </a:r>
          </a:p>
          <a:p xmlns:a="http://schemas.openxmlformats.org/drawingml/2006/main">
            <a:r>
              <a:t/>
            </a:r>
          </a:p>
          <a:p xmlns:a="http://schemas.openxmlformats.org/drawingml/2006/main">
            <a:r>
              <a:t>Good morning, professors. My name is Mikhail Dushkin. My proposal examines how analytical agents can use business knowledge more reliably, and whether additional checking justifies its cost.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time: 50 seconds.</a:t>
            </a:r>
          </a:p>
          <a:p xmlns:a="http://schemas.openxmlformats.org/drawingml/2006/main">
            <a:r>
              <a:t/>
            </a:r>
          </a:p>
          <a:p xmlns:a="http://schemas.openxmlformats.org/drawingml/2006/main">
            <a:r>
              <a:t>My motivation comes from analytical work where having tables and documentation still does not ensure a correct answer. Consider this illustrative sales example. There are two completed sales and one cancelled order. The business definition excludes cancelled orders and counts only customers with a completed purchase. A program using every row returns sixty. Applying the definition gives eighty. Both programs execute successfully. The difference is the business interpretation, particularly which records and customers belong in the calculation. This study concerns that kind of correctness.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time: 40 seconds.</a:t>
            </a:r>
          </a:p>
          <a:p xmlns:a="http://schemas.openxmlformats.org/drawingml/2006/main">
            <a:r>
              <a:t/>
            </a:r>
          </a:p>
          <a:p xmlns:a="http://schemas.openxmlformats.org/drawingml/2006/main">
            <a:r>
              <a:t>Two separate problems can produce this outcome. First, an agent may reuse a procedure that worked before, although the current business conditions differ. I propose evidence-checked experience reuse: check the procedure against current documents before using it. Second, a reviewer may approve an incorrect interpretation. I propose source-grounded counterexample review: challenge that interpretation with a small executable example. I will explain the theoretical basis and the detailed procedures shortly. First, these problems lead to the research question.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time: 35 seconds.</a:t>
            </a:r>
          </a:p>
          <a:p xmlns:a="http://schemas.openxmlformats.org/drawingml/2006/main">
            <a:r>
              <a:t/>
            </a:r>
          </a:p>
          <a:p xmlns:a="http://schemas.openxmlformats.org/drawingml/2006/main">
            <a:r>
              <a:t>The main question is how these two mechanisms, separately and together, affect the reliability and cost-effectiveness of a hierarchical multi-agent system for business analytics. I will first diagnose failures in the baseline. Then I will measure changes in those failures and in final answers. Finally, I will compare benefits with costs, including strong single-agent controls. The study allows the possibility that a mechanism, or the hierarchy itself, adds little value.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time: 45 seconds.</a:t>
            </a:r>
          </a:p>
          <a:p xmlns:a="http://schemas.openxmlformats.org/drawingml/2006/main">
            <a:r>
              <a:t/>
            </a:r>
          </a:p>
          <a:p xmlns:a="http://schemas.openxmlformats.org/drawingml/2006/main">
            <a:r>
              <a:t>DABstep is a benchmark of multi-step analytical questions using tables and supporting documents. Its business rules make it suitable for evaluating more than successful code execution. It also provides a common evaluation setting for our main system references. DataPilot prepares scoped, versioned analytical assets. DS-STAR combines planning, computation and review. NVIDIA demonstrates a strong prepared single agent during inference. These systems achieved leading DABstep results in our dated audit, but their models and preparation differ. Their scores therefore motivate the study rather than establish the causal value of multiple agents.</a:t>
            </a:r>
          </a:p>
          <a:p xmlns:a="http://schemas.openxmlformats.org/drawingml/2006/main">
            <a:r>
              <a:t/>
            </a:r>
          </a:p>
          <a:p xmlns:a="http://schemas.openxmlformats.org/drawingml/2006/main">
            <a:r>
              <a:t>Sources</a:t>
            </a:r>
          </a:p>
          <a:p xmlns:a="http://schemas.openxmlformats.org/drawingml/2006/main">
            <a:r>
              <a:t>DABstep: https://arxiv.org/abs/2506.23719v1</a:t>
            </a:r>
          </a:p>
          <a:p xmlns:a="http://schemas.openxmlformats.org/drawingml/2006/main">
            <a:r>
              <a:t>DataPilot: https://en.oceanbase.com/blog/24781555459</a:t>
            </a:r>
          </a:p>
          <a:p xmlns:a="http://schemas.openxmlformats.org/drawingml/2006/main">
            <a:r>
              <a:t>DS-STAR v4: https://arxiv.org/abs/2509.21825v4</a:t>
            </a:r>
          </a:p>
          <a:p xmlns:a="http://schemas.openxmlformats.org/drawingml/2006/main">
            <a:r>
              <a:t>NVIDIA Data Explorer: https://huggingface.co/blog/nvidia/nemo-agent-toolkit-data-explorer-dabstep-1st-place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time: 45 seconds.</a:t>
            </a:r>
          </a:p>
          <a:p xmlns:a="http://schemas.openxmlformats.org/drawingml/2006/main">
            <a:r>
              <a:t/>
            </a:r>
          </a:p>
          <a:p xmlns:a="http://schemas.openxmlformats.org/drawingml/2006/main">
            <a:r>
              <a:t>MAST, the Multi-Agent System Failure Taxonomy, provides a vocabulary for diagnosing agent workflows. It separates system design, inter-agent misalignment and task verification. In our first problem, experience is applied outside its valid scope. DataPilot and ReasoningBank provide relevant precedents, but that misuse has no automatic inter-agent label. In the second problem, MAST distinguishes an omitted check from an incorrect judgement on an attempted check. SQLDriller, TS-SQL and QueryProof establish that executable tests and rule gates already exist. Our question is how a specified adaptation changes these failures, not whether we invented those ideas.</a:t>
            </a:r>
          </a:p>
          <a:p xmlns:a="http://schemas.openxmlformats.org/drawingml/2006/main">
            <a:r>
              <a:t/>
            </a:r>
          </a:p>
          <a:p xmlns:a="http://schemas.openxmlformats.org/drawingml/2006/main">
            <a:r>
              <a:t>Sources</a:t>
            </a:r>
          </a:p>
          <a:p xmlns:a="http://schemas.openxmlformats.org/drawingml/2006/main">
            <a:r>
              <a:t>MAST v3: https://arxiv.org/abs/2503.13657v3</a:t>
            </a:r>
          </a:p>
          <a:p xmlns:a="http://schemas.openxmlformats.org/drawingml/2006/main">
            <a:r>
              <a:t>DataPilot: https://en.oceanbase.com/blog/24781555459</a:t>
            </a:r>
          </a:p>
          <a:p xmlns:a="http://schemas.openxmlformats.org/drawingml/2006/main">
            <a:r>
              <a:t>DS-STAR v4: https://arxiv.org/abs/2509.21825v4</a:t>
            </a:r>
          </a:p>
          <a:p xmlns:a="http://schemas.openxmlformats.org/drawingml/2006/main">
            <a:r>
              <a:t>ReasoningBank v2: https://arxiv.org/abs/2509.25140v2</a:t>
            </a:r>
          </a:p>
          <a:p xmlns:a="http://schemas.openxmlformats.org/drawingml/2006/main">
            <a:r>
              <a:t>SQLDriller: https://haoran-ding.github.io/assets/pdf/sqldriller.pdf</a:t>
            </a:r>
          </a:p>
          <a:p xmlns:a="http://schemas.openxmlformats.org/drawingml/2006/main">
            <a:r>
              <a:t>TS-SQL: https://aclanthology.org/2025.findings-emnlp.156/</a:t>
            </a:r>
          </a:p>
          <a:p xmlns:a="http://schemas.openxmlformats.org/drawingml/2006/main">
            <a:r>
              <a:t>QueryProof v1: https://arxiv.org/abs/2608.09254v1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time: 35 seconds.</a:t>
            </a:r>
          </a:p>
          <a:p xmlns:a="http://schemas.openxmlformats.org/drawingml/2006/main">
            <a:r>
              <a:t/>
            </a:r>
          </a:p>
          <a:p xmlns:a="http://schemas.openxmlformats.org/drawingml/2006/main">
            <a:r>
              <a:t>The planned system has a main coordinator and three subagents with separate working contexts. The evidence worker checks experience, the analyst performs the calculation, and the reviewer challenges its interpretation. These boundaries let us test information filtering and source-first review. I plan one reproducible adaptation using the public FinHelm engine, subject to development checks. I do not assume a hierarchy is superior. Single agents receive comparable procedures and resources.</a:t>
            </a:r>
          </a:p>
          <a:p xmlns:a="http://schemas.openxmlformats.org/drawingml/2006/main">
            <a:r>
              <a:t/>
            </a:r>
          </a:p>
          <a:p xmlns:a="http://schemas.openxmlformats.org/drawingml/2006/main">
            <a:r>
              <a:t>Sources</a:t>
            </a:r>
          </a:p>
          <a:p xmlns:a="http://schemas.openxmlformats.org/drawingml/2006/main">
            <a:r>
              <a:t>FinHelm: https://github.com/ZhouJiaJun2333/FinHelm</a:t>
            </a:r>
          </a:p>
          <a:p xmlns:a="http://schemas.openxmlformats.org/drawingml/2006/main">
            <a:r>
              <a:t>Scaling Agent Systems v3: https://arxiv.org/abs/2512.08296v3</a:t>
            </a:r>
          </a:p>
          <a:p xmlns:a="http://schemas.openxmlformats.org/drawingml/2006/main">
            <a:r>
              <a:t>Strong Single Agent Baseline: https://arxiv.org/abs/2601.12307v1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time: 45 seconds.</a:t>
            </a:r>
          </a:p>
          <a:p xmlns:a="http://schemas.openxmlformats.org/drawingml/2006/main">
            <a:r>
              <a:t/>
            </a:r>
          </a:p>
          <a:p xmlns:a="http://schemas.openxmlformats.org/drawingml/2006/main">
            <a:r>
              <a:t>The first mechanism acts before retrieved experience enters the analyst’s context. Each item records a procedure, its applicability conditions and its source. The evidence worker compares these conditions with current documents. Supported items pass through. Contradicted or unresolved items are withheld, while ordinary analysis from current sources remains possible. In our example, an old all-orders procedure conflicts with the completed-sales definition. We must also measure how often the mechanism rejects useful experience. A system that blocks everything would not demonstrate successful reuse.</a:t>
            </a:r>
          </a:p>
          <a:p xmlns:a="http://schemas.openxmlformats.org/drawingml/2006/main">
            <a:r>
              <a:t/>
            </a:r>
          </a:p>
          <a:p xmlns:a="http://schemas.openxmlformats.org/drawingml/2006/main">
            <a:r>
              <a:t>Sources</a:t>
            </a:r>
          </a:p>
          <a:p xmlns:a="http://schemas.openxmlformats.org/drawingml/2006/main">
            <a:r>
              <a:t>DataPilot: https://en.oceanbase.com/blog/24781555459</a:t>
            </a:r>
          </a:p>
          <a:p xmlns:a="http://schemas.openxmlformats.org/drawingml/2006/main">
            <a:r>
              <a:t>ReasoningBank v2: https://arxiv.org/abs/2509.25140v2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time: 50 seconds.</a:t>
            </a:r>
          </a:p>
          <a:p xmlns:a="http://schemas.openxmlformats.org/drawingml/2006/main">
            <a:r>
              <a:t/>
            </a:r>
          </a:p>
          <a:p xmlns:a="http://schemas.openxmlformats.org/drawingml/2006/main">
            <a:r>
              <a:t>The second mechanism changes review. The reviewer first reads the question and sources, before seeing the analyst’s solution. It then creates a small valid case on which plausible interpretations differ. In our sales example, including cancelled orders gives sixty, whereas the documented definition gives eighty. The documents establish the expected behaviour. Merely finding disagreement is insufficient. During experiments, the reviewer must generate its own tests without hidden answers. Tests can be invalid, uninformative, or based on a wrong expectation, so their validity and the review decision must also be evaluated.</a:t>
            </a:r>
          </a:p>
          <a:p xmlns:a="http://schemas.openxmlformats.org/drawingml/2006/main">
            <a:r>
              <a:t/>
            </a:r>
          </a:p>
          <a:p xmlns:a="http://schemas.openxmlformats.org/drawingml/2006/main">
            <a:r>
              <a:t>Sources</a:t>
            </a:r>
          </a:p>
          <a:p xmlns:a="http://schemas.openxmlformats.org/drawingml/2006/main">
            <a:r>
              <a:t>SQLDriller: https://haoran-ding.github.io/assets/pdf/sqldriller.pdf</a:t>
            </a:r>
          </a:p>
          <a:p xmlns:a="http://schemas.openxmlformats.org/drawingml/2006/main">
            <a:r>
              <a:t>TS-SQL: https://aclanthology.org/2025.findings-emnlp.156/</a:t>
            </a:r>
          </a:p>
          <a:p xmlns:a="http://schemas.openxmlformats.org/drawingml/2006/main">
            <a:r>
              <a:t>QueryProof v1: https://arxiv.org/abs/2608.09254v1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time: 70 seconds.</a:t>
            </a:r>
          </a:p>
          <a:p xmlns:a="http://schemas.openxmlformats.org/drawingml/2006/main">
            <a:r>
              <a:t/>
            </a:r>
          </a:p>
          <a:p xmlns:a="http://schemas.openxmlformats.org/drawingml/2006/main">
            <a:r>
              <a:t>The methodology is a controlled two-by-two factorial experiment with trace-based failure analysis. Each mechanism is switched on or off, producing four MAS conditions. The baseline retains ordinary source use and review. I will use the same tasks, model, initial assets, tools and aggregate resource caps. Strong single-agent controls will use ordinary procedures and both mechanisms. Original DABstep tasks and native scoring measure final quality. Separate diagnostics target inappropriate reuse. For review quality, different reviewers receive the same correct and incorrect candidate solutions. This separates better checking from better solving. I will report false acceptance, rejection of correct answers, coverage and failures, alongside cost and preparation effort. The sequence is baseline diagnosis, implementation, pilot and protocol freeze, followed by held-out comparisons and analysis. A combined improvement alone does not establish positive interaction.</a:t>
            </a:r>
          </a:p>
          <a:p xmlns:a="http://schemas.openxmlformats.org/drawingml/2006/main">
            <a:r>
              <a:t/>
            </a:r>
          </a:p>
          <a:p xmlns:a="http://schemas.openxmlformats.org/drawingml/2006/main">
            <a:r>
              <a:t>Sources</a:t>
            </a:r>
          </a:p>
          <a:p xmlns:a="http://schemas.openxmlformats.org/drawingml/2006/main">
            <a:r>
              <a:t>DABstep: https://arxiv.org/abs/2506.23719v1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time: 45 seconds.</a:t>
            </a:r>
          </a:p>
          <a:p xmlns:a="http://schemas.openxmlformats.org/drawingml/2006/main">
            <a:r>
              <a:t/>
            </a:r>
          </a:p>
          <a:p xmlns:a="http://schemas.openxmlformats.org/drawingml/2006/main">
            <a:r>
              <a:t>The expected contribution is a reproducible, failure-guided study connecting mechanisms to targeted errors and final quality. It will establish separate and joint effects, including cases where additional checking fails to help. Recurring evidence may support analytics-specific refinements to MAST. For business teams, the practical output is guidance on how much to invest in preparing knowledge, reusing procedures and checking answers. I will distinguish preparation effort from runtime spending. These are expected research outputs, not performance results or measured return on investment.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time: 35 seconds.</a:t>
            </a:r>
          </a:p>
          <a:p xmlns:a="http://schemas.openxmlformats.org/drawingml/2006/main">
            <a:r>
              <a:t/>
            </a:r>
          </a:p>
          <a:p xmlns:a="http://schemas.openxmlformats.org/drawingml/2006/main">
            <a:r>
              <a:t>The main risk is that the reviewer shares the analyst’s mistaken interpretation or generates an invalid test. Separate contexts do not guarantee independent judgement. The baseline may also contain too few target failures, or checks may cost more than their benefits. Development validation and honest reporting address those risks. Finally, one hierarchy and public benchmark cannot establish universal deployment across businesses. The initial study uses public materials and excludes employer data and production deployment.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time: 60 seconds.</a:t>
            </a:r>
          </a:p>
          <a:p xmlns:a="http://schemas.openxmlformats.org/drawingml/2006/main">
            <a:r>
              <a:t/>
            </a:r>
          </a:p>
          <a:p xmlns:a="http://schemas.openxmlformats.org/drawingml/2006/main">
            <a:r>
              <a:t>The proposal, literature synthesis, failure map and study design are prepared, along with a public-source audit. The agent implementation and experimental comparisons are future work. In late October I plan the minimal harness, access checks and model and budget agreement. November covers implementation, diagnostic validation, pilot calibration and protocol freeze. Main comparisons and the midterm report follow in December. January focuses on failure analysis, uncertainty and costs. February through April covers thesis writing, review and submission, with final defense expected in May. I will narrow optional datasets before sacrificing the core comparisons. The study ultimately asks which checks improve business correctness enough to justify their cost. Thank you.</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Primary source links are embedded in each label. Reading scope and dated leaderboard checks are documented in the project literature records. Technical descriptions motivate hypotheses and do not establish defects in an unreproduced system.</a:t>
            </a:r>
          </a:p>
          <a:p xmlns:a="http://schemas.openxmlformats.org/drawingml/2006/main">
            <a:r>
              <a:t/>
            </a:r>
          </a:p>
          <a:p xmlns:a="http://schemas.openxmlformats.org/drawingml/2006/main">
            <a:r>
              <a:t>Sources</a:t>
            </a:r>
          </a:p>
          <a:p xmlns:a="http://schemas.openxmlformats.org/drawingml/2006/main">
            <a:r>
              <a:t>DABstep: https://arxiv.org/abs/2506.23719v1</a:t>
            </a:r>
          </a:p>
          <a:p xmlns:a="http://schemas.openxmlformats.org/drawingml/2006/main">
            <a:r>
              <a:t>DataPilot: https://en.oceanbase.com/blog/24781555459</a:t>
            </a:r>
          </a:p>
          <a:p xmlns:a="http://schemas.openxmlformats.org/drawingml/2006/main">
            <a:r>
              <a:t>DS-STAR v4: https://arxiv.org/abs/2509.21825v4</a:t>
            </a:r>
          </a:p>
          <a:p xmlns:a="http://schemas.openxmlformats.org/drawingml/2006/main">
            <a:r>
              <a:t>NVIDIA Data Explorer: https://huggingface.co/blog/nvidia/nemo-agent-toolkit-data-explorer-dabstep-1st-place</a:t>
            </a:r>
          </a:p>
          <a:p xmlns:a="http://schemas.openxmlformats.org/drawingml/2006/main">
            <a:r>
              <a:t>MAST v3: https://arxiv.org/abs/2503.13657v3</a:t>
            </a:r>
          </a:p>
          <a:p xmlns:a="http://schemas.openxmlformats.org/drawingml/2006/main">
            <a:r>
              <a:t>ReasoningBank v2: https://arxiv.org/abs/2509.25140v2</a:t>
            </a:r>
          </a:p>
          <a:p xmlns:a="http://schemas.openxmlformats.org/drawingml/2006/main">
            <a:r>
              <a:t>SQLDriller: https://haoran-ding.github.io/assets/pdf/sqldriller.pdf</a:t>
            </a:r>
          </a:p>
          <a:p xmlns:a="http://schemas.openxmlformats.org/drawingml/2006/main">
            <a:r>
              <a:t>TS-SQL: https://aclanthology.org/2025.findings-emnlp.156/</a:t>
            </a:r>
          </a:p>
          <a:p xmlns:a="http://schemas.openxmlformats.org/drawingml/2006/main">
            <a:r>
              <a:t>QueryProof v1: https://arxiv.org/abs/2608.09254v1</a:t>
            </a:r>
          </a:p>
          <a:p xmlns:a="http://schemas.openxmlformats.org/drawingml/2006/main">
            <a:r>
              <a:t>FinHelm: https://github.com/ZhouJiaJun2333/FinHelm</a:t>
            </a:r>
          </a:p>
          <a:p xmlns:a="http://schemas.openxmlformats.org/drawingml/2006/main">
            <a:r>
              <a:t>Scaling Agent Systems v3: https://arxiv.org/abs/2512.08296v3</a:t>
            </a:r>
          </a:p>
          <a:p xmlns:a="http://schemas.openxmlformats.org/drawingml/2006/main">
            <a:r>
              <a:t>Strong Single Agent Baseline: https://arxiv.org/abs/2601.12307v1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Taxonomy labels describe observable traces. They do not establish causal effects. A wrong final answer alone does not reveal what the reviewer checked. Any new analytics-specific subtype requires recurring evidence, definitions, examples and consistent coding.</a:t>
            </a:r>
          </a:p>
          <a:p xmlns:a="http://schemas.openxmlformats.org/drawingml/2006/main">
            <a:r>
              <a:t/>
            </a:r>
          </a:p>
          <a:p xmlns:a="http://schemas.openxmlformats.org/drawingml/2006/main">
            <a:r>
              <a:t>Sources</a:t>
            </a:r>
          </a:p>
          <a:p xmlns:a="http://schemas.openxmlformats.org/drawingml/2006/main">
            <a:r>
              <a:t>MAST v3: https://arxiv.org/abs/2503.13657v3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runtime reviewer does not receive the researcher’s expected answers or fixtures. The source-grounded test oracle remains fallible and is audited externally. A distinguishing example is not sufficient unless its expected behaviour is justified by applicable source evidence. A frozen bank prevents test outcomes from leaking into later conditions.</a:t>
            </a:r>
          </a:p>
          <a:p xmlns:a="http://schemas.openxmlformats.org/drawingml/2006/main">
            <a:r>
              <a:t/>
            </a:r>
          </a:p>
          <a:p xmlns:a="http://schemas.openxmlformats.org/drawingml/2006/main">
            <a:r>
              <a:t>Sources</a:t>
            </a:r>
          </a:p>
          <a:p xmlns:a="http://schemas.openxmlformats.org/drawingml/2006/main">
            <a:r>
              <a:t>SQLDriller: https://haoran-ding.github.io/assets/pdf/sqldriller.pdf</a:t>
            </a:r>
          </a:p>
          <a:p xmlns:a="http://schemas.openxmlformats.org/drawingml/2006/main">
            <a:r>
              <a:t>TS-SQL: https://aclanthology.org/2025.findings-emnlp.156/</a:t>
            </a:r>
          </a:p>
          <a:p xmlns:a="http://schemas.openxmlformats.org/drawingml/2006/main">
            <a:r>
              <a:t>QueryProof v1: https://arxiv.org/abs/2608.09254v1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main factorial estimates mechanism effects within a fixed hierarchy. Architecture comparisons require corresponding procedures in the single-agent controls. A positive result for Both alone does not show complementarity. Task counts, repeats and statistical details are frozen after development validation and before held-out evaluation.</a:t>
            </a:r>
          </a:p>
          <a:p xmlns:a="http://schemas.openxmlformats.org/drawingml/2006/main">
            <a:r>
              <a:t/>
            </a:r>
          </a:p>
          <a:p xmlns:a="http://schemas.openxmlformats.org/drawingml/2006/main">
            <a:r>
              <a:t>Sources</a:t>
            </a:r>
          </a:p>
          <a:p xmlns:a="http://schemas.openxmlformats.org/drawingml/2006/main">
            <a:r>
              <a:t>Scaling Agent Systems v3: https://arxiv.org/abs/2512.08296v3</a:t>
            </a:r>
          </a:p>
          <a:p xmlns:a="http://schemas.openxmlformats.org/drawingml/2006/main">
            <a:r>
              <a:t>Strong Single Agent Baseline: https://arxiv.org/abs/2601.12307v1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 paid model or budget is selected by this presentation. Qwen and other affordable models can be considered during budget agreement. Cost-effectiveness depends on quality, coverage and query volume as well as token prices. Preparation and operating costs must not be silently combined without assumptions. Public benchmark performance cannot establish realised workplace ROI.</a:t>
            </a:r>
          </a:p>
          <a:p xmlns:a="http://schemas.openxmlformats.org/drawingml/2006/main">
            <a:r>
              <a:t/>
            </a:r>
          </a:p>
          <a:p xmlns:a="http://schemas.openxmlformats.org/drawingml/2006/main">
            <a:r>
              <a:t>Sources</a:t>
            </a:r>
          </a:p>
          <a:p xmlns:a="http://schemas.openxmlformats.org/drawingml/2006/main">
            <a:r>
              <a:t>FinHelm: https://github.com/ZhouJiaJun2333/FinHelm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29908ef270d4b48" /><Relationship Type="http://schemas.openxmlformats.org/officeDocument/2006/relationships/image" Target="/ppt/media/image.jpeg" Id="Ra2b3ae930b234c18" /><Relationship Type="http://schemas.openxmlformats.org/officeDocument/2006/relationships/image" Target="/ppt/media/image.png" Id="R9973b1c04bc84997"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4ce00cfd38604b25" /><Relationship Type="http://schemas.openxmlformats.org/officeDocument/2006/relationships/image" Target="/ppt/media/image2.png" Id="Rfaac5fdc2ecb4d44" /><Relationship Type="http://schemas.openxmlformats.org/officeDocument/2006/relationships/image" Target="/ppt/media/image3.png" Id="R5033e95cdec94224"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779e62f362864407" /><Relationship Type="http://schemas.openxmlformats.org/officeDocument/2006/relationships/image" Target="/ppt/media/image4.png" Id="R2fa7b8cf81464733" /><Relationship Type="http://schemas.openxmlformats.org/officeDocument/2006/relationships/image" Target="/ppt/media/image3.png" Id="R0be3cdb5559f4278"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610c2a1009774665" /><Relationship Type="http://schemas.openxmlformats.org/officeDocument/2006/relationships/image" Target="/ppt/media/image3.png" Id="Rfd87e5e123404b61"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30826f40ff474d43" /><Relationship Type="http://schemas.openxmlformats.org/officeDocument/2006/relationships/image" Target="/ppt/media/image3.png" Id="R166cc8a354e54b20" /><Relationship Type="http://schemas.openxmlformats.org/officeDocument/2006/relationships/image" Target="/ppt/media/image2.jpeg" Id="R568c28f9020a401c" /><Relationship Type="http://schemas.openxmlformats.org/officeDocument/2006/relationships/image" Target="/ppt/media/image5.png" Id="R41766d899fac441f" /></Relationships>
</file>

<file path=ppt/slideLayouts/slideLayout1.xml><?xml version="1.0" encoding="utf-8"?>
<p:sldLayout xmlns:p="http://schemas.openxmlformats.org/presentationml/2006/main" preserve="1" userDrawn="1">
  <p:cSld name="1_Cover">
    <p:spTree>
      <p:nvGrpSpPr>
        <p:cNvPr id="1" name=""/>
        <p:cNvGrpSpPr/>
        <p:nvPr/>
      </p:nvGrpSpPr>
      <p:grpSpPr>
        <a:xfrm xmlns:a="http://schemas.openxmlformats.org/drawingml/2006/main"/>
      </p:grpSpPr>
      <p:pic>
        <p:nvPicPr>
          <p:cNvPr id="2" name="Picture 1">
            <a:extLst xmlns:a="http://schemas.openxmlformats.org/drawingml/2006/main">
              <a:ext uri="{FF2B5EF4-FFF2-40B4-BE49-F238E27FC236}">
                <a16:creationId xmlns:a16="http://schemas.microsoft.com/office/drawing/2014/main" id="{86610360-E70A-4EA9-9B72-EA7813B5CC9E}"/>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a2b3ae930b234c18"/>
          <a:srcRect xmlns:a="http://schemas.openxmlformats.org/drawingml/2006/main" l="18380" t="31059" r="0" b="0"/>
          <a:stretch xmlns:a="http://schemas.openxmlformats.org/drawingml/2006/main">
            <a:fillRect l="0" t="0" r="0" b="0"/>
          </a:stretch>
        </p:blipFill>
        <p:spPr>
          <a:xfrm xmlns:a="http://schemas.openxmlformats.org/drawingml/2006/main">
            <a:off x="0" y="0"/>
            <a:ext cx="12192000" cy="6864406"/>
          </a:xfrm>
          <a:prstGeom xmlns:a="http://schemas.openxmlformats.org/drawingml/2006/main" prst="rect">
            <a:avLst/>
          </a:prstGeom>
        </p:spPr>
      </p:pic>
      <p:sp>
        <p:nvSpPr>
          <p:cNvPr id="5" name="Rectangle 4">
            <a:extLst xmlns:a="http://schemas.openxmlformats.org/drawingml/2006/main">
              <a:ext uri="{FF2B5EF4-FFF2-40B4-BE49-F238E27FC236}">
                <a16:creationId xmlns:a16="http://schemas.microsoft.com/office/drawing/2014/main" id="{7AD1F0B0-A69E-4F70-A689-6AF3A2D9E416}"/>
              </a:ext>
            </a:extLst>
          </p:cNvPr>
          <p:cNvSpPr>
            <a:spLocks xmlns:a="http://schemas.openxmlformats.org/drawingml/2006/main" noGrp="1"/>
          </p:cNvSpPr>
          <p:nvPr/>
        </p:nvSpPr>
        <p:spPr>
          <a:xfrm xmlns:a="http://schemas.openxmlformats.org/drawingml/2006/main">
            <a:off x="0" y="3850030"/>
            <a:ext cx="12192000" cy="3033849"/>
          </a:xfrm>
          <a:prstGeom xmlns:a="http://schemas.openxmlformats.org/drawingml/2006/main" prst="rect">
            <a:avLst/>
          </a:prstGeom>
          <a:solidFill xmlns:a="http://schemas.openxmlformats.org/drawingml/2006/main">
            <a:srgbClr val="C00000">
              <a:alpha val="90000"/>
            </a:srgbClr>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8" name="Straight Connector 7">
            <a:extLst xmlns:a="http://schemas.openxmlformats.org/drawingml/2006/main">
              <a:ext uri="{FF2B5EF4-FFF2-40B4-BE49-F238E27FC236}">
                <a16:creationId xmlns:a16="http://schemas.microsoft.com/office/drawing/2014/main" id="{861A8FB2-8EAB-4CDA-96DE-511ED827E0FD}"/>
              </a:ext>
            </a:extLst>
          </p:cNvPr>
          <p:cNvSpPr>
            <a:spLocks xmlns:a="http://schemas.openxmlformats.org/drawingml/2006/main" noGrp="1"/>
          </p:cNvSpPr>
          <p:nvPr/>
        </p:nvSpPr>
        <p:spPr>
          <a:xfrm xmlns:a="http://schemas.openxmlformats.org/drawingml/2006/main">
            <a:off x="0" y="3838665"/>
            <a:ext cx="12192000" cy="0"/>
          </a:xfrm>
          <a:prstGeom xmlns:a="http://schemas.openxmlformats.org/drawingml/2006/main" prst="line">
            <a:avLst/>
          </a:prstGeom>
          <a:ln xmlns:a="http://schemas.openxmlformats.org/drawingml/2006/main">
            <a:solidFill>
              <a:srgbClr val="DDB88F"/>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pic>
        <p:nvPicPr>
          <p:cNvPr id="9" name="Picture 8">
            <a:extLst xmlns:a="http://schemas.openxmlformats.org/drawingml/2006/main">
              <a:ext uri="{FF2B5EF4-FFF2-40B4-BE49-F238E27FC236}">
                <a16:creationId xmlns:a16="http://schemas.microsoft.com/office/drawing/2014/main" id="{3AA86626-0D2D-40B2-B3E5-6E9EA1270025}"/>
              </a:ext>
            </a:extLst>
          </p:cNvPr>
          <p:cNvPicPr>
            <a:picLocks xmlns:a="http://schemas.openxmlformats.org/drawingml/2006/main" noChangeAspect="1"/>
          </p:cNvPicPr>
          <p:nvPr/>
        </p:nvPicPr>
        <p:blipFill>
          <a:blip xmlns:r="http://schemas.openxmlformats.org/officeDocument/2006/relationships" xmlns:a="http://schemas.openxmlformats.org/drawingml/2006/main" r:embed="R9973b1c04bc84997"/>
          <a:stretch xmlns:a="http://schemas.openxmlformats.org/drawingml/2006/main">
            <a:fillRect l="0" t="0" r="0" b="0"/>
          </a:stretch>
        </p:blipFill>
        <p:spPr>
          <a:xfrm xmlns:a="http://schemas.openxmlformats.org/drawingml/2006/main">
            <a:off x="6156960" y="4352838"/>
            <a:ext cx="5930536" cy="1235650"/>
          </a:xfrm>
          <a:prstGeom xmlns:a="http://schemas.openxmlformats.org/drawingml/2006/main" prst="rect">
            <a:avLst/>
          </a:prstGeom>
        </p:spPr>
      </p:pic>
      <p:sp>
        <p:nvSpPr>
          <p:cNvPr id="13" name="Title Placeholder 1">
            <a:extLst xmlns:a="http://schemas.openxmlformats.org/drawingml/2006/main">
              <a:ext uri="{FF2B5EF4-FFF2-40B4-BE49-F238E27FC236}">
                <a16:creationId xmlns:a16="http://schemas.microsoft.com/office/drawing/2014/main" id="{F45D3161-4DA5-4E99-AB3F-B47F5DFF61D8}"/>
              </a:ext>
            </a:extLst>
          </p:cNvPr>
          <p:cNvSpPr>
            <a:spLocks xmlns:a="http://schemas.openxmlformats.org/drawingml/2006/main" noGrp="1"/>
          </p:cNvSpPr>
          <p:nvPr>
            <p:ph type="title" idx="0" hasCustomPrompt="1"/>
          </p:nvPr>
        </p:nvSpPr>
        <p:spPr>
          <a:xfrm xmlns:a="http://schemas.openxmlformats.org/drawingml/2006/main">
            <a:off x="622539" y="4554747"/>
            <a:ext cx="5036389" cy="810883"/>
          </a:xfrm>
          <a:prstGeom xmlns:a="http://schemas.openxmlformats.org/drawingml/2006/main" prst="rect">
            <a:avLst/>
          </a:prstGeom>
        </p:spPr>
        <p:txBody>
          <a:bodyPr xmlns:a="http://schemas.openxmlformats.org/drawingml/2006/main" vert="horz" lIns="91440" tIns="45720" rIns="91440" bIns="45720" anchor="b">
            <a:normAutofit/>
          </a:bodyPr>
          <a:lstStyle xmlns:a="http://schemas.openxmlformats.org/drawingml/2006/main">
            <a:lvl1pPr>
              <a:buNone/>
              <a:defRPr b="1">
                <a:solidFill>
                  <a:schemeClr val="bg1"/>
                </a:solidFill>
              </a:defRPr>
            </a:lvl1pPr>
          </a:lstStyle>
          <a:p xmlns:a="http://schemas.openxmlformats.org/drawingml/2006/main">
            <a:r>
              <a:t>Title / </a:t>
            </a:r>
            <a:r>
              <a:t>标题</a:t>
            </a:r>
            <a:endParaRPr/>
          </a:p>
        </p:txBody>
      </p:sp>
      <p:sp>
        <p:nvSpPr>
          <p:cNvPr id="12" name="Text Placeholder 5">
            <a:extLst xmlns:a="http://schemas.openxmlformats.org/drawingml/2006/main">
              <a:ext uri="{FF2B5EF4-FFF2-40B4-BE49-F238E27FC236}">
                <a16:creationId xmlns:a16="http://schemas.microsoft.com/office/drawing/2014/main" id="{7C2CD642-8F79-4984-A976-018A09E23BA3}"/>
              </a:ext>
            </a:extLst>
          </p:cNvPr>
          <p:cNvSpPr>
            <a:spLocks xmlns:a="http://schemas.openxmlformats.org/drawingml/2006/main" noGrp="1"/>
          </p:cNvSpPr>
          <p:nvPr>
            <p:ph type="body" idx="10" hasCustomPrompt="1"/>
          </p:nvPr>
        </p:nvSpPr>
        <p:spPr>
          <a:xfrm xmlns:a="http://schemas.openxmlformats.org/drawingml/2006/main">
            <a:off x="629549" y="5425867"/>
            <a:ext cx="2994025" cy="569491"/>
          </a:xfrm>
        </p:spPr>
        <p:txBody>
          <a:bodyPr xmlns:a="http://schemas.openxmlformats.org/drawingml/2006/main"/>
          <a:lstStyle xmlns:a="http://schemas.openxmlformats.org/drawingml/2006/main">
            <a:lvl1pPr marL="0" indent="0">
              <a:buFontTx/>
              <a:buNone/>
              <a:defRPr>
                <a:solidFill>
                  <a:schemeClr val="bg1"/>
                </a:solidFill>
              </a:defRPr>
            </a:lvl1pPr>
          </a:lstStyle>
          <a:p xmlns:a="http://schemas.openxmlformats.org/drawingml/2006/main">
            <a:pPr marL="228600" marR="0" lvl="0" indent="-228600" algn="l" defTabSz="914400">
              <a:lnSpc>
                <a:spcPct val="120000"/>
              </a:lnSpc>
              <a:spcBef>
                <a:spcPts val="1000"/>
              </a:spcBef>
              <a:spcAft>
                <a:spcPts val="0"/>
              </a:spcAft>
              <a:buClrTx/>
              <a:buSzTx/>
              <a:buFont typeface="Arial"/>
              <a:buChar char="•"/>
            </a:pPr>
            <a:r>
              <a:t>Date /</a:t>
            </a:r>
            <a:r>
              <a:t> 日期</a:t>
            </a:r>
            <a:endParaRPr/>
          </a:p>
        </p:txBody>
      </p:sp>
    </p:spTree>
  </p:cSld>
</p:sldLayout>
</file>

<file path=ppt/slideLayouts/slideLayout2.xml><?xml version="1.0" encoding="utf-8"?>
<p:sldLayout xmlns:p="http://schemas.openxmlformats.org/presentationml/2006/main" preserve="1" userDrawn="1">
  <p:cSld name="2_Chapter">
    <p:bg>
      <p:bgPr>
        <a:solidFill xmlns:a="http://schemas.openxmlformats.org/drawingml/2006/main">
          <a:schemeClr val="bg2">
            <a:lumMod val="40000"/>
            <a:lumOff val="60000"/>
          </a:schemeClr>
        </a:solidFill>
      </p:bgPr>
    </p:bg>
    <p:spTree>
      <p:nvGrpSpPr>
        <p:cNvPr id="1" name=""/>
        <p:cNvGrpSpPr/>
        <p:nvPr/>
      </p:nvGrpSpPr>
      <p:grpSpPr>
        <a:xfrm xmlns:a="http://schemas.openxmlformats.org/drawingml/2006/main"/>
      </p:grpSpPr>
      <p:pic>
        <p:nvPicPr>
          <p:cNvPr id="10" name="Picture 3">
            <a:extLst xmlns:a="http://schemas.openxmlformats.org/drawingml/2006/main">
              <a:ext uri="{FF2B5EF4-FFF2-40B4-BE49-F238E27FC236}">
                <a16:creationId xmlns:a16="http://schemas.microsoft.com/office/drawing/2014/main" id="{B90CD289-0353-4556-80BF-8FCC9D5D5CF7}"/>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faac5fdc2ecb4d44"/>
          <a:srcRect xmlns:a="http://schemas.openxmlformats.org/drawingml/2006/main" l="0" t="0" r="11589" b="3584"/>
          <a:stretch xmlns:a="http://schemas.openxmlformats.org/drawingml/2006/main">
            <a:fillRect l="0" t="0" r="0" b="0"/>
          </a:stretch>
        </p:blipFill>
        <p:spPr>
          <a:xfrm xmlns:a="http://schemas.openxmlformats.org/drawingml/2006/main">
            <a:off x="4635033" y="1604905"/>
            <a:ext cx="7556967" cy="5253096"/>
          </a:xfrm>
          <a:prstGeom xmlns:a="http://schemas.openxmlformats.org/drawingml/2006/main" prst="rect">
            <a:avLst/>
          </a:prstGeom>
        </p:spPr>
      </p:pic>
      <p:sp>
        <p:nvSpPr>
          <p:cNvPr id="7" name="Date Placeholder 6">
            <a:extLst xmlns:a="http://schemas.openxmlformats.org/drawingml/2006/main">
              <a:ext uri="{FF2B5EF4-FFF2-40B4-BE49-F238E27FC236}">
                <a16:creationId xmlns:a16="http://schemas.microsoft.com/office/drawing/2014/main" id="{AB35E6EB-E15E-4445-8006-7CD8DA65231F}"/>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endParaRPr/>
          </a:p>
        </p:txBody>
      </p:sp>
      <p:sp>
        <p:nvSpPr>
          <p:cNvPr id="8" name="Footer Placeholder 7">
            <a:extLst xmlns:a="http://schemas.openxmlformats.org/drawingml/2006/main">
              <a:ext uri="{FF2B5EF4-FFF2-40B4-BE49-F238E27FC236}">
                <a16:creationId xmlns:a16="http://schemas.microsoft.com/office/drawing/2014/main" id="{F5F0C85B-CCF8-42EC-934D-A9191EE70C80}"/>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9" name="Slide Number Placeholder 8">
            <a:extLst xmlns:a="http://schemas.openxmlformats.org/drawingml/2006/main">
              <a:ext uri="{FF2B5EF4-FFF2-40B4-BE49-F238E27FC236}">
                <a16:creationId xmlns:a16="http://schemas.microsoft.com/office/drawing/2014/main" id="{2AF9A99B-F3AC-45FD-95A5-D84219F2F5AA}"/>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endParaRPr/>
          </a:p>
        </p:txBody>
      </p:sp>
      <p:pic>
        <p:nvPicPr>
          <p:cNvPr id="28" name="Picture 27">
            <a:extLst xmlns:a="http://schemas.openxmlformats.org/drawingml/2006/main">
              <a:ext uri="{FF2B5EF4-FFF2-40B4-BE49-F238E27FC236}">
                <a16:creationId xmlns:a16="http://schemas.microsoft.com/office/drawing/2014/main" id="{198D29D0-6B16-4C19-BAF9-F6ED520A90E3}"/>
              </a:ext>
            </a:extLst>
          </p:cNvPr>
          <p:cNvPicPr>
            <a:picLocks xmlns:a="http://schemas.openxmlformats.org/drawingml/2006/main" noChangeAspect="1"/>
          </p:cNvPicPr>
          <p:nvPr/>
        </p:nvPicPr>
        <p:blipFill>
          <a:blip xmlns:r="http://schemas.openxmlformats.org/officeDocument/2006/relationships" xmlns:a="http://schemas.openxmlformats.org/drawingml/2006/main" r:embed="R5033e95cdec94224"/>
          <a:stretch xmlns:a="http://schemas.openxmlformats.org/drawingml/2006/main">
            <a:fillRect l="0" t="0" r="0" b="0"/>
          </a:stretch>
        </p:blipFill>
        <p:spPr>
          <a:xfrm xmlns:a="http://schemas.openxmlformats.org/drawingml/2006/main">
            <a:off x="9206317" y="152400"/>
            <a:ext cx="2894243" cy="603026"/>
          </a:xfrm>
          <a:prstGeom xmlns:a="http://schemas.openxmlformats.org/drawingml/2006/main" prst="rect">
            <a:avLst/>
          </a:prstGeom>
        </p:spPr>
      </p:pic>
      <p:sp>
        <p:nvSpPr>
          <p:cNvPr id="16" name="Title 1">
            <a:extLst xmlns:a="http://schemas.openxmlformats.org/drawingml/2006/main">
              <a:ext uri="{FF2B5EF4-FFF2-40B4-BE49-F238E27FC236}">
                <a16:creationId xmlns:a16="http://schemas.microsoft.com/office/drawing/2014/main" id="{431A70D1-1838-4023-AE58-4DC1EB5BDDFD}"/>
              </a:ext>
            </a:extLst>
          </p:cNvPr>
          <p:cNvSpPr>
            <a:spLocks xmlns:a="http://schemas.openxmlformats.org/drawingml/2006/main" noGrp="1"/>
          </p:cNvSpPr>
          <p:nvPr>
            <p:ph type="title" idx="0" hasCustomPrompt="1"/>
          </p:nvPr>
        </p:nvSpPr>
        <p:spPr>
          <a:xfrm xmlns:a="http://schemas.openxmlformats.org/drawingml/2006/main">
            <a:off x="474785" y="998171"/>
            <a:ext cx="10515600" cy="701675"/>
          </a:xfrm>
        </p:spPr>
        <p:txBody>
          <a:bodyPr xmlns:a="http://schemas.openxmlformats.org/drawingml/2006/main" anchor="b"/>
          <a:lstStyle xmlns:a="http://schemas.openxmlformats.org/drawingml/2006/main">
            <a:lvl1pPr>
              <a:buNone/>
              <a:defRPr>
                <a:solidFill>
                  <a:schemeClr val="accent1"/>
                </a:solidFill>
              </a:defRPr>
            </a:lvl1pPr>
          </a:lstStyle>
          <a:p xmlns:a="http://schemas.openxmlformats.org/drawingml/2006/main">
            <a:r>
              <a:t>Title/</a:t>
            </a:r>
            <a:r>
              <a:t>标题</a:t>
            </a:r>
            <a:endParaRPr/>
          </a:p>
        </p:txBody>
      </p:sp>
      <p:sp>
        <p:nvSpPr>
          <p:cNvPr id="23" name="Content Placeholder 3">
            <a:extLst xmlns:a="http://schemas.openxmlformats.org/drawingml/2006/main">
              <a:ext uri="{FF2B5EF4-FFF2-40B4-BE49-F238E27FC236}">
                <a16:creationId xmlns:a16="http://schemas.microsoft.com/office/drawing/2014/main" id="{A4627B37-BB9C-4727-9857-81D51E1B6015}"/>
              </a:ext>
            </a:extLst>
          </p:cNvPr>
          <p:cNvSpPr>
            <a:spLocks xmlns:a="http://schemas.openxmlformats.org/drawingml/2006/main" noGrp="1"/>
          </p:cNvSpPr>
          <p:nvPr>
            <p:ph idx="2" hasCustomPrompt="1"/>
          </p:nvPr>
        </p:nvSpPr>
        <p:spPr>
          <a:xfrm xmlns:a="http://schemas.openxmlformats.org/drawingml/2006/main">
            <a:off x="476372" y="2235444"/>
            <a:ext cx="5157787" cy="3684588"/>
          </a:xfrm>
        </p:spPr>
        <p:txBody>
          <a:bodyPr xmlns:a="http://schemas.openxmlformats.org/drawingml/2006/main"/>
          <a:lstStyle xmlns:a="http://schemas.openxmlformats.org/drawingml/2006/main">
            <a:lvl1pPr marL="228600" indent="-228600">
              <a:buClr>
                <a:schemeClr val="accent1"/>
              </a:buClr>
              <a:buFont typeface="Wingdings"/>
              <a:buChar char="§"/>
              <a:defRPr sz="2400">
                <a:solidFill>
                  <a:schemeClr val="tx2"/>
                </a:solidFill>
              </a:defRPr>
            </a:lvl1pPr>
            <a:lvl2pPr marL="685800" indent="-228600">
              <a:buClr>
                <a:schemeClr val="accent1"/>
              </a:buClr>
              <a:buFont typeface="Wingdings"/>
              <a:buChar char="§"/>
              <a:defRPr>
                <a:solidFill>
                  <a:schemeClr val="tx2"/>
                </a:solidFill>
              </a:defRPr>
            </a:lvl2pPr>
            <a:lvl3pPr marL="1143000" indent="-228600">
              <a:buClr>
                <a:schemeClr val="accent1"/>
              </a:buClr>
              <a:buFont typeface="Wingdings"/>
              <a:buChar char="§"/>
              <a:defRPr sz="2400">
                <a:solidFill>
                  <a:schemeClr val="tx2"/>
                </a:solidFill>
              </a:defRPr>
            </a:lvl3pPr>
            <a:lvl4pPr marL="1600200" indent="-228600">
              <a:buClr>
                <a:schemeClr val="accent1"/>
              </a:buClr>
              <a:buFont typeface="Wingdings"/>
              <a:buChar char="§"/>
              <a:defRPr sz="2400">
                <a:solidFill>
                  <a:schemeClr val="tx2"/>
                </a:solidFill>
              </a:defRPr>
            </a:lvl4pPr>
            <a:lvl5pPr marL="2057400" indent="-228600">
              <a:buClr>
                <a:schemeClr val="accent1"/>
              </a:buClr>
              <a:buFont typeface="Wingdings"/>
              <a:buChar char="§"/>
              <a:defRPr sz="2400">
                <a:solidFill>
                  <a:schemeClr val="tx2"/>
                </a:solidFill>
              </a:defRPr>
            </a:lvl5pPr>
          </a:lstStyle>
          <a:p xmlns:a="http://schemas.openxmlformats.org/drawingml/2006/main">
            <a:pPr lvl="0">
              <a:buNone/>
            </a:pPr>
            <a:r>
              <a:t>Text / </a:t>
            </a:r>
            <a:r>
              <a:t>文字内容</a:t>
            </a:r>
            <a:endParaRPr/>
          </a:p>
        </p:txBody>
      </p:sp>
      <p:sp>
        <p:nvSpPr>
          <p:cNvPr id="25" name="TextBox 24">
            <a:extLst xmlns:a="http://schemas.openxmlformats.org/drawingml/2006/main">
              <a:ext uri="{FF2B5EF4-FFF2-40B4-BE49-F238E27FC236}">
                <a16:creationId xmlns:a16="http://schemas.microsoft.com/office/drawing/2014/main" id="{898BB548-234D-43A9-9F1E-C48B54885207}"/>
              </a:ext>
            </a:extLst>
          </p:cNvPr>
          <p:cNvSpPr>
            <a:spLocks xmlns:a="http://schemas.openxmlformats.org/drawingml/2006/main" noGrp="1"/>
          </p:cNvSpPr>
          <p:nvPr/>
        </p:nvSpPr>
        <p:spPr>
          <a:xfrm xmlns:a="http://schemas.openxmlformats.org/drawingml/2006/main">
            <a:off x="413219" y="6295506"/>
            <a:ext cx="1479667" cy="26161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1050">
                <a:solidFill>
                  <a:schemeClr val="accent1"/>
                </a:solidFill>
                <a:latin typeface="+mj-ea"/>
                <a:ea typeface="+mj-ea"/>
                <a:cs typeface="+mj-ea"/>
              </a:rPr>
              <a:t>纵横交错 知行合一</a:t>
            </a:r>
            <a:endParaRPr sz="1050">
              <a:solidFill>
                <a:schemeClr val="accent1"/>
              </a:solidFill>
              <a:latin typeface="+mj-ea"/>
              <a:ea typeface="+mj-ea"/>
              <a:cs typeface="+mj-ea"/>
            </a:endParaRPr>
          </a:p>
        </p:txBody>
      </p:sp>
    </p:spTree>
  </p:cSld>
</p:sldLayout>
</file>

<file path=ppt/slideLayouts/slideLayout3.xml><?xml version="1.0" encoding="utf-8"?>
<p:sldLayout xmlns:p="http://schemas.openxmlformats.org/presentationml/2006/main" preserve="1" userDrawn="1">
  <p:cSld name="3_One Column Layout">
    <p:spTree>
      <p:nvGrpSpPr>
        <p:cNvPr id="1" name=""/>
        <p:cNvGrpSpPr/>
        <p:nvPr/>
      </p:nvGrpSpPr>
      <p:grpSpPr>
        <a:xfrm xmlns:a="http://schemas.openxmlformats.org/drawingml/2006/main"/>
      </p:grpSpPr>
      <p:pic>
        <p:nvPicPr>
          <p:cNvPr id="10" name="Picture 4">
            <a:extLst xmlns:a="http://schemas.openxmlformats.org/drawingml/2006/main">
              <a:ext uri="{FF2B5EF4-FFF2-40B4-BE49-F238E27FC236}">
                <a16:creationId xmlns:a16="http://schemas.microsoft.com/office/drawing/2014/main" id="{F0CE6744-EA24-4FE2-AE7C-BE7FE941E9BD}"/>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2fa7b8cf81464733"/>
          <a:srcRect xmlns:a="http://schemas.openxmlformats.org/drawingml/2006/main" l="0" t="0" r="11297" b="3369"/>
          <a:stretch xmlns:a="http://schemas.openxmlformats.org/drawingml/2006/main">
            <a:fillRect l="0" t="0" r="0" b="0"/>
          </a:stretch>
        </p:blipFill>
        <p:spPr>
          <a:xfrm xmlns:a="http://schemas.openxmlformats.org/drawingml/2006/main">
            <a:off x="4638675" y="1613055"/>
            <a:ext cx="7553325" cy="5244945"/>
          </a:xfrm>
          <a:prstGeom xmlns:a="http://schemas.openxmlformats.org/drawingml/2006/main" prst="rect">
            <a:avLst/>
          </a:prstGeom>
        </p:spPr>
      </p:pic>
      <p:sp>
        <p:nvSpPr>
          <p:cNvPr id="2" name="Title 1">
            <a:extLst xmlns:a="http://schemas.openxmlformats.org/drawingml/2006/main">
              <a:ext uri="{FF2B5EF4-FFF2-40B4-BE49-F238E27FC236}">
                <a16:creationId xmlns:a16="http://schemas.microsoft.com/office/drawing/2014/main" id="{C8169D75-46E2-42CE-B13F-ACF85B19AB67}"/>
              </a:ext>
            </a:extLst>
          </p:cNvPr>
          <p:cNvSpPr>
            <a:spLocks xmlns:a="http://schemas.openxmlformats.org/drawingml/2006/main" noGrp="1"/>
          </p:cNvSpPr>
          <p:nvPr>
            <p:ph type="title" idx="0" hasCustomPrompt="1"/>
          </p:nvPr>
        </p:nvSpPr>
        <p:spPr>
          <a:xfrm xmlns:a="http://schemas.openxmlformats.org/drawingml/2006/main">
            <a:off x="474785" y="998171"/>
            <a:ext cx="8469923" cy="701675"/>
          </a:xfrm>
        </p:spPr>
        <p:txBody>
          <a:bodyPr xmlns:a="http://schemas.openxmlformats.org/drawingml/2006/main" anchor="b"/>
          <a:lstStyle xmlns:a="http://schemas.openxmlformats.org/drawingml/2006/main">
            <a:lvl1pPr>
              <a:buNone/>
              <a:defRPr>
                <a:solidFill>
                  <a:schemeClr val="accent1"/>
                </a:solidFill>
              </a:defRPr>
            </a:lvl1pPr>
          </a:lstStyle>
          <a:p xmlns:a="http://schemas.openxmlformats.org/drawingml/2006/main">
            <a:r>
              <a:t>Title/</a:t>
            </a:r>
            <a:r>
              <a:t>标题</a:t>
            </a:r>
            <a:endParaRPr/>
          </a:p>
        </p:txBody>
      </p:sp>
      <p:sp>
        <p:nvSpPr>
          <p:cNvPr id="3" name="Content Placeholder 2">
            <a:extLst xmlns:a="http://schemas.openxmlformats.org/drawingml/2006/main">
              <a:ext uri="{FF2B5EF4-FFF2-40B4-BE49-F238E27FC236}">
                <a16:creationId xmlns:a16="http://schemas.microsoft.com/office/drawing/2014/main" id="{C373238C-B00F-4D2F-810A-1ABFB28138E9}"/>
              </a:ext>
            </a:extLst>
          </p:cNvPr>
          <p:cNvSpPr>
            <a:spLocks xmlns:a="http://schemas.openxmlformats.org/drawingml/2006/main" noGrp="1"/>
          </p:cNvSpPr>
          <p:nvPr>
            <p:ph idx="1" hasCustomPrompt="1"/>
          </p:nvPr>
        </p:nvSpPr>
        <p:spPr>
          <a:xfrm xmlns:a="http://schemas.openxmlformats.org/drawingml/2006/main">
            <a:off x="486507" y="1825625"/>
            <a:ext cx="8469923" cy="4351338"/>
          </a:xfrm>
        </p:spPr>
        <p:txBody>
          <a:bodyPr xmlns:a="http://schemas.openxmlformats.org/drawingml/2006/main"/>
          <a:lstStyle xmlns:a="http://schemas.openxmlformats.org/drawingml/2006/main">
            <a:lvl1pPr marL="228600" indent="-228600">
              <a:buClr>
                <a:schemeClr val="accent1"/>
              </a:buClr>
              <a:buFont typeface="Wingdings"/>
              <a:buChar char="§"/>
              <a:defRPr>
                <a:solidFill>
                  <a:schemeClr val="tx2"/>
                </a:solidFill>
              </a:defRPr>
            </a:lvl1pPr>
            <a:lvl2pPr>
              <a:buNone/>
              <a:defRPr>
                <a:solidFill>
                  <a:schemeClr val="tx2"/>
                </a:solidFill>
              </a:defRPr>
            </a:lvl2pPr>
            <a:lvl3pPr>
              <a:buNone/>
              <a:defRPr>
                <a:solidFill>
                  <a:schemeClr val="tx2"/>
                </a:solidFill>
              </a:defRPr>
            </a:lvl3pPr>
            <a:lvl4pPr>
              <a:buNone/>
              <a:defRPr>
                <a:solidFill>
                  <a:schemeClr val="tx2"/>
                </a:solidFill>
              </a:defRPr>
            </a:lvl4pPr>
            <a:lvl5pPr>
              <a:buNone/>
              <a:defRPr>
                <a:solidFill>
                  <a:schemeClr val="tx2"/>
                </a:solidFill>
              </a:defRPr>
            </a:lvl5pPr>
          </a:lstStyle>
          <a:p xmlns:a="http://schemas.openxmlformats.org/drawingml/2006/main">
            <a:pPr lvl="0">
              <a:buNone/>
            </a:pPr>
            <a:r>
              <a:t>Text / </a:t>
            </a:r>
            <a:r>
              <a:t>文字内容</a:t>
            </a:r>
            <a:endParaRPr/>
          </a:p>
        </p:txBody>
      </p:sp>
      <p:sp>
        <p:nvSpPr>
          <p:cNvPr id="5" name="Date Placeholder 4">
            <a:extLst xmlns:a="http://schemas.openxmlformats.org/drawingml/2006/main">
              <a:ext uri="{FF2B5EF4-FFF2-40B4-BE49-F238E27FC236}">
                <a16:creationId xmlns:a16="http://schemas.microsoft.com/office/drawing/2014/main" id="{DD7D615C-665D-4C33-8AED-068A2D83D897}"/>
              </a:ext>
            </a:extLst>
          </p:cNvPr>
          <p:cNvSpPr>
            <a:spLocks xmlns:a="http://schemas.openxmlformats.org/drawingml/2006/main" noGrp="1"/>
          </p:cNvSpPr>
          <p:nvPr>
            <p:ph type="dt" idx="10"/>
          </p:nvPr>
        </p:nvSpPr>
        <p:spPr>
          <a:xfrm xmlns:a="http://schemas.openxmlformats.org/drawingml/2006/main">
            <a:off x="10187354" y="6356350"/>
            <a:ext cx="943708" cy="365125"/>
          </a:xfrm>
        </p:spPr>
        <p:txBody>
          <a:bodyPr xmlns:a="http://schemas.openxmlformats.org/drawingml/2006/main"/>
          <a:lstStyle xmlns:a="http://schemas.openxmlformats.org/drawingml/2006/main"/>
          <a:p xmlns:a="http://schemas.openxmlformats.org/drawingml/2006/main">
            <a:endParaRPr/>
          </a:p>
        </p:txBody>
      </p:sp>
      <p:sp>
        <p:nvSpPr>
          <p:cNvPr id="6" name="Footer Placeholder 5">
            <a:extLst xmlns:a="http://schemas.openxmlformats.org/drawingml/2006/main">
              <a:ext uri="{FF2B5EF4-FFF2-40B4-BE49-F238E27FC236}">
                <a16:creationId xmlns:a16="http://schemas.microsoft.com/office/drawing/2014/main" id="{09B2295A-4066-4434-AAED-ADEE7806A5D9}"/>
              </a:ext>
            </a:extLst>
          </p:cNvPr>
          <p:cNvSpPr>
            <a:spLocks xmlns:a="http://schemas.openxmlformats.org/drawingml/2006/main" noGrp="1"/>
          </p:cNvSpPr>
          <p:nvPr>
            <p:ph type="ftr" idx="11"/>
          </p:nvPr>
        </p:nvSpPr>
        <p:spPr>
          <a:xfrm xmlns:a="http://schemas.openxmlformats.org/drawingml/2006/main">
            <a:off x="9108830" y="6356350"/>
            <a:ext cx="978877" cy="365125"/>
          </a:xfrm>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F9AEC537-E373-4D9A-8BDA-6836D2C198A9}"/>
              </a:ext>
            </a:extLst>
          </p:cNvPr>
          <p:cNvSpPr>
            <a:spLocks xmlns:a="http://schemas.openxmlformats.org/drawingml/2006/main" noGrp="1"/>
          </p:cNvSpPr>
          <p:nvPr>
            <p:ph type="sldNum" idx="12"/>
          </p:nvPr>
        </p:nvSpPr>
        <p:spPr>
          <a:xfrm xmlns:a="http://schemas.openxmlformats.org/drawingml/2006/main">
            <a:off x="11230707" y="6356350"/>
            <a:ext cx="504093" cy="365125"/>
          </a:xfrm>
        </p:spPr>
        <p:txBody>
          <a:bodyPr xmlns:a="http://schemas.openxmlformats.org/drawingml/2006/main"/>
          <a:lstStyle xmlns:a="http://schemas.openxmlformats.org/drawingml/2006/main"/>
          <a:p xmlns:a="http://schemas.openxmlformats.org/drawingml/2006/main">
            <a:endParaRPr/>
          </a:p>
        </p:txBody>
      </p:sp>
      <p:pic>
        <p:nvPicPr>
          <p:cNvPr id="14" name="Picture 13">
            <a:extLst xmlns:a="http://schemas.openxmlformats.org/drawingml/2006/main">
              <a:ext uri="{FF2B5EF4-FFF2-40B4-BE49-F238E27FC236}">
                <a16:creationId xmlns:a16="http://schemas.microsoft.com/office/drawing/2014/main" id="{26C8B77D-D586-4879-B2FB-537D38ECCAB3}"/>
              </a:ext>
            </a:extLst>
          </p:cNvPr>
          <p:cNvPicPr>
            <a:picLocks xmlns:a="http://schemas.openxmlformats.org/drawingml/2006/main" noChangeAspect="1"/>
          </p:cNvPicPr>
          <p:nvPr/>
        </p:nvPicPr>
        <p:blipFill>
          <a:blip xmlns:r="http://schemas.openxmlformats.org/officeDocument/2006/relationships" xmlns:a="http://schemas.openxmlformats.org/drawingml/2006/main" r:embed="R0be3cdb5559f4278"/>
          <a:stretch xmlns:a="http://schemas.openxmlformats.org/drawingml/2006/main">
            <a:fillRect l="0" t="0" r="0" b="0"/>
          </a:stretch>
        </p:blipFill>
        <p:spPr>
          <a:xfrm xmlns:a="http://schemas.openxmlformats.org/drawingml/2006/main">
            <a:off x="9206317" y="152400"/>
            <a:ext cx="2894243" cy="603026"/>
          </a:xfrm>
          <a:prstGeom xmlns:a="http://schemas.openxmlformats.org/drawingml/2006/main" prst="rect">
            <a:avLst/>
          </a:prstGeom>
        </p:spPr>
      </p:pic>
      <p:sp>
        <p:nvSpPr>
          <p:cNvPr id="20" name="TextBox 19">
            <a:extLst xmlns:a="http://schemas.openxmlformats.org/drawingml/2006/main">
              <a:ext uri="{FF2B5EF4-FFF2-40B4-BE49-F238E27FC236}">
                <a16:creationId xmlns:a16="http://schemas.microsoft.com/office/drawing/2014/main" id="{D71618D9-808B-4A5F-A5D4-6EAAB651B86A}"/>
              </a:ext>
            </a:extLst>
          </p:cNvPr>
          <p:cNvSpPr>
            <a:spLocks xmlns:a="http://schemas.openxmlformats.org/drawingml/2006/main" noGrp="1"/>
          </p:cNvSpPr>
          <p:nvPr/>
        </p:nvSpPr>
        <p:spPr>
          <a:xfrm xmlns:a="http://schemas.openxmlformats.org/drawingml/2006/main">
            <a:off x="413219" y="6295506"/>
            <a:ext cx="1479667" cy="26161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1050">
                <a:solidFill>
                  <a:schemeClr val="accent1"/>
                </a:solidFill>
                <a:latin typeface="+mj-ea"/>
                <a:ea typeface="+mj-ea"/>
                <a:cs typeface="+mj-ea"/>
              </a:rPr>
              <a:t>纵横交错 知行合一</a:t>
            </a:r>
            <a:endParaRPr sz="1050">
              <a:solidFill>
                <a:schemeClr val="accent1"/>
              </a:solidFill>
              <a:latin typeface="+mj-ea"/>
              <a:ea typeface="+mj-ea"/>
              <a:cs typeface="+mj-ea"/>
            </a:endParaRPr>
          </a:p>
        </p:txBody>
      </p:sp>
    </p:spTree>
  </p:cSld>
</p:sldLayout>
</file>

<file path=ppt/slideLayouts/slideLayout4.xml><?xml version="1.0" encoding="utf-8"?>
<p:sldLayout xmlns:p="http://schemas.openxmlformats.org/presentationml/2006/main" preserve="1" userDrawn="1">
  <p:cSld name="4_Two Column Layout">
    <p:spTree>
      <p:nvGrpSpPr>
        <p:cNvPr id="1" name=""/>
        <p:cNvGrpSpPr/>
        <p:nvPr/>
      </p:nvGrpSpPr>
      <p:grpSpPr>
        <a:xfrm xmlns:a="http://schemas.openxmlformats.org/drawingml/2006/main"/>
      </p:grpSpPr>
      <p:sp>
        <p:nvSpPr>
          <p:cNvPr id="7" name="Date Placeholder 6">
            <a:extLst xmlns:a="http://schemas.openxmlformats.org/drawingml/2006/main">
              <a:ext uri="{FF2B5EF4-FFF2-40B4-BE49-F238E27FC236}">
                <a16:creationId xmlns:a16="http://schemas.microsoft.com/office/drawing/2014/main" id="{30199F6C-D098-4C02-831B-F6A6B32879C1}"/>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endParaRPr/>
          </a:p>
        </p:txBody>
      </p:sp>
      <p:sp>
        <p:nvSpPr>
          <p:cNvPr id="8" name="Footer Placeholder 7">
            <a:extLst xmlns:a="http://schemas.openxmlformats.org/drawingml/2006/main">
              <a:ext uri="{FF2B5EF4-FFF2-40B4-BE49-F238E27FC236}">
                <a16:creationId xmlns:a16="http://schemas.microsoft.com/office/drawing/2014/main" id="{D62D5598-AAC1-4C9F-800C-0FACEDA94474}"/>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9" name="Slide Number Placeholder 8">
            <a:extLst xmlns:a="http://schemas.openxmlformats.org/drawingml/2006/main">
              <a:ext uri="{FF2B5EF4-FFF2-40B4-BE49-F238E27FC236}">
                <a16:creationId xmlns:a16="http://schemas.microsoft.com/office/drawing/2014/main" id="{254689F2-8E23-4552-A68D-E968123689FD}"/>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endParaRPr/>
          </a:p>
        </p:txBody>
      </p:sp>
      <p:pic>
        <p:nvPicPr>
          <p:cNvPr id="16" name="Picture 15">
            <a:extLst xmlns:a="http://schemas.openxmlformats.org/drawingml/2006/main">
              <a:ext uri="{FF2B5EF4-FFF2-40B4-BE49-F238E27FC236}">
                <a16:creationId xmlns:a16="http://schemas.microsoft.com/office/drawing/2014/main" id="{808886A7-58C1-483B-8DCA-44B986EC56F0}"/>
              </a:ext>
            </a:extLst>
          </p:cNvPr>
          <p:cNvPicPr>
            <a:picLocks xmlns:a="http://schemas.openxmlformats.org/drawingml/2006/main" noChangeAspect="1"/>
          </p:cNvPicPr>
          <p:nvPr/>
        </p:nvPicPr>
        <p:blipFill>
          <a:blip xmlns:r="http://schemas.openxmlformats.org/officeDocument/2006/relationships" xmlns:a="http://schemas.openxmlformats.org/drawingml/2006/main" r:embed="Rfd87e5e123404b61"/>
          <a:stretch xmlns:a="http://schemas.openxmlformats.org/drawingml/2006/main">
            <a:fillRect l="0" t="0" r="0" b="0"/>
          </a:stretch>
        </p:blipFill>
        <p:spPr>
          <a:xfrm xmlns:a="http://schemas.openxmlformats.org/drawingml/2006/main">
            <a:off x="9206317" y="152400"/>
            <a:ext cx="2894243" cy="603026"/>
          </a:xfrm>
          <a:prstGeom xmlns:a="http://schemas.openxmlformats.org/drawingml/2006/main" prst="rect">
            <a:avLst/>
          </a:prstGeom>
        </p:spPr>
      </p:pic>
      <p:sp>
        <p:nvSpPr>
          <p:cNvPr id="13" name="Title 1">
            <a:extLst xmlns:a="http://schemas.openxmlformats.org/drawingml/2006/main">
              <a:ext uri="{FF2B5EF4-FFF2-40B4-BE49-F238E27FC236}">
                <a16:creationId xmlns:a16="http://schemas.microsoft.com/office/drawing/2014/main" id="{209C5985-A3E4-4178-B1CE-D68E7D3D5958}"/>
              </a:ext>
            </a:extLst>
          </p:cNvPr>
          <p:cNvSpPr>
            <a:spLocks xmlns:a="http://schemas.openxmlformats.org/drawingml/2006/main" noGrp="1"/>
          </p:cNvSpPr>
          <p:nvPr>
            <p:ph type="title" idx="0" hasCustomPrompt="1"/>
          </p:nvPr>
        </p:nvSpPr>
        <p:spPr>
          <a:xfrm xmlns:a="http://schemas.openxmlformats.org/drawingml/2006/main">
            <a:off x="474785" y="998171"/>
            <a:ext cx="10515600" cy="701675"/>
          </a:xfrm>
        </p:spPr>
        <p:txBody>
          <a:bodyPr xmlns:a="http://schemas.openxmlformats.org/drawingml/2006/main" anchor="b"/>
          <a:lstStyle xmlns:a="http://schemas.openxmlformats.org/drawingml/2006/main">
            <a:lvl1pPr>
              <a:buNone/>
              <a:defRPr>
                <a:solidFill>
                  <a:schemeClr val="accent1"/>
                </a:solidFill>
              </a:defRPr>
            </a:lvl1pPr>
          </a:lstStyle>
          <a:p xmlns:a="http://schemas.openxmlformats.org/drawingml/2006/main">
            <a:r>
              <a:t>Title/</a:t>
            </a:r>
            <a:r>
              <a:t>标题</a:t>
            </a:r>
            <a:endParaRPr/>
          </a:p>
        </p:txBody>
      </p:sp>
      <p:sp>
        <p:nvSpPr>
          <p:cNvPr id="14" name="Content Placeholder 2">
            <a:extLst xmlns:a="http://schemas.openxmlformats.org/drawingml/2006/main">
              <a:ext uri="{FF2B5EF4-FFF2-40B4-BE49-F238E27FC236}">
                <a16:creationId xmlns:a16="http://schemas.microsoft.com/office/drawing/2014/main" id="{364CD0F8-0DDF-46F2-86DF-CCA5C3D5084E}"/>
              </a:ext>
            </a:extLst>
          </p:cNvPr>
          <p:cNvSpPr>
            <a:spLocks xmlns:a="http://schemas.openxmlformats.org/drawingml/2006/main" noGrp="1"/>
          </p:cNvSpPr>
          <p:nvPr>
            <p:ph idx="1" hasCustomPrompt="1"/>
          </p:nvPr>
        </p:nvSpPr>
        <p:spPr>
          <a:xfrm xmlns:a="http://schemas.openxmlformats.org/drawingml/2006/main">
            <a:off x="486507" y="1825625"/>
            <a:ext cx="4214447" cy="4351338"/>
          </a:xfrm>
        </p:spPr>
        <p:txBody>
          <a:bodyPr xmlns:a="http://schemas.openxmlformats.org/drawingml/2006/main"/>
          <a:lstStyle xmlns:a="http://schemas.openxmlformats.org/drawingml/2006/main">
            <a:lvl1pPr marL="457200" indent="-457200">
              <a:buClr>
                <a:schemeClr val="accent1"/>
              </a:buClr>
              <a:buFont typeface="Wingdings"/>
              <a:buChar char="§"/>
              <a:defRPr>
                <a:solidFill>
                  <a:schemeClr val="tx2"/>
                </a:solidFill>
              </a:defRPr>
            </a:lvl1pPr>
            <a:lvl2pPr>
              <a:buNone/>
              <a:defRPr>
                <a:solidFill>
                  <a:schemeClr val="tx2"/>
                </a:solidFill>
              </a:defRPr>
            </a:lvl2pPr>
            <a:lvl3pPr>
              <a:buNone/>
              <a:defRPr>
                <a:solidFill>
                  <a:schemeClr val="tx2"/>
                </a:solidFill>
              </a:defRPr>
            </a:lvl3pPr>
            <a:lvl4pPr>
              <a:buNone/>
              <a:defRPr>
                <a:solidFill>
                  <a:schemeClr val="tx2"/>
                </a:solidFill>
              </a:defRPr>
            </a:lvl4pPr>
            <a:lvl5pPr>
              <a:buNone/>
              <a:defRPr>
                <a:solidFill>
                  <a:schemeClr val="tx2"/>
                </a:solidFill>
              </a:defRPr>
            </a:lvl5pPr>
          </a:lstStyle>
          <a:p xmlns:a="http://schemas.openxmlformats.org/drawingml/2006/main">
            <a:pPr lvl="0">
              <a:buNone/>
            </a:pPr>
            <a:r>
              <a:t>Text / </a:t>
            </a:r>
            <a:r>
              <a:t>文字内容</a:t>
            </a:r>
            <a:endParaRPr/>
          </a:p>
        </p:txBody>
      </p:sp>
      <p:sp>
        <p:nvSpPr>
          <p:cNvPr id="15" name="Picture Placeholder 2">
            <a:extLst xmlns:a="http://schemas.openxmlformats.org/drawingml/2006/main">
              <a:ext uri="{FF2B5EF4-FFF2-40B4-BE49-F238E27FC236}">
                <a16:creationId xmlns:a16="http://schemas.microsoft.com/office/drawing/2014/main" id="{9118915E-9E7B-4450-9A63-5C20D5F31FD0}"/>
              </a:ext>
            </a:extLst>
          </p:cNvPr>
          <p:cNvSpPr>
            <a:spLocks xmlns:a="http://schemas.openxmlformats.org/drawingml/2006/main" noGrp="1"/>
          </p:cNvSpPr>
          <p:nvPr>
            <p:ph type="pic" idx="13" hasCustomPrompt="1"/>
          </p:nvPr>
        </p:nvSpPr>
        <p:spPr>
          <a:xfrm xmlns:a="http://schemas.openxmlformats.org/drawingml/2006/main">
            <a:off x="4911969" y="1817077"/>
            <a:ext cx="7280031" cy="4360985"/>
          </a:xfrm>
        </p:spPr>
        <p:txBody>
          <a:bodyPr xmlns:a="http://schemas.openxmlformats.org/drawingml/2006/main"/>
          <a:lstStyle xmlns:a="http://schemas.openxmlformats.org/drawingml/2006/main">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xmlns:a="http://schemas.openxmlformats.org/drawingml/2006/main">
            <a:r>
              <a:t>Picture/</a:t>
            </a:r>
            <a:r>
              <a:t>图片</a:t>
            </a:r>
            <a:endParaRPr/>
          </a:p>
        </p:txBody>
      </p:sp>
      <p:sp>
        <p:nvSpPr>
          <p:cNvPr id="12" name="TextBox 11">
            <a:extLst xmlns:a="http://schemas.openxmlformats.org/drawingml/2006/main">
              <a:ext uri="{FF2B5EF4-FFF2-40B4-BE49-F238E27FC236}">
                <a16:creationId xmlns:a16="http://schemas.microsoft.com/office/drawing/2014/main" id="{4AFD43D5-84AD-43C4-AB9F-03727F5F64EB}"/>
              </a:ext>
            </a:extLst>
          </p:cNvPr>
          <p:cNvSpPr>
            <a:spLocks xmlns:a="http://schemas.openxmlformats.org/drawingml/2006/main" noGrp="1"/>
          </p:cNvSpPr>
          <p:nvPr/>
        </p:nvSpPr>
        <p:spPr>
          <a:xfrm xmlns:a="http://schemas.openxmlformats.org/drawingml/2006/main">
            <a:off x="413219" y="6295506"/>
            <a:ext cx="1479667" cy="26161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1050">
                <a:solidFill>
                  <a:schemeClr val="accent1"/>
                </a:solidFill>
                <a:latin typeface="+mj-ea"/>
                <a:ea typeface="+mj-ea"/>
                <a:cs typeface="+mj-ea"/>
              </a:rPr>
              <a:t>纵横交错 知行合一</a:t>
            </a:r>
            <a:endParaRPr sz="1050">
              <a:solidFill>
                <a:schemeClr val="accent1"/>
              </a:solidFill>
              <a:latin typeface="+mj-ea"/>
              <a:ea typeface="+mj-ea"/>
              <a:cs typeface="+mj-ea"/>
            </a:endParaRPr>
          </a:p>
        </p:txBody>
      </p:sp>
    </p:spTree>
  </p:cSld>
</p:sldLayout>
</file>

<file path=ppt/slideLayouts/slideLayout5.xml><?xml version="1.0" encoding="utf-8"?>
<p:sldLayout xmlns:p="http://schemas.openxmlformats.org/presentationml/2006/main" preserve="1" userDrawn="1">
  <p:cSld name="2_Cover">
    <p:spTree>
      <p:nvGrpSpPr>
        <p:cNvPr id="1" name=""/>
        <p:cNvGrpSpPr/>
        <p:nvPr/>
      </p:nvGrpSpPr>
      <p:grpSpPr>
        <a:xfrm xmlns:a="http://schemas.openxmlformats.org/drawingml/2006/main"/>
      </p:grpSpPr>
      <p:pic>
        <p:nvPicPr>
          <p:cNvPr id="3" name="Picture 2">
            <a:extLst xmlns:a="http://schemas.openxmlformats.org/drawingml/2006/main">
              <a:ext uri="{FF2B5EF4-FFF2-40B4-BE49-F238E27FC236}">
                <a16:creationId xmlns:a16="http://schemas.microsoft.com/office/drawing/2014/main" id="{F4AB1025-005E-491A-B767-462F50F4A9D8}"/>
              </a:ext>
            </a:extLst>
          </p:cNvPr>
          <p:cNvPicPr>
            <a:picLocks xmlns:a="http://schemas.openxmlformats.org/drawingml/2006/main" noChangeAspect="1"/>
          </p:cNvPicPr>
          <p:nvPr/>
        </p:nvPicPr>
        <p:blipFill>
          <a:blip xmlns:r="http://schemas.openxmlformats.org/officeDocument/2006/relationships" xmlns:a="http://schemas.openxmlformats.org/drawingml/2006/main" r:embed="R166cc8a354e54b20"/>
          <a:stretch xmlns:a="http://schemas.openxmlformats.org/drawingml/2006/main">
            <a:fillRect l="0" t="0" r="0" b="0"/>
          </a:stretch>
        </p:blipFill>
        <p:spPr>
          <a:xfrm xmlns:a="http://schemas.openxmlformats.org/drawingml/2006/main">
            <a:off x="9206317" y="152400"/>
            <a:ext cx="2894243" cy="603026"/>
          </a:xfrm>
          <a:prstGeom xmlns:a="http://schemas.openxmlformats.org/drawingml/2006/main" prst="rect">
            <a:avLst/>
          </a:prstGeom>
        </p:spPr>
      </p:pic>
      <p:pic>
        <p:nvPicPr>
          <p:cNvPr id="2" name="Picture 1">
            <a:extLst xmlns:a="http://schemas.openxmlformats.org/drawingml/2006/main">
              <a:ext uri="{FF2B5EF4-FFF2-40B4-BE49-F238E27FC236}">
                <a16:creationId xmlns:a16="http://schemas.microsoft.com/office/drawing/2014/main" id="{7D8DDF27-CD19-4861-9EC1-416BE363A925}"/>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568c28f9020a401c"/>
          <a:srcRect xmlns:a="http://schemas.openxmlformats.org/drawingml/2006/main" l="1891" t="38137" r="23803"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6" name="Rectangle 5">
            <a:extLst xmlns:a="http://schemas.openxmlformats.org/drawingml/2006/main">
              <a:ext uri="{FF2B5EF4-FFF2-40B4-BE49-F238E27FC236}">
                <a16:creationId xmlns:a16="http://schemas.microsoft.com/office/drawing/2014/main" id="{C9F66760-CA8D-4A2A-ADF6-B40F7A202C17}"/>
              </a:ext>
            </a:extLst>
          </p:cNvPr>
          <p:cNvSpPr>
            <a:spLocks xmlns:a="http://schemas.openxmlformats.org/drawingml/2006/main" noGrp="1"/>
          </p:cNvSpPr>
          <p:nvPr/>
        </p:nvSpPr>
        <p:spPr>
          <a:xfrm xmlns:a="http://schemas.openxmlformats.org/drawingml/2006/main">
            <a:off x="0" y="4953896"/>
            <a:ext cx="12192000" cy="1904104"/>
          </a:xfrm>
          <a:prstGeom xmlns:a="http://schemas.openxmlformats.org/drawingml/2006/main" prst="rect">
            <a:avLst/>
          </a:prstGeom>
          <a:solidFill xmlns:a="http://schemas.openxmlformats.org/drawingml/2006/main">
            <a:srgbClr val="C00000">
              <a:alpha val="90000"/>
            </a:srgbClr>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8" name="Rectangle 7">
            <a:extLst xmlns:a="http://schemas.openxmlformats.org/drawingml/2006/main">
              <a:ext uri="{FF2B5EF4-FFF2-40B4-BE49-F238E27FC236}">
                <a16:creationId xmlns:a16="http://schemas.microsoft.com/office/drawing/2014/main" id="{3C4BEED9-3C9D-4C17-A1D0-BAB36CE6BA63}"/>
              </a:ext>
            </a:extLst>
          </p:cNvPr>
          <p:cNvSpPr>
            <a:spLocks xmlns:a="http://schemas.openxmlformats.org/drawingml/2006/main" noGrp="1"/>
          </p:cNvSpPr>
          <p:nvPr/>
        </p:nvSpPr>
        <p:spPr>
          <a:xfrm xmlns:a="http://schemas.openxmlformats.org/drawingml/2006/main">
            <a:off x="0" y="0"/>
            <a:ext cx="12192000" cy="1904104"/>
          </a:xfrm>
          <a:prstGeom xmlns:a="http://schemas.openxmlformats.org/drawingml/2006/main" prst="rect">
            <a:avLst/>
          </a:prstGeom>
          <a:solidFill xmlns:a="http://schemas.openxmlformats.org/drawingml/2006/main">
            <a:srgbClr val="C00000">
              <a:alpha val="90000"/>
            </a:srgbClr>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pic>
        <p:nvPicPr>
          <p:cNvPr id="10" name="Picture 9">
            <a:extLst xmlns:a="http://schemas.openxmlformats.org/drawingml/2006/main">
              <a:ext uri="{FF2B5EF4-FFF2-40B4-BE49-F238E27FC236}">
                <a16:creationId xmlns:a16="http://schemas.microsoft.com/office/drawing/2014/main" id="{9413A21B-5F48-4739-A989-08C305AFDAE7}"/>
              </a:ext>
            </a:extLst>
          </p:cNvPr>
          <p:cNvPicPr>
            <a:picLocks xmlns:a="http://schemas.openxmlformats.org/drawingml/2006/main" noChangeAspect="1"/>
          </p:cNvPicPr>
          <p:nvPr/>
        </p:nvPicPr>
        <p:blipFill>
          <a:blip xmlns:r="http://schemas.openxmlformats.org/officeDocument/2006/relationships" xmlns:a="http://schemas.openxmlformats.org/drawingml/2006/main" r:embed="R41766d899fac441f"/>
          <a:stretch xmlns:a="http://schemas.openxmlformats.org/drawingml/2006/main">
            <a:fillRect l="0" t="0" r="0" b="0"/>
          </a:stretch>
        </p:blipFill>
        <p:spPr>
          <a:xfrm xmlns:a="http://schemas.openxmlformats.org/drawingml/2006/main">
            <a:off x="3415774" y="5343477"/>
            <a:ext cx="5350017" cy="1114697"/>
          </a:xfrm>
          <a:prstGeom xmlns:a="http://schemas.openxmlformats.org/drawingml/2006/main" prst="rect">
            <a:avLst/>
          </a:prstGeom>
        </p:spPr>
      </p:pic>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ba3dc6cc4204116" /><Relationship Type="http://schemas.openxmlformats.org/officeDocument/2006/relationships/slideLayout" Target="/ppt/slideLayouts/slideLayout1.xml" Id="Rb1c23ce6a81d40e9" /><Relationship Type="http://schemas.openxmlformats.org/officeDocument/2006/relationships/slideLayout" Target="/ppt/slideLayouts/slideLayout2.xml" Id="R09d8ba373c3e45bd" /><Relationship Type="http://schemas.openxmlformats.org/officeDocument/2006/relationships/slideLayout" Target="/ppt/slideLayouts/slideLayout3.xml" Id="R9af6579c39384170" /><Relationship Type="http://schemas.openxmlformats.org/officeDocument/2006/relationships/slideLayout" Target="/ppt/slideLayouts/slideLayout4.xml" Id="R63694104d5a84758" /><Relationship Type="http://schemas.openxmlformats.org/officeDocument/2006/relationships/slideLayout" Target="/ppt/slideLayouts/slideLayout5.xml" Id="R8f33e4df77164832"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Title Placeholder 1">
            <a:extLst xmlns:a="http://schemas.openxmlformats.org/drawingml/2006/main">
              <a:ext uri="{FF2B5EF4-FFF2-40B4-BE49-F238E27FC236}">
                <a16:creationId xmlns:a16="http://schemas.microsoft.com/office/drawing/2014/main" id="{B611370E-72F6-4FE0-898C-44ED50D95119}"/>
              </a:ext>
            </a:extLst>
          </p:cNvPr>
          <p:cNvSpPr>
            <a:spLocks xmlns:a="http://schemas.openxmlformats.org/drawingml/2006/main" noGrp="1"/>
          </p:cNvSpPr>
          <p:nvPr>
            <p:ph type="title" idx="0"/>
          </p:nvPr>
        </p:nvSpPr>
        <p:spPr>
          <a:xfrm xmlns:a="http://schemas.openxmlformats.org/drawingml/2006/main">
            <a:off x="838200" y="365125"/>
            <a:ext cx="10515600" cy="1325563"/>
          </a:xfrm>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p xmlns:a="http://schemas.openxmlformats.org/drawingml/2006/main">
            <a:r>
              <a:t>Click to edit Master title style</a:t>
            </a:r>
            <a:endParaRPr/>
          </a:p>
        </p:txBody>
      </p:sp>
      <p:sp>
        <p:nvSpPr>
          <p:cNvPr id="3" name="Text Placeholder 2">
            <a:extLst xmlns:a="http://schemas.openxmlformats.org/drawingml/2006/main">
              <a:ext uri="{FF2B5EF4-FFF2-40B4-BE49-F238E27FC236}">
                <a16:creationId xmlns:a16="http://schemas.microsoft.com/office/drawing/2014/main" id="{38390320-C306-4952-BAB1-7AC0B1E6FDCE}"/>
              </a:ext>
            </a:extLst>
          </p:cNvPr>
          <p:cNvSpPr>
            <a:spLocks xmlns:a="http://schemas.openxmlformats.org/drawingml/2006/main" noGrp="1"/>
          </p:cNvSpPr>
          <p:nvPr>
            <p:ph type="body" idx="1"/>
          </p:nvPr>
        </p:nvSpPr>
        <p:spPr>
          <a:xfrm xmlns:a="http://schemas.openxmlformats.org/drawingml/2006/main">
            <a:off x="838200" y="1825625"/>
            <a:ext cx="10515600" cy="4351338"/>
          </a:xfrm>
          <a:prstGeom xmlns:a="http://schemas.openxmlformats.org/drawingml/2006/main" prst="rect">
            <a:avLst/>
          </a:prstGeom>
        </p:spPr>
        <p:txBody>
          <a:bodyPr xmlns:a="http://schemas.openxmlformats.org/drawingml/2006/main" vert="horz" lIns="91440" tIns="45720" rIns="91440" bIns="45720">
            <a:normAutofit/>
          </a:bodyPr>
          <a:lstStyle xmlns:a="http://schemas.openxmlformats.org/drawingml/2006/main"/>
          <a:p xmlns:a="http://schemas.openxmlformats.org/drawingml/2006/main">
            <a:pPr lvl="0">
              <a:buNone/>
            </a:pPr>
            <a:r>
              <a:t>Click to edit Master text styles</a:t>
            </a:r>
            <a:endParaRPr/>
          </a:p>
          <a:p xmlns:a="http://schemas.openxmlformats.org/drawingml/2006/main">
            <a:pPr lvl="1">
              <a:buNone/>
            </a:pPr>
            <a:r>
              <a:t>Second level</a:t>
            </a:r>
            <a:endParaRPr/>
          </a:p>
          <a:p xmlns:a="http://schemas.openxmlformats.org/drawingml/2006/main">
            <a:pPr lvl="2">
              <a:buNone/>
            </a:pPr>
            <a:r>
              <a:t>Third level</a:t>
            </a:r>
            <a:endParaRPr/>
          </a:p>
          <a:p xmlns:a="http://schemas.openxmlformats.org/drawingml/2006/main">
            <a:pPr lvl="3">
              <a:buNone/>
            </a:pPr>
            <a:r>
              <a:t>Fourth level</a:t>
            </a:r>
            <a:endParaRP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BE7AAA27-BA54-4CE3-B78E-6A08B5723841}"/>
              </a:ext>
            </a:extLst>
          </p:cNvPr>
          <p:cNvSpPr>
            <a:spLocks xmlns:a="http://schemas.openxmlformats.org/drawingml/2006/main" noGrp="1"/>
          </p:cNvSpPr>
          <p:nvPr>
            <p:ph type="dt" idx="2"/>
          </p:nvPr>
        </p:nvSpPr>
        <p:spPr>
          <a:xfrm xmlns:a="http://schemas.openxmlformats.org/drawingml/2006/main">
            <a:off x="9788769" y="6356350"/>
            <a:ext cx="1019908"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l">
              <a:buNone/>
              <a:defRPr sz="1200">
                <a:solidFill>
                  <a:schemeClr val="tx1">
                    <a:tint val="75000"/>
                  </a:schemeClr>
                </a:solidFill>
              </a:defRPr>
            </a:lvl1pPr>
          </a:lstStyle>
          <a:p xmlns:a="http://schemas.openxmlformats.org/drawingml/2006/main">
            <a:endParaRPr/>
          </a:p>
        </p:txBody>
      </p:sp>
      <p:sp>
        <p:nvSpPr>
          <p:cNvPr id="5" name="Footer Placeholder 4">
            <a:extLst xmlns:a="http://schemas.openxmlformats.org/drawingml/2006/main">
              <a:ext uri="{FF2B5EF4-FFF2-40B4-BE49-F238E27FC236}">
                <a16:creationId xmlns:a16="http://schemas.microsoft.com/office/drawing/2014/main" id="{44CCE7E1-9859-4BD6-A8C9-CB3042997FCF}"/>
              </a:ext>
            </a:extLst>
          </p:cNvPr>
          <p:cNvSpPr>
            <a:spLocks xmlns:a="http://schemas.openxmlformats.org/drawingml/2006/main" noGrp="1"/>
          </p:cNvSpPr>
          <p:nvPr>
            <p:ph type="ftr" idx="3"/>
          </p:nvPr>
        </p:nvSpPr>
        <p:spPr>
          <a:xfrm xmlns:a="http://schemas.openxmlformats.org/drawingml/2006/main">
            <a:off x="8710245" y="6356350"/>
            <a:ext cx="978877"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ctr">
              <a:buNone/>
              <a:defRPr sz="1200">
                <a:solidFill>
                  <a:schemeClr val="tx1">
                    <a:tint val="75000"/>
                  </a:schemeClr>
                </a:solidFill>
              </a:defRPr>
            </a:lvl1pPr>
          </a:lstStyle>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16C59642-3CD4-42ED-A83C-A13B2F2E0815}"/>
              </a:ext>
            </a:extLst>
          </p:cNvPr>
          <p:cNvSpPr>
            <a:spLocks xmlns:a="http://schemas.openxmlformats.org/drawingml/2006/main" noGrp="1"/>
          </p:cNvSpPr>
          <p:nvPr>
            <p:ph type="sldNum" idx="4"/>
          </p:nvPr>
        </p:nvSpPr>
        <p:spPr>
          <a:xfrm xmlns:a="http://schemas.openxmlformats.org/drawingml/2006/main">
            <a:off x="10832122" y="6356350"/>
            <a:ext cx="521677"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r">
              <a:buNone/>
              <a:defRPr sz="1200">
                <a:solidFill>
                  <a:schemeClr val="tx1">
                    <a:tint val="75000"/>
                  </a:schemeClr>
                </a:solidFill>
              </a:defRPr>
            </a:lvl1pPr>
          </a:lstStyle>
          <a:p xmlns:a="http://schemas.openxmlformats.org/drawingml/2006/main">
            <a:endParaRPr/>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1c23ce6a81d40e9"/>
    <p:sldLayoutId xmlns:r="http://schemas.openxmlformats.org/officeDocument/2006/relationships" id="2147483650" r:id="R09d8ba373c3e45bd"/>
    <p:sldLayoutId xmlns:r="http://schemas.openxmlformats.org/officeDocument/2006/relationships" id="2147483651" r:id="R9af6579c39384170"/>
    <p:sldLayoutId xmlns:r="http://schemas.openxmlformats.org/officeDocument/2006/relationships" id="2147483652" r:id="R63694104d5a84758"/>
    <p:sldLayoutId xmlns:r="http://schemas.openxmlformats.org/officeDocument/2006/relationships" id="2147483653" r:id="R8f33e4df77164832"/>
  </p:sldLayoutIdLst>
  <p:txStyles>
    <p:titleStyle>
      <a:lvl1pPr xmlns:a="http://schemas.openxmlformats.org/drawingml/2006/main" algn="l" defTabSz="914400">
        <a:lnSpc>
          <a:spcPct val="90000"/>
        </a:lnSpc>
        <a:spcBef>
          <a:spcPct val="0"/>
        </a:spcBef>
        <a:buNone/>
        <a:defRPr sz="4400" kern="1200">
          <a:solidFill>
            <a:schemeClr val="accent1"/>
          </a:solidFill>
          <a:latin typeface="+mj-ea"/>
          <a:ea typeface="+mj-ea"/>
          <a:cs typeface="+mj-ea"/>
        </a:defRPr>
      </a:lvl1pPr>
    </p:titleStyle>
    <p:bodyStyle>
      <a:lvl1pPr xmlns:a="http://schemas.openxmlformats.org/drawingml/2006/main" marL="228600" indent="-228600" algn="l" defTabSz="914400">
        <a:lnSpc>
          <a:spcPct val="120000"/>
        </a:lnSpc>
        <a:spcBef>
          <a:spcPts val="1000"/>
        </a:spcBef>
        <a:buFont typeface="Arial"/>
        <a:buChar char="•"/>
        <a:defRPr sz="2800" kern="1200">
          <a:solidFill>
            <a:schemeClr val="tx2"/>
          </a:solidFill>
          <a:latin typeface="+mj-ea"/>
          <a:ea typeface="+mj-ea"/>
          <a:cs typeface="+mj-ea"/>
        </a:defRPr>
      </a:lvl1pPr>
      <a:lvl2pPr xmlns:a="http://schemas.openxmlformats.org/drawingml/2006/main" marL="685800" indent="-228600" algn="l" defTabSz="914400">
        <a:lnSpc>
          <a:spcPct val="120000"/>
        </a:lnSpc>
        <a:spcBef>
          <a:spcPts val="500"/>
        </a:spcBef>
        <a:buFont typeface="Arial"/>
        <a:buChar char="•"/>
        <a:defRPr sz="2400" kern="1200">
          <a:solidFill>
            <a:schemeClr val="tx2"/>
          </a:solidFill>
          <a:latin typeface="+mj-ea"/>
          <a:ea typeface="+mj-ea"/>
          <a:cs typeface="+mj-ea"/>
        </a:defRPr>
      </a:lvl2pPr>
      <a:lvl3pPr xmlns:a="http://schemas.openxmlformats.org/drawingml/2006/main" marL="1143000" indent="-228600" algn="l" defTabSz="914400">
        <a:lnSpc>
          <a:spcPct val="120000"/>
        </a:lnSpc>
        <a:spcBef>
          <a:spcPts val="500"/>
        </a:spcBef>
        <a:buFont typeface="Arial"/>
        <a:buChar char="•"/>
        <a:defRPr sz="2000" kern="1200">
          <a:solidFill>
            <a:schemeClr val="tx2"/>
          </a:solidFill>
          <a:latin typeface="+mj-ea"/>
          <a:ea typeface="+mj-ea"/>
          <a:cs typeface="+mj-ea"/>
        </a:defRPr>
      </a:lvl3pPr>
      <a:lvl4pPr xmlns:a="http://schemas.openxmlformats.org/drawingml/2006/main" marL="1600200" indent="-228600" algn="l" defTabSz="914400">
        <a:lnSpc>
          <a:spcPct val="120000"/>
        </a:lnSpc>
        <a:spcBef>
          <a:spcPts val="500"/>
        </a:spcBef>
        <a:buFont typeface="Arial"/>
        <a:buChar char="•"/>
        <a:defRPr sz="1800" kern="1200">
          <a:solidFill>
            <a:schemeClr val="tx2"/>
          </a:solidFill>
          <a:latin typeface="+mj-ea"/>
          <a:ea typeface="+mj-ea"/>
          <a:cs typeface="+mj-ea"/>
        </a:defRPr>
      </a:lvl4pPr>
      <a:lvl5pPr xmlns:a="http://schemas.openxmlformats.org/drawingml/2006/main" marL="2057400" indent="-228600" algn="l" defTabSz="914400">
        <a:lnSpc>
          <a:spcPct val="120000"/>
        </a:lnSpc>
        <a:spcBef>
          <a:spcPts val="500"/>
        </a:spcBef>
        <a:buFont typeface="Arial"/>
        <a:buChar char="•"/>
        <a:defRPr sz="1800" kern="1200">
          <a:solidFill>
            <a:schemeClr val="tx2"/>
          </a:solidFill>
          <a:latin typeface="+mj-ea"/>
          <a:ea typeface="+mj-ea"/>
          <a:cs typeface="+mj-ea"/>
        </a:defRPr>
      </a:lvl5pPr>
      <a:lvl6pPr xmlns:a="http://schemas.openxmlformats.org/drawingml/2006/main"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xmlns:a="http://schemas.openxmlformats.org/drawingml/2006/main"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xmlns:a="http://schemas.openxmlformats.org/drawingml/2006/main"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xmlns:a="http://schemas.openxmlformats.org/drawingml/2006/main" marL="3886200" indent="-228600" algn="l" defTabSz="914400">
        <a:lnSpc>
          <a:spcPct val="90000"/>
        </a:lnSpc>
        <a:spcBef>
          <a:spcPts val="500"/>
        </a:spcBef>
        <a:buFont typeface="Arial"/>
        <a:buChar char="•"/>
        <a:defRPr sz="18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ACEM">
      <a:dk1>
        <a:sysClr val="windowText" lastClr="000000"/>
      </a:dk1>
      <a:lt1>
        <a:sysClr val="window" lastClr="FFFFFF"/>
      </a:lt1>
      <a:dk2>
        <a:srgbClr val="575757"/>
      </a:dk2>
      <a:lt2>
        <a:srgbClr val="D6C4A6"/>
      </a:lt2>
      <a:accent1>
        <a:srgbClr val="B81C22"/>
      </a:accent1>
      <a:accent2>
        <a:srgbClr val="D55816"/>
      </a:accent2>
      <a:accent3>
        <a:srgbClr val="B88C50"/>
      </a:accent3>
      <a:accent4>
        <a:srgbClr val="A89A7C"/>
      </a:accent4>
      <a:accent5>
        <a:srgbClr val="7F5F52"/>
      </a:accent5>
      <a:accent6>
        <a:srgbClr val="254865"/>
      </a:accent6>
      <a:hlink>
        <a:srgbClr val="6B9F25"/>
      </a:hlink>
      <a:folHlink>
        <a:srgbClr val="E5C243"/>
      </a:folHlink>
    </a:clrScheme>
    <a:fontScheme name="ACEM office">
      <a:majorFont>
        <a:latin typeface="Arial Black"/>
        <a:ea typeface="Microsoft YaHei"/>
        <a:cs typeface=""/>
      </a:majorFont>
      <a:minorFont>
        <a:latin typeface="Arial"/>
        <a:ea typeface="Microsoft YaHei Light"/>
        <a:cs typeface=""/>
      </a:minorFont>
    </a:fontScheme>
    <a:fmtScheme name="ACEM">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b12b800eb8164b13" /><Relationship Type="http://schemas.openxmlformats.org/officeDocument/2006/relationships/notesSlide" Target="/ppt/notesSlides/notesSlide1.xml" Id="R0a89ee563b734ddf" /></Relationships>
</file>

<file path=ppt/slides/_rels/slide2.xml.rels>&#65279;<?xml version="1.0" encoding="utf-8"?><Relationships xmlns="http://schemas.openxmlformats.org/package/2006/relationships"><Relationship Type="http://schemas.openxmlformats.org/officeDocument/2006/relationships/slideLayout" Target="/ppt/slideLayouts/slideLayout3.xml" Id="R4c627a06dc084c33" /><Relationship Type="http://schemas.openxmlformats.org/officeDocument/2006/relationships/notesSlide" Target="/ppt/notesSlides/notesSlide2.xml" Id="Re3031314860648c7" /></Relationships>
</file>

<file path=ppt/slides/_rels/slide3.xml.rels>&#65279;<?xml version="1.0" encoding="utf-8"?><Relationships xmlns="http://schemas.openxmlformats.org/package/2006/relationships"><Relationship Type="http://schemas.openxmlformats.org/officeDocument/2006/relationships/slideLayout" Target="/ppt/slideLayouts/slideLayout3.xml" Id="R3313ef21d7cc408f" /><Relationship Type="http://schemas.openxmlformats.org/officeDocument/2006/relationships/notesSlide" Target="/ppt/notesSlides/notesSlide3.xml" Id="Rb276661c597a4970" /></Relationships>
</file>

<file path=ppt/slides/_rels/slide4.xml.rels>&#65279;<?xml version="1.0" encoding="utf-8"?><Relationships xmlns="http://schemas.openxmlformats.org/package/2006/relationships"><Relationship Type="http://schemas.openxmlformats.org/officeDocument/2006/relationships/slideLayout" Target="/ppt/slideLayouts/slideLayout3.xml" Id="R52eeb81a47b64944" /><Relationship Type="http://schemas.openxmlformats.org/officeDocument/2006/relationships/notesSlide" Target="/ppt/notesSlides/notesSlide4.xml" Id="Rba9228bd30c045a2" /></Relationships>
</file>

<file path=ppt/slides/_rels/slide5.xml.rels>&#65279;<?xml version="1.0" encoding="utf-8"?><Relationships xmlns="http://schemas.openxmlformats.org/package/2006/relationships"><Relationship Type="http://schemas.openxmlformats.org/officeDocument/2006/relationships/slideLayout" Target="/ppt/slideLayouts/slideLayout3.xml" Id="R3e96408837bc47b3" /><Relationship Type="http://schemas.openxmlformats.org/officeDocument/2006/relationships/notesSlide" Target="/ppt/notesSlides/notesSlide5.xml" Id="Reffbcf0172b74d9c" /></Relationships>
</file>

<file path=ppt/slides/_rels/slide6.xml.rels>&#65279;<?xml version="1.0" encoding="utf-8"?><Relationships xmlns="http://schemas.openxmlformats.org/package/2006/relationships"><Relationship Type="http://schemas.openxmlformats.org/officeDocument/2006/relationships/slideLayout" Target="/ppt/slideLayouts/slideLayout3.xml" Id="R70ec9fb794ff41fc" /><Relationship Type="http://schemas.openxmlformats.org/officeDocument/2006/relationships/notesSlide" Target="/ppt/notesSlides/notesSlide6.xml" Id="Rc1656a9bd8fb4761" /></Relationships>
</file>

<file path=ppt/slides/_rels/slide7.xml.rels>&#65279;<?xml version="1.0" encoding="utf-8"?><Relationships xmlns="http://schemas.openxmlformats.org/package/2006/relationships"><Relationship Type="http://schemas.openxmlformats.org/officeDocument/2006/relationships/slideLayout" Target="/ppt/slideLayouts/slideLayout3.xml" Id="Rd1472d89a9084dc7" /><Relationship Type="http://schemas.openxmlformats.org/officeDocument/2006/relationships/notesSlide" Target="/ppt/notesSlides/notesSlide7.xml" Id="Rf95d2f3618304500" /></Relationships>
</file>

<file path=ppt/slides/_rels/slide8.xml.rels>&#65279;<?xml version="1.0" encoding="utf-8"?><Relationships xmlns="http://schemas.openxmlformats.org/package/2006/relationships"><Relationship Type="http://schemas.openxmlformats.org/officeDocument/2006/relationships/slideLayout" Target="/ppt/slideLayouts/slideLayout3.xml" Id="Ra3c60a1d7b5843ef" /><Relationship Type="http://schemas.openxmlformats.org/officeDocument/2006/relationships/notesSlide" Target="/ppt/notesSlides/notesSlide8.xml" Id="R4337fabd3a564cca" /></Relationships>
</file>

<file path=ppt/slides/_rels/slide9.xml.rels>&#65279;<?xml version="1.0" encoding="utf-8"?><Relationships xmlns="http://schemas.openxmlformats.org/package/2006/relationships"><Relationship Type="http://schemas.openxmlformats.org/officeDocument/2006/relationships/slideLayout" Target="/ppt/slideLayouts/slideLayout3.xml" Id="Ra4d7bf8f8d594b17" /><Relationship Type="http://schemas.openxmlformats.org/officeDocument/2006/relationships/notesSlide" Target="/ppt/notesSlides/notesSlide9.xml" Id="R422aa98f1104459f" /></Relationships>
</file>

<file path=ppt/slides/_rels/slide10.xml.rels>&#65279;<?xml version="1.0" encoding="utf-8"?><Relationships xmlns="http://schemas.openxmlformats.org/package/2006/relationships"><Relationship Type="http://schemas.openxmlformats.org/officeDocument/2006/relationships/slideLayout" Target="/ppt/slideLayouts/slideLayout3.xml" Id="R5d14db3dd67d4f58" /><Relationship Type="http://schemas.openxmlformats.org/officeDocument/2006/relationships/notesSlide" Target="/ppt/notesSlides/notesSlide10.xml" Id="R7106a4b6a08e44db" /></Relationships>
</file>

<file path=ppt/slides/_rels/slide11.xml.rels>&#65279;<?xml version="1.0" encoding="utf-8"?><Relationships xmlns="http://schemas.openxmlformats.org/package/2006/relationships"><Relationship Type="http://schemas.openxmlformats.org/officeDocument/2006/relationships/slideLayout" Target="/ppt/slideLayouts/slideLayout3.xml" Id="R233e00f4a5c247fb" /><Relationship Type="http://schemas.openxmlformats.org/officeDocument/2006/relationships/notesSlide" Target="/ppt/notesSlides/notesSlide11.xml" Id="R0fd1915f6ced4e08" /></Relationships>
</file>

<file path=ppt/slides/_rels/slide12.xml.rels>&#65279;<?xml version="1.0" encoding="utf-8"?><Relationships xmlns="http://schemas.openxmlformats.org/package/2006/relationships"><Relationship Type="http://schemas.openxmlformats.org/officeDocument/2006/relationships/slideLayout" Target="/ppt/slideLayouts/slideLayout3.xml" Id="Rbb5ca20d857d4462" /><Relationship Type="http://schemas.openxmlformats.org/officeDocument/2006/relationships/notesSlide" Target="/ppt/notesSlides/notesSlide12.xml" Id="R31cf2e0a6b534536" /></Relationships>
</file>

<file path=ppt/slides/_rels/slide13.xml.rels>&#65279;<?xml version="1.0" encoding="utf-8"?><Relationships xmlns="http://schemas.openxmlformats.org/package/2006/relationships"><Relationship Type="http://schemas.openxmlformats.org/officeDocument/2006/relationships/slideLayout" Target="/ppt/slideLayouts/slideLayout3.xml" Id="R6c57597521aa41f6" /><Relationship Type="http://schemas.openxmlformats.org/officeDocument/2006/relationships/notesSlide" Target="/ppt/notesSlides/notesSlide13.xml" Id="R960f1683d04f4257" /></Relationships>
</file>

<file path=ppt/slides/_rels/slide14.xml.rels>&#65279;<?xml version="1.0" encoding="utf-8"?><Relationships xmlns="http://schemas.openxmlformats.org/package/2006/relationships"><Relationship Type="http://schemas.openxmlformats.org/officeDocument/2006/relationships/slideLayout" Target="/ppt/slideLayouts/slideLayout3.xml" Id="R3ab6dfa30ab64f17" /><Relationship Type="http://schemas.openxmlformats.org/officeDocument/2006/relationships/hyperlink" Target="https://arxiv.org/abs/2506.23719v1" TargetMode="External" Id="R194f95d25937493c" /><Relationship Type="http://schemas.openxmlformats.org/officeDocument/2006/relationships/hyperlink" Target="https://en.oceanbase.com/blog/24781555459" TargetMode="External" Id="R7df4f87a83404c40" /><Relationship Type="http://schemas.openxmlformats.org/officeDocument/2006/relationships/hyperlink" Target="https://arxiv.org/abs/2509.21825v4" TargetMode="External" Id="R9a3bae6be4cd4caa" /><Relationship Type="http://schemas.openxmlformats.org/officeDocument/2006/relationships/hyperlink" Target="https://huggingface.co/blog/nvidia/nemo-agent-toolkit-data-explorer-dabstep-1st-place" TargetMode="External" Id="Rfdf2f0a707924b83" /><Relationship Type="http://schemas.openxmlformats.org/officeDocument/2006/relationships/hyperlink" Target="https://arxiv.org/abs/2503.13657v3" TargetMode="External" Id="R85903bc1668c4a3c" /><Relationship Type="http://schemas.openxmlformats.org/officeDocument/2006/relationships/hyperlink" Target="https://arxiv.org/abs/2509.25140v2" TargetMode="External" Id="R29b99ee65ddd4cc5" /><Relationship Type="http://schemas.openxmlformats.org/officeDocument/2006/relationships/hyperlink" Target="https://haoran-ding.github.io/assets/pdf/sqldriller.pdf" TargetMode="External" Id="R3d214a178c774444" /><Relationship Type="http://schemas.openxmlformats.org/officeDocument/2006/relationships/hyperlink" Target="https://aclanthology.org/2025.findings-emnlp.156/" TargetMode="External" Id="R2433f431827d471f" /><Relationship Type="http://schemas.openxmlformats.org/officeDocument/2006/relationships/hyperlink" Target="https://arxiv.org/abs/2608.09254v1" TargetMode="External" Id="Rb99cfa8b0e6c4424" /><Relationship Type="http://schemas.openxmlformats.org/officeDocument/2006/relationships/hyperlink" Target="https://github.com/ZhouJiaJun2333/FinHelm" TargetMode="External" Id="R85a25190c9d04f93" /><Relationship Type="http://schemas.openxmlformats.org/officeDocument/2006/relationships/hyperlink" Target="https://arxiv.org/abs/2512.08296v3" TargetMode="External" Id="R481f1dd5b1a34630" /><Relationship Type="http://schemas.openxmlformats.org/officeDocument/2006/relationships/hyperlink" Target="https://arxiv.org/abs/2601.12307v1" TargetMode="External" Id="R7050ef42b2f04821" /><Relationship Type="http://schemas.openxmlformats.org/officeDocument/2006/relationships/notesSlide" Target="/ppt/notesSlides/notesSlide14.xml" Id="R99a1ca98487f47f5" /></Relationships>
</file>

<file path=ppt/slides/_rels/slide15.xml.rels>&#65279;<?xml version="1.0" encoding="utf-8"?><Relationships xmlns="http://schemas.openxmlformats.org/package/2006/relationships"><Relationship Type="http://schemas.openxmlformats.org/officeDocument/2006/relationships/slideLayout" Target="/ppt/slideLayouts/slideLayout3.xml" Id="R323b01709aa84ce0" /><Relationship Type="http://schemas.openxmlformats.org/officeDocument/2006/relationships/notesSlide" Target="/ppt/notesSlides/notesSlide15.xml" Id="R258346a13d5a474c" /></Relationships>
</file>

<file path=ppt/slides/_rels/slide16.xml.rels>&#65279;<?xml version="1.0" encoding="utf-8"?><Relationships xmlns="http://schemas.openxmlformats.org/package/2006/relationships"><Relationship Type="http://schemas.openxmlformats.org/officeDocument/2006/relationships/slideLayout" Target="/ppt/slideLayouts/slideLayout3.xml" Id="Re087dba8b09d4e5d" /><Relationship Type="http://schemas.openxmlformats.org/officeDocument/2006/relationships/notesSlide" Target="/ppt/notesSlides/notesSlide16.xml" Id="Rf0f16fb0a13143e7" /></Relationships>
</file>

<file path=ppt/slides/_rels/slide17.xml.rels>&#65279;<?xml version="1.0" encoding="utf-8"?><Relationships xmlns="http://schemas.openxmlformats.org/package/2006/relationships"><Relationship Type="http://schemas.openxmlformats.org/officeDocument/2006/relationships/slideLayout" Target="/ppt/slideLayouts/slideLayout3.xml" Id="Rbbfcafb25f6846bb" /><Relationship Type="http://schemas.openxmlformats.org/officeDocument/2006/relationships/notesSlide" Target="/ppt/notesSlides/notesSlide17.xml" Id="R53b6526ee84d4538" /></Relationships>
</file>

<file path=ppt/slides/_rels/slide18.xml.rels>&#65279;<?xml version="1.0" encoding="utf-8"?><Relationships xmlns="http://schemas.openxmlformats.org/package/2006/relationships"><Relationship Type="http://schemas.openxmlformats.org/officeDocument/2006/relationships/slideLayout" Target="/ppt/slideLayouts/slideLayout3.xml" Id="R252633428bc742e0" /><Relationship Type="http://schemas.openxmlformats.org/officeDocument/2006/relationships/notesSlide" Target="/ppt/notesSlides/notesSlide18.xml" Id="Rfd34f629bc7b4afa"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6" name="research-title">
            <a:extLst xmlns:a="http://schemas.openxmlformats.org/drawingml/2006/main">
              <a:ext uri="{FF2B5EF4-FFF2-40B4-BE49-F238E27FC236}">
                <a16:creationId xmlns:a16="http://schemas.microsoft.com/office/drawing/2014/main" id="{FECF22BE-BC8E-4A3A-88D5-B762173AC273}"/>
              </a:ext>
            </a:extLst>
          </p:cNvPr>
          <p:cNvSpPr>
            <a:spLocks xmlns:a="http://schemas.openxmlformats.org/drawingml/2006/main" noGrp="1"/>
          </p:cNvSpPr>
          <p:nvPr/>
        </p:nvSpPr>
        <p:spPr>
          <a:xfrm xmlns:a="http://schemas.openxmlformats.org/drawingml/2006/main">
            <a:off x="495300" y="4019550"/>
            <a:ext cx="6000750" cy="1362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550" b="1">
                <a:solidFill>
                  <a:srgbClr val="FFFFFF"/>
                </a:solidFill>
                <a:latin typeface="Microsoft YaHei"/>
                <a:ea typeface="Microsoft YaHei"/>
                <a:cs typeface="Microsoft YaHei"/>
              </a:defRPr>
            </a:defPPr>
            <a:lvl1pPr>
              <a:defRPr sz="2550" b="1">
                <a:solidFill>
                  <a:srgbClr val="FFFFFF"/>
                </a:solidFill>
                <a:latin typeface="Microsoft YaHei"/>
                <a:ea typeface="Microsoft YaHei"/>
                <a:cs typeface="Microsoft YaHei"/>
              </a:defRPr>
            </a:lvl1pPr>
            <a:lvl2pPr>
              <a:defRPr sz="2550" b="1">
                <a:solidFill>
                  <a:srgbClr val="FFFFFF"/>
                </a:solidFill>
                <a:latin typeface="Microsoft YaHei"/>
                <a:ea typeface="Microsoft YaHei"/>
                <a:cs typeface="Microsoft YaHei"/>
              </a:defRPr>
            </a:lvl2pPr>
            <a:lvl3pPr>
              <a:defRPr sz="2550" b="1">
                <a:solidFill>
                  <a:srgbClr val="FFFFFF"/>
                </a:solidFill>
                <a:latin typeface="Microsoft YaHei"/>
                <a:ea typeface="Microsoft YaHei"/>
                <a:cs typeface="Microsoft YaHei"/>
              </a:defRPr>
            </a:lvl3pPr>
            <a:lvl4pPr>
              <a:defRPr sz="2550" b="1">
                <a:solidFill>
                  <a:srgbClr val="FFFFFF"/>
                </a:solidFill>
                <a:latin typeface="Microsoft YaHei"/>
                <a:ea typeface="Microsoft YaHei"/>
                <a:cs typeface="Microsoft YaHei"/>
              </a:defRPr>
            </a:lvl4pPr>
            <a:lvl5pPr>
              <a:defRPr sz="2550" b="1">
                <a:solidFill>
                  <a:srgbClr val="FFFFFF"/>
                </a:solidFill>
                <a:latin typeface="Microsoft YaHei"/>
                <a:ea typeface="Microsoft YaHei"/>
                <a:cs typeface="Microsoft YaHei"/>
              </a:defRPr>
            </a:lvl5pPr>
            <a:lvl6pPr>
              <a:defRPr sz="2550" b="1">
                <a:solidFill>
                  <a:srgbClr val="FFFFFF"/>
                </a:solidFill>
                <a:latin typeface="Microsoft YaHei"/>
                <a:ea typeface="Microsoft YaHei"/>
                <a:cs typeface="Microsoft YaHei"/>
              </a:defRPr>
            </a:lvl6pPr>
            <a:lvl7pPr>
              <a:defRPr sz="2550" b="1">
                <a:solidFill>
                  <a:srgbClr val="FFFFFF"/>
                </a:solidFill>
                <a:latin typeface="Microsoft YaHei"/>
                <a:ea typeface="Microsoft YaHei"/>
                <a:cs typeface="Microsoft YaHei"/>
              </a:defRPr>
            </a:lvl7pPr>
            <a:lvl8pPr>
              <a:defRPr sz="2550" b="1">
                <a:solidFill>
                  <a:srgbClr val="FFFFFF"/>
                </a:solidFill>
                <a:latin typeface="Microsoft YaHei"/>
                <a:ea typeface="Microsoft YaHei"/>
                <a:cs typeface="Microsoft YaHei"/>
              </a:defRPr>
            </a:lvl8pPr>
            <a:lvl9pPr>
              <a:defRPr sz="2550" b="1">
                <a:solidFill>
                  <a:srgbClr val="FFFFFF"/>
                </a:solidFill>
                <a:latin typeface="Microsoft YaHei"/>
                <a:ea typeface="Microsoft YaHei"/>
                <a:cs typeface="Microsoft YaHei"/>
              </a:defRPr>
            </a:lvl9pPr>
          </a:lstStyle>
          <a:p xmlns:a="http://schemas.openxmlformats.org/drawingml/2006/main">
            <a:pPr>
              <a:defRPr sz="2550" b="1">
                <a:solidFill>
                  <a:srgbClr val="FFFFFF"/>
                </a:solidFill>
                <a:latin typeface="Microsoft YaHei"/>
                <a:ea typeface="Microsoft YaHei"/>
                <a:cs typeface="Microsoft YaHei"/>
              </a:defRPr>
            </a:pPr>
            <a:r>
              <a:rPr sz="2550" b="1">
                <a:solidFill>
                  <a:srgbClr val="FFFFFF"/>
                </a:solidFill>
                <a:latin typeface="Microsoft YaHei"/>
                <a:ea typeface="Microsoft YaHei"/>
                <a:cs typeface="Microsoft YaHei"/>
              </a:rPr>
              <a:t>Improving Evidence Use and</a:t>
            </a:r>
          </a:p>
          <a:p xmlns:a="http://schemas.openxmlformats.org/drawingml/2006/main">
            <a:pPr>
              <a:defRPr sz="2550" b="1">
                <a:solidFill>
                  <a:srgbClr val="FFFFFF"/>
                </a:solidFill>
                <a:latin typeface="Microsoft YaHei"/>
                <a:ea typeface="Microsoft YaHei"/>
                <a:cs typeface="Microsoft YaHei"/>
              </a:defRPr>
            </a:pPr>
            <a:r>
              <a:rPr sz="2550" b="1">
                <a:solidFill>
                  <a:srgbClr val="FFFFFF"/>
                </a:solidFill>
                <a:latin typeface="Microsoft YaHei"/>
                <a:ea typeface="Microsoft YaHei"/>
                <a:cs typeface="Microsoft YaHei"/>
              </a:rPr>
              <a:t>Semantic Verification in</a:t>
            </a:r>
          </a:p>
          <a:p xmlns:a="http://schemas.openxmlformats.org/drawingml/2006/main">
            <a:pPr>
              <a:defRPr sz="2550" b="1">
                <a:solidFill>
                  <a:srgbClr val="FFFFFF"/>
                </a:solidFill>
                <a:latin typeface="Microsoft YaHei"/>
                <a:ea typeface="Microsoft YaHei"/>
                <a:cs typeface="Microsoft YaHei"/>
              </a:defRPr>
            </a:pPr>
            <a:r>
              <a:rPr sz="2550" b="1">
                <a:solidFill>
                  <a:srgbClr val="FFFFFF"/>
                </a:solidFill>
                <a:latin typeface="Microsoft YaHei"/>
                <a:ea typeface="Microsoft YaHei"/>
                <a:cs typeface="Microsoft YaHei"/>
              </a:rPr>
              <a:t>Multi-Agent Business Analytics</a:t>
            </a:r>
          </a:p>
        </p:txBody>
      </p:sp>
      <p:sp>
        <p:nvSpPr>
          <p:cNvPr id="2" name="research-subtitle">
            <a:extLst xmlns:a="http://schemas.openxmlformats.org/drawingml/2006/main">
              <a:ext uri="{FF2B5EF4-FFF2-40B4-BE49-F238E27FC236}">
                <a16:creationId xmlns:a16="http://schemas.microsoft.com/office/drawing/2014/main" id="{3AE2B4C3-C996-4148-9EC3-2186E25443D9}"/>
              </a:ext>
            </a:extLst>
          </p:cNvPr>
          <p:cNvSpPr>
            <a:spLocks xmlns:a="http://schemas.openxmlformats.org/drawingml/2006/main" noGrp="1"/>
          </p:cNvSpPr>
          <p:nvPr/>
        </p:nvSpPr>
        <p:spPr>
          <a:xfrm xmlns:a="http://schemas.openxmlformats.org/drawingml/2006/main">
            <a:off x="504825" y="5467350"/>
            <a:ext cx="60483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0">
                <a:solidFill>
                  <a:srgbClr val="FFFFFF"/>
                </a:solidFill>
                <a:latin typeface="Microsoft YaHei"/>
                <a:ea typeface="Microsoft YaHei"/>
                <a:cs typeface="Microsoft YaHei"/>
              </a:defRPr>
            </a:defPPr>
            <a:lvl1pPr>
              <a:defRPr sz="1875" b="0">
                <a:solidFill>
                  <a:srgbClr val="FFFFFF"/>
                </a:solidFill>
                <a:latin typeface="Microsoft YaHei"/>
                <a:ea typeface="Microsoft YaHei"/>
                <a:cs typeface="Microsoft YaHei"/>
              </a:defRPr>
            </a:lvl1pPr>
            <a:lvl2pPr>
              <a:defRPr sz="1875" b="0">
                <a:solidFill>
                  <a:srgbClr val="FFFFFF"/>
                </a:solidFill>
                <a:latin typeface="Microsoft YaHei"/>
                <a:ea typeface="Microsoft YaHei"/>
                <a:cs typeface="Microsoft YaHei"/>
              </a:defRPr>
            </a:lvl2pPr>
            <a:lvl3pPr>
              <a:defRPr sz="1875" b="0">
                <a:solidFill>
                  <a:srgbClr val="FFFFFF"/>
                </a:solidFill>
                <a:latin typeface="Microsoft YaHei"/>
                <a:ea typeface="Microsoft YaHei"/>
                <a:cs typeface="Microsoft YaHei"/>
              </a:defRPr>
            </a:lvl3pPr>
            <a:lvl4pPr>
              <a:defRPr sz="1875" b="0">
                <a:solidFill>
                  <a:srgbClr val="FFFFFF"/>
                </a:solidFill>
                <a:latin typeface="Microsoft YaHei"/>
                <a:ea typeface="Microsoft YaHei"/>
                <a:cs typeface="Microsoft YaHei"/>
              </a:defRPr>
            </a:lvl4pPr>
            <a:lvl5pPr>
              <a:defRPr sz="1875" b="0">
                <a:solidFill>
                  <a:srgbClr val="FFFFFF"/>
                </a:solidFill>
                <a:latin typeface="Microsoft YaHei"/>
                <a:ea typeface="Microsoft YaHei"/>
                <a:cs typeface="Microsoft YaHei"/>
              </a:defRPr>
            </a:lvl5pPr>
            <a:lvl6pPr>
              <a:defRPr sz="1875" b="0">
                <a:solidFill>
                  <a:srgbClr val="FFFFFF"/>
                </a:solidFill>
                <a:latin typeface="Microsoft YaHei"/>
                <a:ea typeface="Microsoft YaHei"/>
                <a:cs typeface="Microsoft YaHei"/>
              </a:defRPr>
            </a:lvl6pPr>
            <a:lvl7pPr>
              <a:defRPr sz="1875" b="0">
                <a:solidFill>
                  <a:srgbClr val="FFFFFF"/>
                </a:solidFill>
                <a:latin typeface="Microsoft YaHei"/>
                <a:ea typeface="Microsoft YaHei"/>
                <a:cs typeface="Microsoft YaHei"/>
              </a:defRPr>
            </a:lvl7pPr>
            <a:lvl8pPr>
              <a:defRPr sz="1875" b="0">
                <a:solidFill>
                  <a:srgbClr val="FFFFFF"/>
                </a:solidFill>
                <a:latin typeface="Microsoft YaHei"/>
                <a:ea typeface="Microsoft YaHei"/>
                <a:cs typeface="Microsoft YaHei"/>
              </a:defRPr>
            </a:lvl8pPr>
            <a:lvl9pPr>
              <a:defRPr sz="1875" b="0">
                <a:solidFill>
                  <a:srgbClr val="FFFFFF"/>
                </a:solidFill>
                <a:latin typeface="Microsoft YaHei"/>
                <a:ea typeface="Microsoft YaHei"/>
                <a:cs typeface="Microsoft YaHei"/>
              </a:defRPr>
            </a:lvl9pPr>
          </a:lstStyle>
          <a:p xmlns:a="http://schemas.openxmlformats.org/drawingml/2006/main">
            <a:pPr>
              <a:defRPr sz="1875" b="0">
                <a:solidFill>
                  <a:srgbClr val="FFFFFF"/>
                </a:solidFill>
                <a:latin typeface="Microsoft YaHei"/>
                <a:ea typeface="Microsoft YaHei"/>
                <a:cs typeface="Microsoft YaHei"/>
              </a:defRPr>
            </a:pPr>
            <a:r>
              <a:rPr sz="1875" b="0">
                <a:solidFill>
                  <a:srgbClr val="FFFFFF"/>
                </a:solidFill>
                <a:latin typeface="Microsoft YaHei"/>
                <a:ea typeface="Microsoft YaHei"/>
                <a:cs typeface="Microsoft YaHei"/>
              </a:rPr>
              <a:t>A Failure-Guided Controlled Study</a:t>
            </a:r>
          </a:p>
        </p:txBody>
      </p:sp>
      <p:sp>
        <p:nvSpPr>
          <p:cNvPr id="3" name="author">
            <a:extLst xmlns:a="http://schemas.openxmlformats.org/drawingml/2006/main">
              <a:ext uri="{FF2B5EF4-FFF2-40B4-BE49-F238E27FC236}">
                <a16:creationId xmlns:a16="http://schemas.microsoft.com/office/drawing/2014/main" id="{E1A49651-E2FC-46E7-81E3-A3AEE528A2DD}"/>
              </a:ext>
            </a:extLst>
          </p:cNvPr>
          <p:cNvSpPr>
            <a:spLocks xmlns:a="http://schemas.openxmlformats.org/drawingml/2006/main" noGrp="1"/>
          </p:cNvSpPr>
          <p:nvPr/>
        </p:nvSpPr>
        <p:spPr>
          <a:xfrm xmlns:a="http://schemas.openxmlformats.org/drawingml/2006/main">
            <a:off x="504825" y="5886450"/>
            <a:ext cx="5619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0">
                <a:solidFill>
                  <a:srgbClr val="FFFFFF"/>
                </a:solidFill>
                <a:latin typeface="Microsoft YaHei"/>
                <a:ea typeface="Microsoft YaHei"/>
                <a:cs typeface="Microsoft YaHei"/>
              </a:defRPr>
            </a:defPPr>
            <a:lvl1pPr>
              <a:defRPr sz="2100" b="0">
                <a:solidFill>
                  <a:srgbClr val="FFFFFF"/>
                </a:solidFill>
                <a:latin typeface="Microsoft YaHei"/>
                <a:ea typeface="Microsoft YaHei"/>
                <a:cs typeface="Microsoft YaHei"/>
              </a:defRPr>
            </a:lvl1pPr>
            <a:lvl2pPr>
              <a:defRPr sz="2100" b="0">
                <a:solidFill>
                  <a:srgbClr val="FFFFFF"/>
                </a:solidFill>
                <a:latin typeface="Microsoft YaHei"/>
                <a:ea typeface="Microsoft YaHei"/>
                <a:cs typeface="Microsoft YaHei"/>
              </a:defRPr>
            </a:lvl2pPr>
            <a:lvl3pPr>
              <a:defRPr sz="2100" b="0">
                <a:solidFill>
                  <a:srgbClr val="FFFFFF"/>
                </a:solidFill>
                <a:latin typeface="Microsoft YaHei"/>
                <a:ea typeface="Microsoft YaHei"/>
                <a:cs typeface="Microsoft YaHei"/>
              </a:defRPr>
            </a:lvl3pPr>
            <a:lvl4pPr>
              <a:defRPr sz="2100" b="0">
                <a:solidFill>
                  <a:srgbClr val="FFFFFF"/>
                </a:solidFill>
                <a:latin typeface="Microsoft YaHei"/>
                <a:ea typeface="Microsoft YaHei"/>
                <a:cs typeface="Microsoft YaHei"/>
              </a:defRPr>
            </a:lvl4pPr>
            <a:lvl5pPr>
              <a:defRPr sz="2100" b="0">
                <a:solidFill>
                  <a:srgbClr val="FFFFFF"/>
                </a:solidFill>
                <a:latin typeface="Microsoft YaHei"/>
                <a:ea typeface="Microsoft YaHei"/>
                <a:cs typeface="Microsoft YaHei"/>
              </a:defRPr>
            </a:lvl5pPr>
            <a:lvl6pPr>
              <a:defRPr sz="2100" b="0">
                <a:solidFill>
                  <a:srgbClr val="FFFFFF"/>
                </a:solidFill>
                <a:latin typeface="Microsoft YaHei"/>
                <a:ea typeface="Microsoft YaHei"/>
                <a:cs typeface="Microsoft YaHei"/>
              </a:defRPr>
            </a:lvl6pPr>
            <a:lvl7pPr>
              <a:defRPr sz="2100" b="0">
                <a:solidFill>
                  <a:srgbClr val="FFFFFF"/>
                </a:solidFill>
                <a:latin typeface="Microsoft YaHei"/>
                <a:ea typeface="Microsoft YaHei"/>
                <a:cs typeface="Microsoft YaHei"/>
              </a:defRPr>
            </a:lvl7pPr>
            <a:lvl8pPr>
              <a:defRPr sz="2100" b="0">
                <a:solidFill>
                  <a:srgbClr val="FFFFFF"/>
                </a:solidFill>
                <a:latin typeface="Microsoft YaHei"/>
                <a:ea typeface="Microsoft YaHei"/>
                <a:cs typeface="Microsoft YaHei"/>
              </a:defRPr>
            </a:lvl8pPr>
            <a:lvl9pPr>
              <a:defRPr sz="2100" b="0">
                <a:solidFill>
                  <a:srgbClr val="FFFFFF"/>
                </a:solidFill>
                <a:latin typeface="Microsoft YaHei"/>
                <a:ea typeface="Microsoft YaHei"/>
                <a:cs typeface="Microsoft YaHei"/>
              </a:defRPr>
            </a:lvl9pPr>
          </a:lstStyle>
          <a:p xmlns:a="http://schemas.openxmlformats.org/drawingml/2006/main">
            <a:pPr>
              <a:defRPr sz="2100" b="0">
                <a:solidFill>
                  <a:srgbClr val="FFFFFF"/>
                </a:solidFill>
                <a:latin typeface="Microsoft YaHei"/>
                <a:ea typeface="Microsoft YaHei"/>
                <a:cs typeface="Microsoft YaHei"/>
              </a:defRPr>
            </a:pPr>
            <a:r>
              <a:rPr sz="2100" b="0">
                <a:solidFill>
                  <a:srgbClr val="FFFFFF"/>
                </a:solidFill>
                <a:latin typeface="Microsoft YaHei"/>
                <a:ea typeface="Microsoft YaHei"/>
                <a:cs typeface="Microsoft YaHei"/>
              </a:rPr>
              <a:t>Mikhail Dushkin</a:t>
            </a:r>
          </a:p>
        </p:txBody>
      </p:sp>
      <p:sp>
        <p:nvSpPr>
          <p:cNvPr id="4" name="date">
            <a:extLst xmlns:a="http://schemas.openxmlformats.org/drawingml/2006/main">
              <a:ext uri="{FF2B5EF4-FFF2-40B4-BE49-F238E27FC236}">
                <a16:creationId xmlns:a16="http://schemas.microsoft.com/office/drawing/2014/main" id="{F4E5DA44-C630-4B6C-B9C2-248A01FA5952}"/>
              </a:ext>
            </a:extLst>
          </p:cNvPr>
          <p:cNvSpPr>
            <a:spLocks xmlns:a="http://schemas.openxmlformats.org/drawingml/2006/main" noGrp="1"/>
          </p:cNvSpPr>
          <p:nvPr/>
        </p:nvSpPr>
        <p:spPr>
          <a:xfrm xmlns:a="http://schemas.openxmlformats.org/drawingml/2006/main">
            <a:off x="504825" y="6362700"/>
            <a:ext cx="3810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575" b="0">
                <a:solidFill>
                  <a:srgbClr val="FFFFFF"/>
                </a:solidFill>
                <a:latin typeface="Microsoft YaHei"/>
                <a:ea typeface="Microsoft YaHei"/>
                <a:cs typeface="Microsoft YaHei"/>
              </a:defRPr>
            </a:defPPr>
            <a:lvl1pPr>
              <a:defRPr sz="1575" b="0">
                <a:solidFill>
                  <a:srgbClr val="FFFFFF"/>
                </a:solidFill>
                <a:latin typeface="Microsoft YaHei"/>
                <a:ea typeface="Microsoft YaHei"/>
                <a:cs typeface="Microsoft YaHei"/>
              </a:defRPr>
            </a:lvl1pPr>
            <a:lvl2pPr>
              <a:defRPr sz="1575" b="0">
                <a:solidFill>
                  <a:srgbClr val="FFFFFF"/>
                </a:solidFill>
                <a:latin typeface="Microsoft YaHei"/>
                <a:ea typeface="Microsoft YaHei"/>
                <a:cs typeface="Microsoft YaHei"/>
              </a:defRPr>
            </a:lvl2pPr>
            <a:lvl3pPr>
              <a:defRPr sz="1575" b="0">
                <a:solidFill>
                  <a:srgbClr val="FFFFFF"/>
                </a:solidFill>
                <a:latin typeface="Microsoft YaHei"/>
                <a:ea typeface="Microsoft YaHei"/>
                <a:cs typeface="Microsoft YaHei"/>
              </a:defRPr>
            </a:lvl3pPr>
            <a:lvl4pPr>
              <a:defRPr sz="1575" b="0">
                <a:solidFill>
                  <a:srgbClr val="FFFFFF"/>
                </a:solidFill>
                <a:latin typeface="Microsoft YaHei"/>
                <a:ea typeface="Microsoft YaHei"/>
                <a:cs typeface="Microsoft YaHei"/>
              </a:defRPr>
            </a:lvl4pPr>
            <a:lvl5pPr>
              <a:defRPr sz="1575" b="0">
                <a:solidFill>
                  <a:srgbClr val="FFFFFF"/>
                </a:solidFill>
                <a:latin typeface="Microsoft YaHei"/>
                <a:ea typeface="Microsoft YaHei"/>
                <a:cs typeface="Microsoft YaHei"/>
              </a:defRPr>
            </a:lvl5pPr>
            <a:lvl6pPr>
              <a:defRPr sz="1575" b="0">
                <a:solidFill>
                  <a:srgbClr val="FFFFFF"/>
                </a:solidFill>
                <a:latin typeface="Microsoft YaHei"/>
                <a:ea typeface="Microsoft YaHei"/>
                <a:cs typeface="Microsoft YaHei"/>
              </a:defRPr>
            </a:lvl6pPr>
            <a:lvl7pPr>
              <a:defRPr sz="1575" b="0">
                <a:solidFill>
                  <a:srgbClr val="FFFFFF"/>
                </a:solidFill>
                <a:latin typeface="Microsoft YaHei"/>
                <a:ea typeface="Microsoft YaHei"/>
                <a:cs typeface="Microsoft YaHei"/>
              </a:defRPr>
            </a:lvl7pPr>
            <a:lvl8pPr>
              <a:defRPr sz="1575" b="0">
                <a:solidFill>
                  <a:srgbClr val="FFFFFF"/>
                </a:solidFill>
                <a:latin typeface="Microsoft YaHei"/>
                <a:ea typeface="Microsoft YaHei"/>
                <a:cs typeface="Microsoft YaHei"/>
              </a:defRPr>
            </a:lvl8pPr>
            <a:lvl9pPr>
              <a:defRPr sz="1575" b="0">
                <a:solidFill>
                  <a:srgbClr val="FFFFFF"/>
                </a:solidFill>
                <a:latin typeface="Microsoft YaHei"/>
                <a:ea typeface="Microsoft YaHei"/>
                <a:cs typeface="Microsoft YaHei"/>
              </a:defRPr>
            </a:lvl9pPr>
          </a:lstStyle>
          <a:p xmlns:a="http://schemas.openxmlformats.org/drawingml/2006/main">
            <a:pPr>
              <a:defRPr sz="1575" b="0">
                <a:solidFill>
                  <a:srgbClr val="FFFFFF"/>
                </a:solidFill>
                <a:latin typeface="Microsoft YaHei"/>
                <a:ea typeface="Microsoft YaHei"/>
                <a:cs typeface="Microsoft YaHei"/>
              </a:defRPr>
            </a:pPr>
            <a:r>
              <a:rPr sz="1575" b="0">
                <a:solidFill>
                  <a:srgbClr val="FFFFFF"/>
                </a:solidFill>
                <a:latin typeface="Microsoft YaHei"/>
                <a:ea typeface="Microsoft YaHei"/>
                <a:cs typeface="Microsoft YaHei"/>
              </a:rPr>
              <a:t>23 October 2026</a:t>
            </a:r>
          </a:p>
        </p:txBody>
      </p:sp>
      <p:sp>
        <p:nvSpPr>
          <p:cNvPr id="5" name="programme">
            <a:extLst xmlns:a="http://schemas.openxmlformats.org/drawingml/2006/main">
              <a:ext uri="{FF2B5EF4-FFF2-40B4-BE49-F238E27FC236}">
                <a16:creationId xmlns:a16="http://schemas.microsoft.com/office/drawing/2014/main" id="{8EA23044-E28D-4478-948D-6BF0AA067753}"/>
              </a:ext>
            </a:extLst>
          </p:cNvPr>
          <p:cNvSpPr>
            <a:spLocks xmlns:a="http://schemas.openxmlformats.org/drawingml/2006/main" noGrp="1"/>
          </p:cNvSpPr>
          <p:nvPr/>
        </p:nvSpPr>
        <p:spPr>
          <a:xfrm xmlns:a="http://schemas.openxmlformats.org/drawingml/2006/main">
            <a:off x="6762750" y="5572125"/>
            <a:ext cx="4953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650" b="0">
                <a:solidFill>
                  <a:srgbClr val="FFFFFF"/>
                </a:solidFill>
                <a:latin typeface="Microsoft YaHei"/>
                <a:ea typeface="Microsoft YaHei"/>
                <a:cs typeface="Microsoft YaHei"/>
              </a:defRPr>
            </a:defPPr>
            <a:lvl1pPr>
              <a:defRPr sz="1650" b="0">
                <a:solidFill>
                  <a:srgbClr val="FFFFFF"/>
                </a:solidFill>
                <a:latin typeface="Microsoft YaHei"/>
                <a:ea typeface="Microsoft YaHei"/>
                <a:cs typeface="Microsoft YaHei"/>
              </a:defRPr>
            </a:lvl1pPr>
            <a:lvl2pPr>
              <a:defRPr sz="1650" b="0">
                <a:solidFill>
                  <a:srgbClr val="FFFFFF"/>
                </a:solidFill>
                <a:latin typeface="Microsoft YaHei"/>
                <a:ea typeface="Microsoft YaHei"/>
                <a:cs typeface="Microsoft YaHei"/>
              </a:defRPr>
            </a:lvl2pPr>
            <a:lvl3pPr>
              <a:defRPr sz="1650" b="0">
                <a:solidFill>
                  <a:srgbClr val="FFFFFF"/>
                </a:solidFill>
                <a:latin typeface="Microsoft YaHei"/>
                <a:ea typeface="Microsoft YaHei"/>
                <a:cs typeface="Microsoft YaHei"/>
              </a:defRPr>
            </a:lvl3pPr>
            <a:lvl4pPr>
              <a:defRPr sz="1650" b="0">
                <a:solidFill>
                  <a:srgbClr val="FFFFFF"/>
                </a:solidFill>
                <a:latin typeface="Microsoft YaHei"/>
                <a:ea typeface="Microsoft YaHei"/>
                <a:cs typeface="Microsoft YaHei"/>
              </a:defRPr>
            </a:lvl4pPr>
            <a:lvl5pPr>
              <a:defRPr sz="1650" b="0">
                <a:solidFill>
                  <a:srgbClr val="FFFFFF"/>
                </a:solidFill>
                <a:latin typeface="Microsoft YaHei"/>
                <a:ea typeface="Microsoft YaHei"/>
                <a:cs typeface="Microsoft YaHei"/>
              </a:defRPr>
            </a:lvl5pPr>
            <a:lvl6pPr>
              <a:defRPr sz="1650" b="0">
                <a:solidFill>
                  <a:srgbClr val="FFFFFF"/>
                </a:solidFill>
                <a:latin typeface="Microsoft YaHei"/>
                <a:ea typeface="Microsoft YaHei"/>
                <a:cs typeface="Microsoft YaHei"/>
              </a:defRPr>
            </a:lvl6pPr>
            <a:lvl7pPr>
              <a:defRPr sz="1650" b="0">
                <a:solidFill>
                  <a:srgbClr val="FFFFFF"/>
                </a:solidFill>
                <a:latin typeface="Microsoft YaHei"/>
                <a:ea typeface="Microsoft YaHei"/>
                <a:cs typeface="Microsoft YaHei"/>
              </a:defRPr>
            </a:lvl7pPr>
            <a:lvl8pPr>
              <a:defRPr sz="1650" b="0">
                <a:solidFill>
                  <a:srgbClr val="FFFFFF"/>
                </a:solidFill>
                <a:latin typeface="Microsoft YaHei"/>
                <a:ea typeface="Microsoft YaHei"/>
                <a:cs typeface="Microsoft YaHei"/>
              </a:defRPr>
            </a:lvl8pPr>
            <a:lvl9pPr>
              <a:defRPr sz="1650" b="0">
                <a:solidFill>
                  <a:srgbClr val="FFFFFF"/>
                </a:solidFill>
                <a:latin typeface="Microsoft YaHei"/>
                <a:ea typeface="Microsoft YaHei"/>
                <a:cs typeface="Microsoft YaHei"/>
              </a:defRPr>
            </a:lvl9pPr>
          </a:lstStyle>
          <a:p xmlns:a="http://schemas.openxmlformats.org/drawingml/2006/main">
            <a:pPr>
              <a:defRPr sz="1650" b="0">
                <a:solidFill>
                  <a:srgbClr val="FFFFFF"/>
                </a:solidFill>
                <a:latin typeface="Microsoft YaHei"/>
                <a:ea typeface="Microsoft YaHei"/>
                <a:cs typeface="Microsoft YaHei"/>
              </a:defRPr>
            </a:pPr>
            <a:r>
              <a:rPr sz="1650" b="0">
                <a:solidFill>
                  <a:srgbClr val="FFFFFF"/>
                </a:solidFill>
                <a:latin typeface="Microsoft YaHei"/>
                <a:ea typeface="Microsoft YaHei"/>
                <a:cs typeface="Microsoft YaHei"/>
              </a:rPr>
              <a:t>Master of International Business</a:t>
            </a:r>
          </a:p>
          <a:p xmlns:a="http://schemas.openxmlformats.org/drawingml/2006/main">
            <a:pPr>
              <a:defRPr sz="1650" b="0">
                <a:solidFill>
                  <a:srgbClr val="FFFFFF"/>
                </a:solidFill>
                <a:latin typeface="Microsoft YaHei"/>
                <a:ea typeface="Microsoft YaHei"/>
                <a:cs typeface="Microsoft YaHei"/>
              </a:defRPr>
            </a:pPr>
            <a:r>
              <a:rPr sz="1650" b="0">
                <a:solidFill>
                  <a:srgbClr val="FFFFFF"/>
                </a:solidFill>
                <a:latin typeface="Microsoft YaHei"/>
                <a:ea typeface="Microsoft YaHei"/>
                <a:cs typeface="Microsoft YaHei"/>
              </a:rPr>
              <a:t>Supervisor: Prof. Liu Jialu</a:t>
            </a:r>
          </a:p>
        </p:txBody>
      </p:sp>
    </p:spTree>
    <p:extLst>
      <p:ext uri="{BB962C8B-B14F-4D97-AF65-F5344CB8AC3E}">
        <p14:creationId xmlns:p14="http://schemas.microsoft.com/office/powerpoint/2010/main" val="872684191"/>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E547F508-C267-4F51-81A9-677A24AAAAB8}"/>
              </a:ext>
            </a:extLst>
          </p:cNvPr>
          <p:cNvSpPr>
            <a:spLocks xmlns:a="http://schemas.openxmlformats.org/drawingml/2006/main" noGrp="1"/>
          </p:cNvSpPr>
          <p:nvPr>
            <p:ph type="title" idx="0"/>
          </p:nvPr>
        </p:nvSpPr>
        <p:spPr>
          <a:xfrm xmlns:a="http://schemas.openxmlformats.org/drawingml/2006/main">
            <a:off x="474821" y="998125"/>
            <a:ext cx="11239500" cy="704850"/>
          </a:xfrm>
        </p:spPr>
        <p:txBody>
          <a:bodyPr xmlns:a="http://schemas.openxmlformats.org/drawingml/2006/main" lIns="0" tIns="0" rIns="0" bIns="0">
            <a:normAutofit fontScale="100000"/>
          </a:bodyPr>
          <a:lstStyle xmlns:a="http://schemas.openxmlformats.org/drawingml/2006/main">
            <a:defPPr>
              <a:defRPr sz="3960">
                <a:solidFill>
                  <a:srgbClr val="B81C22"/>
                </a:solidFill>
                <a:latin typeface="Microsoft YaHei"/>
                <a:ea typeface="Microsoft YaHei"/>
                <a:cs typeface="Microsoft YaHei"/>
              </a:defRPr>
            </a:defPPr>
            <a:lvl1pPr>
              <a:defRPr sz="3960">
                <a:solidFill>
                  <a:srgbClr val="B81C22"/>
                </a:solidFill>
                <a:latin typeface="Microsoft YaHei"/>
                <a:ea typeface="Microsoft YaHei"/>
                <a:cs typeface="Microsoft YaHei"/>
              </a:defRPr>
            </a:lvl1pPr>
            <a:lvl2pPr>
              <a:defRPr sz="3960">
                <a:solidFill>
                  <a:srgbClr val="B81C22"/>
                </a:solidFill>
                <a:latin typeface="Microsoft YaHei"/>
                <a:ea typeface="Microsoft YaHei"/>
                <a:cs typeface="Microsoft YaHei"/>
              </a:defRPr>
            </a:lvl2pPr>
            <a:lvl3pPr>
              <a:defRPr sz="3960">
                <a:solidFill>
                  <a:srgbClr val="B81C22"/>
                </a:solidFill>
                <a:latin typeface="Microsoft YaHei"/>
                <a:ea typeface="Microsoft YaHei"/>
                <a:cs typeface="Microsoft YaHei"/>
              </a:defRPr>
            </a:lvl3pPr>
            <a:lvl4pPr>
              <a:defRPr sz="3960">
                <a:solidFill>
                  <a:srgbClr val="B81C22"/>
                </a:solidFill>
                <a:latin typeface="Microsoft YaHei"/>
                <a:ea typeface="Microsoft YaHei"/>
                <a:cs typeface="Microsoft YaHei"/>
              </a:defRPr>
            </a:lvl4pPr>
            <a:lvl5pPr>
              <a:defRPr sz="3960">
                <a:solidFill>
                  <a:srgbClr val="B81C22"/>
                </a:solidFill>
                <a:latin typeface="Microsoft YaHei"/>
                <a:ea typeface="Microsoft YaHei"/>
                <a:cs typeface="Microsoft YaHei"/>
              </a:defRPr>
            </a:lvl5pPr>
            <a:lvl6pPr>
              <a:defRPr sz="3960">
                <a:solidFill>
                  <a:srgbClr val="B81C22"/>
                </a:solidFill>
                <a:latin typeface="Microsoft YaHei"/>
                <a:ea typeface="Microsoft YaHei"/>
                <a:cs typeface="Microsoft YaHei"/>
              </a:defRPr>
            </a:lvl6pPr>
            <a:lvl7pPr>
              <a:defRPr sz="3960">
                <a:solidFill>
                  <a:srgbClr val="B81C22"/>
                </a:solidFill>
                <a:latin typeface="Microsoft YaHei"/>
                <a:ea typeface="Microsoft YaHei"/>
                <a:cs typeface="Microsoft YaHei"/>
              </a:defRPr>
            </a:lvl7pPr>
            <a:lvl8pPr>
              <a:defRPr sz="3960">
                <a:solidFill>
                  <a:srgbClr val="B81C22"/>
                </a:solidFill>
                <a:latin typeface="Microsoft YaHei"/>
                <a:ea typeface="Microsoft YaHei"/>
                <a:cs typeface="Microsoft YaHei"/>
              </a:defRPr>
            </a:lvl8pPr>
            <a:lvl9pPr>
              <a:defRPr sz="3960">
                <a:solidFill>
                  <a:srgbClr val="B81C22"/>
                </a:solidFill>
                <a:latin typeface="Microsoft YaHei"/>
                <a:ea typeface="Microsoft YaHei"/>
                <a:cs typeface="Microsoft YaHei"/>
              </a:defRPr>
            </a:lvl9pPr>
          </a:lstStyle>
          <a:p xmlns:a="http://schemas.openxmlformats.org/drawingml/2006/main">
            <a:pPr>
              <a:defRPr sz="3960">
                <a:solidFill>
                  <a:srgbClr val="B81C22"/>
                </a:solidFill>
                <a:latin typeface="Microsoft YaHei"/>
                <a:ea typeface="Microsoft YaHei"/>
                <a:cs typeface="Microsoft YaHei"/>
              </a:defRPr>
            </a:pPr>
            <a:r>
              <a:rPr sz="3960">
                <a:solidFill>
                  <a:srgbClr val="B81C22"/>
                </a:solidFill>
                <a:latin typeface="Microsoft YaHei"/>
                <a:ea typeface="Microsoft YaHei"/>
                <a:cs typeface="Microsoft YaHei"/>
              </a:rPr>
              <a:t>Background</a:t>
            </a:r>
            <a:endParaRPr/>
          </a:p>
        </p:txBody>
      </p:sp>
      <p:sp>
        <p:nvSpPr>
          <p:cNvPr id="3" name="content-heading">
            <a:extLst xmlns:a="http://schemas.openxmlformats.org/drawingml/2006/main">
              <a:ext uri="{FF2B5EF4-FFF2-40B4-BE49-F238E27FC236}">
                <a16:creationId xmlns:a16="http://schemas.microsoft.com/office/drawing/2014/main" id="{A2A7A3EE-58E9-46F6-BD98-15AAE58D9B2D}"/>
              </a:ext>
            </a:extLst>
          </p:cNvPr>
          <p:cNvSpPr>
            <a:spLocks xmlns:a="http://schemas.openxmlformats.org/drawingml/2006/main" noGrp="1"/>
          </p:cNvSpPr>
          <p:nvPr/>
        </p:nvSpPr>
        <p:spPr>
          <a:xfrm xmlns:a="http://schemas.openxmlformats.org/drawingml/2006/main">
            <a:off x="571500" y="1838325"/>
            <a:ext cx="1095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325" b="1">
                <a:solidFill>
                  <a:srgbClr val="303030"/>
                </a:solidFill>
                <a:latin typeface="Microsoft YaHei"/>
                <a:ea typeface="Microsoft YaHei"/>
                <a:cs typeface="Microsoft YaHei"/>
              </a:defRPr>
            </a:defPPr>
            <a:lvl1pPr>
              <a:defRPr sz="2325" b="1">
                <a:solidFill>
                  <a:srgbClr val="303030"/>
                </a:solidFill>
                <a:latin typeface="Microsoft YaHei"/>
                <a:ea typeface="Microsoft YaHei"/>
                <a:cs typeface="Microsoft YaHei"/>
              </a:defRPr>
            </a:lvl1pPr>
            <a:lvl2pPr>
              <a:defRPr sz="2325" b="1">
                <a:solidFill>
                  <a:srgbClr val="303030"/>
                </a:solidFill>
                <a:latin typeface="Microsoft YaHei"/>
                <a:ea typeface="Microsoft YaHei"/>
                <a:cs typeface="Microsoft YaHei"/>
              </a:defRPr>
            </a:lvl2pPr>
            <a:lvl3pPr>
              <a:defRPr sz="2325" b="1">
                <a:solidFill>
                  <a:srgbClr val="303030"/>
                </a:solidFill>
                <a:latin typeface="Microsoft YaHei"/>
                <a:ea typeface="Microsoft YaHei"/>
                <a:cs typeface="Microsoft YaHei"/>
              </a:defRPr>
            </a:lvl3pPr>
            <a:lvl4pPr>
              <a:defRPr sz="2325" b="1">
                <a:solidFill>
                  <a:srgbClr val="303030"/>
                </a:solidFill>
                <a:latin typeface="Microsoft YaHei"/>
                <a:ea typeface="Microsoft YaHei"/>
                <a:cs typeface="Microsoft YaHei"/>
              </a:defRPr>
            </a:lvl4pPr>
            <a:lvl5pPr>
              <a:defRPr sz="2325" b="1">
                <a:solidFill>
                  <a:srgbClr val="303030"/>
                </a:solidFill>
                <a:latin typeface="Microsoft YaHei"/>
                <a:ea typeface="Microsoft YaHei"/>
                <a:cs typeface="Microsoft YaHei"/>
              </a:defRPr>
            </a:lvl5pPr>
            <a:lvl6pPr>
              <a:defRPr sz="2325" b="1">
                <a:solidFill>
                  <a:srgbClr val="303030"/>
                </a:solidFill>
                <a:latin typeface="Microsoft YaHei"/>
                <a:ea typeface="Microsoft YaHei"/>
                <a:cs typeface="Microsoft YaHei"/>
              </a:defRPr>
            </a:lvl6pPr>
            <a:lvl7pPr>
              <a:defRPr sz="2325" b="1">
                <a:solidFill>
                  <a:srgbClr val="303030"/>
                </a:solidFill>
                <a:latin typeface="Microsoft YaHei"/>
                <a:ea typeface="Microsoft YaHei"/>
                <a:cs typeface="Microsoft YaHei"/>
              </a:defRPr>
            </a:lvl7pPr>
            <a:lvl8pPr>
              <a:defRPr sz="2325" b="1">
                <a:solidFill>
                  <a:srgbClr val="303030"/>
                </a:solidFill>
                <a:latin typeface="Microsoft YaHei"/>
                <a:ea typeface="Microsoft YaHei"/>
                <a:cs typeface="Microsoft YaHei"/>
              </a:defRPr>
            </a:lvl8pPr>
            <a:lvl9pPr>
              <a:defRPr sz="2325" b="1">
                <a:solidFill>
                  <a:srgbClr val="303030"/>
                </a:solidFill>
                <a:latin typeface="Microsoft YaHei"/>
                <a:ea typeface="Microsoft YaHei"/>
                <a:cs typeface="Microsoft YaHei"/>
              </a:defRPr>
            </a:lvl9pPr>
          </a:lstStyle>
          <a:p xmlns:a="http://schemas.openxmlformats.org/drawingml/2006/main">
            <a:pPr>
              <a:defRPr sz="2325" b="1">
                <a:solidFill>
                  <a:srgbClr val="303030"/>
                </a:solidFill>
                <a:latin typeface="Microsoft YaHei"/>
                <a:ea typeface="Microsoft YaHei"/>
                <a:cs typeface="Microsoft YaHei"/>
              </a:defRPr>
            </a:pPr>
            <a:r>
              <a:rPr sz="2325" b="1">
                <a:solidFill>
                  <a:srgbClr val="303030"/>
                </a:solidFill>
                <a:latin typeface="Microsoft YaHei"/>
                <a:ea typeface="Microsoft YaHei"/>
                <a:cs typeface="Microsoft YaHei"/>
              </a:rPr>
              <a:t>Business Calculation Correctness</a:t>
            </a:r>
          </a:p>
        </p:txBody>
      </p:sp>
      <p:sp>
        <p:nvSpPr>
          <p:cNvPr id="4" name="page">
            <a:extLst xmlns:a="http://schemas.openxmlformats.org/drawingml/2006/main">
              <a:ext uri="{FF2B5EF4-FFF2-40B4-BE49-F238E27FC236}">
                <a16:creationId xmlns:a16="http://schemas.microsoft.com/office/drawing/2014/main" id="{8C186830-DE39-4B07-8A2E-8FC9CBCCCD3E}"/>
              </a:ext>
            </a:extLst>
          </p:cNvPr>
          <p:cNvSpPr>
            <a:spLocks xmlns:a="http://schemas.openxmlformats.org/drawingml/2006/main" noGrp="1"/>
          </p:cNvSpPr>
          <p:nvPr/>
        </p:nvSpPr>
        <p:spPr>
          <a:xfrm xmlns:a="http://schemas.openxmlformats.org/drawingml/2006/main">
            <a:off x="10763250" y="6343650"/>
            <a:ext cx="95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0">
                <a:solidFill>
                  <a:srgbClr val="575757"/>
                </a:solidFill>
                <a:latin typeface="Microsoft YaHei"/>
                <a:ea typeface="Microsoft YaHei"/>
                <a:cs typeface="Microsoft YaHei"/>
              </a:defRPr>
            </a:defPPr>
            <a:lvl1pPr>
              <a:defRPr sz="1200" b="0">
                <a:solidFill>
                  <a:srgbClr val="575757"/>
                </a:solidFill>
                <a:latin typeface="Microsoft YaHei"/>
                <a:ea typeface="Microsoft YaHei"/>
                <a:cs typeface="Microsoft YaHei"/>
              </a:defRPr>
            </a:lvl1pPr>
            <a:lvl2pPr>
              <a:defRPr sz="1200" b="0">
                <a:solidFill>
                  <a:srgbClr val="575757"/>
                </a:solidFill>
                <a:latin typeface="Microsoft YaHei"/>
                <a:ea typeface="Microsoft YaHei"/>
                <a:cs typeface="Microsoft YaHei"/>
              </a:defRPr>
            </a:lvl2pPr>
            <a:lvl3pPr>
              <a:defRPr sz="1200" b="0">
                <a:solidFill>
                  <a:srgbClr val="575757"/>
                </a:solidFill>
                <a:latin typeface="Microsoft YaHei"/>
                <a:ea typeface="Microsoft YaHei"/>
                <a:cs typeface="Microsoft YaHei"/>
              </a:defRPr>
            </a:lvl3pPr>
            <a:lvl4pPr>
              <a:defRPr sz="1200" b="0">
                <a:solidFill>
                  <a:srgbClr val="575757"/>
                </a:solidFill>
                <a:latin typeface="Microsoft YaHei"/>
                <a:ea typeface="Microsoft YaHei"/>
                <a:cs typeface="Microsoft YaHei"/>
              </a:defRPr>
            </a:lvl4pPr>
            <a:lvl5pPr>
              <a:defRPr sz="1200" b="0">
                <a:solidFill>
                  <a:srgbClr val="575757"/>
                </a:solidFill>
                <a:latin typeface="Microsoft YaHei"/>
                <a:ea typeface="Microsoft YaHei"/>
                <a:cs typeface="Microsoft YaHei"/>
              </a:defRPr>
            </a:lvl5pPr>
            <a:lvl6pPr>
              <a:defRPr sz="1200" b="0">
                <a:solidFill>
                  <a:srgbClr val="575757"/>
                </a:solidFill>
                <a:latin typeface="Microsoft YaHei"/>
                <a:ea typeface="Microsoft YaHei"/>
                <a:cs typeface="Microsoft YaHei"/>
              </a:defRPr>
            </a:lvl6pPr>
            <a:lvl7pPr>
              <a:defRPr sz="1200" b="0">
                <a:solidFill>
                  <a:srgbClr val="575757"/>
                </a:solidFill>
                <a:latin typeface="Microsoft YaHei"/>
                <a:ea typeface="Microsoft YaHei"/>
                <a:cs typeface="Microsoft YaHei"/>
              </a:defRPr>
            </a:lvl7pPr>
            <a:lvl8pPr>
              <a:defRPr sz="1200" b="0">
                <a:solidFill>
                  <a:srgbClr val="575757"/>
                </a:solidFill>
                <a:latin typeface="Microsoft YaHei"/>
                <a:ea typeface="Microsoft YaHei"/>
                <a:cs typeface="Microsoft YaHei"/>
              </a:defRPr>
            </a:lvl8pPr>
            <a:lvl9pPr>
              <a:defRPr sz="1200" b="0">
                <a:solidFill>
                  <a:srgbClr val="575757"/>
                </a:solidFill>
                <a:latin typeface="Microsoft YaHei"/>
                <a:ea typeface="Microsoft YaHei"/>
                <a:cs typeface="Microsoft YaHei"/>
              </a:defRPr>
            </a:lvl9pPr>
          </a:lstStyle>
          <a:p xmlns:a="http://schemas.openxmlformats.org/drawingml/2006/main">
            <a:pPr>
              <a:defRPr sz="1200" b="0">
                <a:solidFill>
                  <a:srgbClr val="575757"/>
                </a:solidFill>
                <a:latin typeface="Microsoft YaHei"/>
                <a:ea typeface="Microsoft YaHei"/>
                <a:cs typeface="Microsoft YaHei"/>
              </a:defRPr>
            </a:pPr>
            <a:r>
              <a:rPr sz="1200" b="0">
                <a:solidFill>
                  <a:srgbClr val="575757"/>
                </a:solidFill>
                <a:latin typeface="Microsoft YaHei"/>
                <a:ea typeface="Microsoft YaHei"/>
                <a:cs typeface="Microsoft YaHei"/>
              </a:rPr>
              <a:t>2 / 13</a:t>
            </a:r>
          </a:p>
        </p:txBody>
      </p:sp>
      <p:sp>
        <p:nvSpPr>
          <p:cNvPr id="5" name="question">
            <a:extLst xmlns:a="http://schemas.openxmlformats.org/drawingml/2006/main">
              <a:ext uri="{FF2B5EF4-FFF2-40B4-BE49-F238E27FC236}">
                <a16:creationId xmlns:a16="http://schemas.microsoft.com/office/drawing/2014/main" id="{37B74E95-D92A-426C-9B3C-7493DDDF4FD9}"/>
              </a:ext>
            </a:extLst>
          </p:cNvPr>
          <p:cNvSpPr>
            <a:spLocks xmlns:a="http://schemas.openxmlformats.org/drawingml/2006/main" noGrp="1"/>
          </p:cNvSpPr>
          <p:nvPr/>
        </p:nvSpPr>
        <p:spPr>
          <a:xfrm xmlns:a="http://schemas.openxmlformats.org/drawingml/2006/main">
            <a:off x="571500" y="2419350"/>
            <a:ext cx="10953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575757"/>
                </a:solidFill>
                <a:latin typeface="Microsoft YaHei"/>
                <a:ea typeface="Microsoft YaHei"/>
                <a:cs typeface="Microsoft YaHei"/>
              </a:defRPr>
            </a:defPPr>
            <a:lvl1pPr>
              <a:defRPr sz="2175" b="0">
                <a:solidFill>
                  <a:srgbClr val="575757"/>
                </a:solidFill>
                <a:latin typeface="Microsoft YaHei"/>
                <a:ea typeface="Microsoft YaHei"/>
                <a:cs typeface="Microsoft YaHei"/>
              </a:defRPr>
            </a:lvl1pPr>
            <a:lvl2pPr>
              <a:defRPr sz="2175" b="0">
                <a:solidFill>
                  <a:srgbClr val="575757"/>
                </a:solidFill>
                <a:latin typeface="Microsoft YaHei"/>
                <a:ea typeface="Microsoft YaHei"/>
                <a:cs typeface="Microsoft YaHei"/>
              </a:defRPr>
            </a:lvl2pPr>
            <a:lvl3pPr>
              <a:defRPr sz="2175" b="0">
                <a:solidFill>
                  <a:srgbClr val="575757"/>
                </a:solidFill>
                <a:latin typeface="Microsoft YaHei"/>
                <a:ea typeface="Microsoft YaHei"/>
                <a:cs typeface="Microsoft YaHei"/>
              </a:defRPr>
            </a:lvl3pPr>
            <a:lvl4pPr>
              <a:defRPr sz="2175" b="0">
                <a:solidFill>
                  <a:srgbClr val="575757"/>
                </a:solidFill>
                <a:latin typeface="Microsoft YaHei"/>
                <a:ea typeface="Microsoft YaHei"/>
                <a:cs typeface="Microsoft YaHei"/>
              </a:defRPr>
            </a:lvl4pPr>
            <a:lvl5pPr>
              <a:defRPr sz="2175" b="0">
                <a:solidFill>
                  <a:srgbClr val="575757"/>
                </a:solidFill>
                <a:latin typeface="Microsoft YaHei"/>
                <a:ea typeface="Microsoft YaHei"/>
                <a:cs typeface="Microsoft YaHei"/>
              </a:defRPr>
            </a:lvl5pPr>
            <a:lvl6pPr>
              <a:defRPr sz="2175" b="0">
                <a:solidFill>
                  <a:srgbClr val="575757"/>
                </a:solidFill>
                <a:latin typeface="Microsoft YaHei"/>
                <a:ea typeface="Microsoft YaHei"/>
                <a:cs typeface="Microsoft YaHei"/>
              </a:defRPr>
            </a:lvl6pPr>
            <a:lvl7pPr>
              <a:defRPr sz="2175" b="0">
                <a:solidFill>
                  <a:srgbClr val="575757"/>
                </a:solidFill>
                <a:latin typeface="Microsoft YaHei"/>
                <a:ea typeface="Microsoft YaHei"/>
                <a:cs typeface="Microsoft YaHei"/>
              </a:defRPr>
            </a:lvl7pPr>
            <a:lvl8pPr>
              <a:defRPr sz="2175" b="0">
                <a:solidFill>
                  <a:srgbClr val="575757"/>
                </a:solidFill>
                <a:latin typeface="Microsoft YaHei"/>
                <a:ea typeface="Microsoft YaHei"/>
                <a:cs typeface="Microsoft YaHei"/>
              </a:defRPr>
            </a:lvl8pPr>
            <a:lvl9pPr>
              <a:defRPr sz="2175" b="0">
                <a:solidFill>
                  <a:srgbClr val="575757"/>
                </a:solidFill>
                <a:latin typeface="Microsoft YaHei"/>
                <a:ea typeface="Microsoft YaHei"/>
                <a:cs typeface="Microsoft YaHei"/>
              </a:defRPr>
            </a:lvl9pPr>
          </a:lstStyle>
          <a:p xmlns:a="http://schemas.openxmlformats.org/drawingml/2006/main">
            <a:pPr>
              <a:defRPr sz="2175" b="0">
                <a:solidFill>
                  <a:srgbClr val="575757"/>
                </a:solidFill>
                <a:latin typeface="Microsoft YaHei"/>
                <a:ea typeface="Microsoft YaHei"/>
                <a:cs typeface="Microsoft YaHei"/>
              </a:defRPr>
            </a:pPr>
            <a:r>
              <a:rPr sz="2175" b="0">
                <a:solidFill>
                  <a:srgbClr val="575757"/>
                </a:solidFill>
                <a:latin typeface="Microsoft YaHei"/>
                <a:ea typeface="Microsoft YaHei"/>
                <a:cs typeface="Microsoft YaHei"/>
              </a:rPr>
              <a:t>Average completed sales value per purchasing customer</a:t>
            </a:r>
          </a:p>
        </p:txBody>
      </p:sp>
      <p:graphicFrame>
        <p:nvGraphicFramePr>
          <p:cNvPr id="6" name="">
            <a:extLst xmlns:a="http://schemas.openxmlformats.org/drawingml/2006/main">
              <a:ext uri="{FF2B5EF4-FFF2-40B4-BE49-F238E27FC236}">
                <a16:creationId xmlns:a16="http://schemas.microsoft.com/office/drawing/2014/main" id="{30D915F3-87DA-4B31-BC84-BF3BDE1152B9}"/>
              </a:ext>
            </a:extLst>
          </p:cNvPr>
          <p:cNvGraphicFramePr/>
          <p:nvPr/>
        </p:nvGraphicFramePr>
        <p:xfrm>
          <a:off xmlns:a="http://schemas.openxmlformats.org/drawingml/2006/main" x="571500" y="3048000"/>
          <a:ext xmlns:a="http://schemas.openxmlformats.org/drawingml/2006/main" cx="5143500" cy="2305050"/>
        </p:xfrm>
        <a:graphic xmlns:a="http://schemas.openxmlformats.org/drawingml/2006/main">
          <a:graphicData uri="http://schemas.openxmlformats.org/drawingml/2006/table">
            <a:tbl>
              <a:tblPr/>
              <a:tblGrid>
                <a:gridCol w="1714500"/>
                <a:gridCol w="1619250"/>
                <a:gridCol w="1809750"/>
              </a:tblGrid>
              <a:tr h="576263">
                <a:tc>
                  <a:txBody>
                    <a:bodyPr/>
                    <a:lstStyle/>
                    <a:p>
                      <a:r>
                        <a:rPr sz="1950" b="1">
                          <a:solidFill>
                            <a:srgbClr val="FFFFFF"/>
                          </a:solidFill>
                          <a:latin typeface="Microsoft YaHei"/>
                          <a:ea typeface="Microsoft YaHei"/>
                          <a:cs typeface="Microsoft YaHei"/>
                        </a:rPr>
                        <a:t>Customer</a:t>
                      </a:r>
                    </a:p>
                  </a:txBody>
                  <a:tcPr marL="114300" marR="114300" marT="76200" marB="76200" anchor="ctr">
                    <a:lnL w="6668">
                      <a:solidFill>
                        <a:srgbClr val="D8D1C9"/>
                      </a:solidFill>
                      <a:prstDash val="solid"/>
                    </a:lnL>
                    <a:lnR w="6668">
                      <a:solidFill>
                        <a:srgbClr val="D8D1C9"/>
                      </a:solidFill>
                      <a:prstDash val="solid"/>
                    </a:lnR>
                    <a:lnT w="6668">
                      <a:solidFill>
                        <a:srgbClr val="D8D1C9"/>
                      </a:solidFill>
                      <a:prstDash val="solid"/>
                    </a:lnT>
                    <a:lnB w="6668">
                      <a:solidFill>
                        <a:srgbClr val="D8D1C9"/>
                      </a:solidFill>
                      <a:prstDash val="solid"/>
                    </a:lnB>
                    <a:solidFill>
                      <a:srgbClr val="B81C22"/>
                    </a:solidFill>
                  </a:tcPr>
                </a:tc>
                <a:tc>
                  <a:txBody>
                    <a:bodyPr/>
                    <a:lstStyle/>
                    <a:p>
                      <a:r>
                        <a:rPr sz="1950" b="1">
                          <a:solidFill>
                            <a:srgbClr val="FFFFFF"/>
                          </a:solidFill>
                          <a:latin typeface="Microsoft YaHei"/>
                          <a:ea typeface="Microsoft YaHei"/>
                          <a:cs typeface="Microsoft YaHei"/>
                        </a:rPr>
                        <a:t>Sales value</a:t>
                      </a:r>
                    </a:p>
                  </a:txBody>
                  <a:tcPr marL="114300" marR="114300" marT="76200" marB="76200" anchor="ctr">
                    <a:lnR w="6668">
                      <a:solidFill>
                        <a:srgbClr val="D8D1C9"/>
                      </a:solidFill>
                      <a:prstDash val="solid"/>
                    </a:lnR>
                    <a:lnT w="6668">
                      <a:solidFill>
                        <a:srgbClr val="D8D1C9"/>
                      </a:solidFill>
                      <a:prstDash val="solid"/>
                    </a:lnT>
                    <a:lnB w="6668">
                      <a:solidFill>
                        <a:srgbClr val="D8D1C9"/>
                      </a:solidFill>
                      <a:prstDash val="solid"/>
                    </a:lnB>
                    <a:solidFill>
                      <a:srgbClr val="B81C22"/>
                    </a:solidFill>
                  </a:tcPr>
                </a:tc>
                <a:tc>
                  <a:txBody>
                    <a:bodyPr/>
                    <a:lstStyle/>
                    <a:p>
                      <a:r>
                        <a:rPr sz="1950" b="1">
                          <a:solidFill>
                            <a:srgbClr val="FFFFFF"/>
                          </a:solidFill>
                          <a:latin typeface="Microsoft YaHei"/>
                          <a:ea typeface="Microsoft YaHei"/>
                          <a:cs typeface="Microsoft YaHei"/>
                        </a:rPr>
                        <a:t>Status</a:t>
                      </a:r>
                    </a:p>
                  </a:txBody>
                  <a:tcPr marL="114300" marR="114300" marT="76200" marB="76200" anchor="ctr">
                    <a:lnR w="6668">
                      <a:solidFill>
                        <a:srgbClr val="D8D1C9"/>
                      </a:solidFill>
                      <a:prstDash val="solid"/>
                    </a:lnR>
                    <a:lnT w="6668">
                      <a:solidFill>
                        <a:srgbClr val="D8D1C9"/>
                      </a:solidFill>
                      <a:prstDash val="solid"/>
                    </a:lnT>
                    <a:lnB w="6668">
                      <a:solidFill>
                        <a:srgbClr val="D8D1C9"/>
                      </a:solidFill>
                      <a:prstDash val="solid"/>
                    </a:lnB>
                    <a:solidFill>
                      <a:srgbClr val="B81C22"/>
                    </a:solidFill>
                  </a:tcPr>
                </a:tc>
              </a:tr>
              <a:tr h="576263">
                <a:tc>
                  <a:txBody>
                    <a:bodyPr/>
                    <a:lstStyle/>
                    <a:p>
                      <a:r>
                        <a:rPr sz="1950" b="0">
                          <a:solidFill>
                            <a:srgbClr val="575757"/>
                          </a:solidFill>
                          <a:latin typeface="Microsoft YaHei"/>
                          <a:ea typeface="Microsoft YaHei"/>
                          <a:cs typeface="Microsoft YaHei"/>
                        </a:rPr>
                        <a:t>A</a:t>
                      </a:r>
                    </a:p>
                  </a:txBody>
                  <a:tcPr marL="114300" marR="114300" marT="76200" marB="76200" anchor="ctr">
                    <a:lnL w="6668">
                      <a:solidFill>
                        <a:srgbClr val="D8D1C9"/>
                      </a:solidFill>
                      <a:prstDash val="solid"/>
                    </a:lnL>
                    <a:lnR w="6668">
                      <a:solidFill>
                        <a:srgbClr val="D8D1C9"/>
                      </a:solidFill>
                      <a:prstDash val="solid"/>
                    </a:lnR>
                    <a:lnB w="6668">
                      <a:solidFill>
                        <a:srgbClr val="D8D1C9"/>
                      </a:solidFill>
                      <a:prstDash val="solid"/>
                    </a:lnB>
                    <a:solidFill>
                      <a:srgbClr val="FFFFFF"/>
                    </a:solidFill>
                  </a:tcPr>
                </a:tc>
                <a:tc>
                  <a:txBody>
                    <a:bodyPr/>
                    <a:lstStyle/>
                    <a:p>
                      <a:r>
                        <a:rPr sz="1950" b="0">
                          <a:solidFill>
                            <a:srgbClr val="575757"/>
                          </a:solidFill>
                          <a:latin typeface="Microsoft YaHei"/>
                          <a:ea typeface="Microsoft YaHei"/>
                          <a:cs typeface="Microsoft YaHei"/>
                        </a:rPr>
                        <a:t>100</a:t>
                      </a:r>
                    </a:p>
                  </a:txBody>
                  <a:tcPr marL="114300" marR="114300" marT="76200" marB="76200" anchor="ctr">
                    <a:lnR w="6668">
                      <a:solidFill>
                        <a:srgbClr val="D8D1C9"/>
                      </a:solidFill>
                      <a:prstDash val="solid"/>
                    </a:lnR>
                    <a:lnB w="6668">
                      <a:solidFill>
                        <a:srgbClr val="D8D1C9"/>
                      </a:solidFill>
                      <a:prstDash val="solid"/>
                    </a:lnB>
                    <a:solidFill>
                      <a:srgbClr val="FFFFFF"/>
                    </a:solidFill>
                  </a:tcPr>
                </a:tc>
                <a:tc>
                  <a:txBody>
                    <a:bodyPr/>
                    <a:lstStyle/>
                    <a:p>
                      <a:r>
                        <a:rPr sz="1950" b="0">
                          <a:solidFill>
                            <a:srgbClr val="575757"/>
                          </a:solidFill>
                          <a:latin typeface="Microsoft YaHei"/>
                          <a:ea typeface="Microsoft YaHei"/>
                          <a:cs typeface="Microsoft YaHei"/>
                        </a:rPr>
                        <a:t>Completed</a:t>
                      </a:r>
                    </a:p>
                  </a:txBody>
                  <a:tcPr marL="114300" marR="114300" marT="76200" marB="76200" anchor="ctr">
                    <a:lnR w="6668">
                      <a:solidFill>
                        <a:srgbClr val="D8D1C9"/>
                      </a:solidFill>
                      <a:prstDash val="solid"/>
                    </a:lnR>
                    <a:lnB w="6668">
                      <a:solidFill>
                        <a:srgbClr val="D8D1C9"/>
                      </a:solidFill>
                      <a:prstDash val="solid"/>
                    </a:lnB>
                    <a:solidFill>
                      <a:srgbClr val="FFFFFF"/>
                    </a:solidFill>
                  </a:tcPr>
                </a:tc>
              </a:tr>
              <a:tr h="576263">
                <a:tc>
                  <a:txBody>
                    <a:bodyPr/>
                    <a:lstStyle/>
                    <a:p>
                      <a:r>
                        <a:rPr sz="1950" b="0">
                          <a:solidFill>
                            <a:srgbClr val="575757"/>
                          </a:solidFill>
                          <a:latin typeface="Microsoft YaHei"/>
                          <a:ea typeface="Microsoft YaHei"/>
                          <a:cs typeface="Microsoft YaHei"/>
                        </a:rPr>
                        <a:t>B</a:t>
                      </a:r>
                    </a:p>
                  </a:txBody>
                  <a:tcPr marL="114300" marR="114300" marT="76200" marB="76200" anchor="ctr">
                    <a:lnL w="6668">
                      <a:solidFill>
                        <a:srgbClr val="D8D1C9"/>
                      </a:solidFill>
                      <a:prstDash val="solid"/>
                    </a:lnL>
                    <a:lnR w="6668">
                      <a:solidFill>
                        <a:srgbClr val="D8D1C9"/>
                      </a:solidFill>
                      <a:prstDash val="solid"/>
                    </a:lnR>
                    <a:lnB w="6668">
                      <a:solidFill>
                        <a:srgbClr val="D8D1C9"/>
                      </a:solidFill>
                      <a:prstDash val="solid"/>
                    </a:lnB>
                    <a:solidFill>
                      <a:srgbClr val="F7F3EE"/>
                    </a:solidFill>
                  </a:tcPr>
                </a:tc>
                <a:tc>
                  <a:txBody>
                    <a:bodyPr/>
                    <a:lstStyle/>
                    <a:p>
                      <a:r>
                        <a:rPr sz="1950" b="0">
                          <a:solidFill>
                            <a:srgbClr val="575757"/>
                          </a:solidFill>
                          <a:latin typeface="Microsoft YaHei"/>
                          <a:ea typeface="Microsoft YaHei"/>
                          <a:cs typeface="Microsoft YaHei"/>
                        </a:rPr>
                        <a:t>60</a:t>
                      </a:r>
                    </a:p>
                  </a:txBody>
                  <a:tcPr marL="114300" marR="114300" marT="76200" marB="76200" anchor="ctr">
                    <a:lnR w="6668">
                      <a:solidFill>
                        <a:srgbClr val="D8D1C9"/>
                      </a:solidFill>
                      <a:prstDash val="solid"/>
                    </a:lnR>
                    <a:lnB w="6668">
                      <a:solidFill>
                        <a:srgbClr val="D8D1C9"/>
                      </a:solidFill>
                      <a:prstDash val="solid"/>
                    </a:lnB>
                    <a:solidFill>
                      <a:srgbClr val="F7F3EE"/>
                    </a:solidFill>
                  </a:tcPr>
                </a:tc>
                <a:tc>
                  <a:txBody>
                    <a:bodyPr/>
                    <a:lstStyle/>
                    <a:p>
                      <a:r>
                        <a:rPr sz="1950" b="0">
                          <a:solidFill>
                            <a:srgbClr val="575757"/>
                          </a:solidFill>
                          <a:latin typeface="Microsoft YaHei"/>
                          <a:ea typeface="Microsoft YaHei"/>
                          <a:cs typeface="Microsoft YaHei"/>
                        </a:rPr>
                        <a:t>Completed</a:t>
                      </a:r>
                    </a:p>
                  </a:txBody>
                  <a:tcPr marL="114300" marR="114300" marT="76200" marB="76200" anchor="ctr">
                    <a:lnR w="6668">
                      <a:solidFill>
                        <a:srgbClr val="D8D1C9"/>
                      </a:solidFill>
                      <a:prstDash val="solid"/>
                    </a:lnR>
                    <a:lnB w="6668">
                      <a:solidFill>
                        <a:srgbClr val="D8D1C9"/>
                      </a:solidFill>
                      <a:prstDash val="solid"/>
                    </a:lnB>
                    <a:solidFill>
                      <a:srgbClr val="F7F3EE"/>
                    </a:solidFill>
                  </a:tcPr>
                </a:tc>
              </a:tr>
              <a:tr h="576263">
                <a:tc>
                  <a:txBody>
                    <a:bodyPr/>
                    <a:lstStyle/>
                    <a:p>
                      <a:r>
                        <a:rPr sz="1950" b="0">
                          <a:solidFill>
                            <a:srgbClr val="575757"/>
                          </a:solidFill>
                          <a:latin typeface="Microsoft YaHei"/>
                          <a:ea typeface="Microsoft YaHei"/>
                          <a:cs typeface="Microsoft YaHei"/>
                        </a:rPr>
                        <a:t>C</a:t>
                      </a:r>
                    </a:p>
                  </a:txBody>
                  <a:tcPr marL="114300" marR="114300" marT="76200" marB="76200" anchor="ctr">
                    <a:lnL w="6668">
                      <a:solidFill>
                        <a:srgbClr val="D8D1C9"/>
                      </a:solidFill>
                      <a:prstDash val="solid"/>
                    </a:lnL>
                    <a:lnR w="6668">
                      <a:solidFill>
                        <a:srgbClr val="D8D1C9"/>
                      </a:solidFill>
                      <a:prstDash val="solid"/>
                    </a:lnR>
                    <a:lnB w="6668">
                      <a:solidFill>
                        <a:srgbClr val="D8D1C9"/>
                      </a:solidFill>
                      <a:prstDash val="solid"/>
                    </a:lnB>
                    <a:solidFill>
                      <a:srgbClr val="FFFFFF"/>
                    </a:solidFill>
                  </a:tcPr>
                </a:tc>
                <a:tc>
                  <a:txBody>
                    <a:bodyPr/>
                    <a:lstStyle/>
                    <a:p>
                      <a:r>
                        <a:rPr sz="1950" b="0">
                          <a:solidFill>
                            <a:srgbClr val="575757"/>
                          </a:solidFill>
                          <a:latin typeface="Microsoft YaHei"/>
                          <a:ea typeface="Microsoft YaHei"/>
                          <a:cs typeface="Microsoft YaHei"/>
                        </a:rPr>
                        <a:t>20</a:t>
                      </a:r>
                    </a:p>
                  </a:txBody>
                  <a:tcPr marL="114300" marR="114300" marT="76200" marB="76200" anchor="ctr">
                    <a:lnR w="6668">
                      <a:solidFill>
                        <a:srgbClr val="D8D1C9"/>
                      </a:solidFill>
                      <a:prstDash val="solid"/>
                    </a:lnR>
                    <a:lnB w="6668">
                      <a:solidFill>
                        <a:srgbClr val="D8D1C9"/>
                      </a:solidFill>
                      <a:prstDash val="solid"/>
                    </a:lnB>
                    <a:solidFill>
                      <a:srgbClr val="FFFFFF"/>
                    </a:solidFill>
                  </a:tcPr>
                </a:tc>
                <a:tc>
                  <a:txBody>
                    <a:bodyPr/>
                    <a:lstStyle/>
                    <a:p>
                      <a:r>
                        <a:rPr sz="1950" b="0">
                          <a:solidFill>
                            <a:srgbClr val="575757"/>
                          </a:solidFill>
                          <a:latin typeface="Microsoft YaHei"/>
                          <a:ea typeface="Microsoft YaHei"/>
                          <a:cs typeface="Microsoft YaHei"/>
                        </a:rPr>
                        <a:t>Cancelled</a:t>
                      </a:r>
                    </a:p>
                  </a:txBody>
                  <a:tcPr marL="114300" marR="114300" marT="76200" marB="76200" anchor="ctr">
                    <a:lnR w="6668">
                      <a:solidFill>
                        <a:srgbClr val="D8D1C9"/>
                      </a:solidFill>
                      <a:prstDash val="solid"/>
                    </a:lnR>
                    <a:lnB w="6668">
                      <a:solidFill>
                        <a:srgbClr val="D8D1C9"/>
                      </a:solidFill>
                      <a:prstDash val="solid"/>
                    </a:lnB>
                    <a:solidFill>
                      <a:srgbClr val="FFFFFF"/>
                    </a:solidFill>
                  </a:tcPr>
                </a:tc>
              </a:tr>
            </a:tbl>
          </a:graphicData>
        </a:graphic>
      </p:graphicFrame>
      <p:sp>
        <p:nvSpPr>
          <p:cNvPr id="7" name="rule-label">
            <a:extLst xmlns:a="http://schemas.openxmlformats.org/drawingml/2006/main">
              <a:ext uri="{FF2B5EF4-FFF2-40B4-BE49-F238E27FC236}">
                <a16:creationId xmlns:a16="http://schemas.microsoft.com/office/drawing/2014/main" id="{9CC4987C-064A-40F6-BA0B-B1996EACCEA1}"/>
              </a:ext>
            </a:extLst>
          </p:cNvPr>
          <p:cNvSpPr>
            <a:spLocks xmlns:a="http://schemas.openxmlformats.org/drawingml/2006/main" noGrp="1"/>
          </p:cNvSpPr>
          <p:nvPr/>
        </p:nvSpPr>
        <p:spPr>
          <a:xfrm xmlns:a="http://schemas.openxmlformats.org/drawingml/2006/main">
            <a:off x="6286500" y="3048000"/>
            <a:ext cx="5143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1">
                <a:solidFill>
                  <a:srgbClr val="B81C22"/>
                </a:solidFill>
                <a:latin typeface="Microsoft YaHei"/>
                <a:ea typeface="Microsoft YaHei"/>
                <a:cs typeface="Microsoft YaHei"/>
              </a:defRPr>
            </a:defPPr>
            <a:lvl1pPr>
              <a:defRPr sz="2175" b="1">
                <a:solidFill>
                  <a:srgbClr val="B81C22"/>
                </a:solidFill>
                <a:latin typeface="Microsoft YaHei"/>
                <a:ea typeface="Microsoft YaHei"/>
                <a:cs typeface="Microsoft YaHei"/>
              </a:defRPr>
            </a:lvl1pPr>
            <a:lvl2pPr>
              <a:defRPr sz="2175" b="1">
                <a:solidFill>
                  <a:srgbClr val="B81C22"/>
                </a:solidFill>
                <a:latin typeface="Microsoft YaHei"/>
                <a:ea typeface="Microsoft YaHei"/>
                <a:cs typeface="Microsoft YaHei"/>
              </a:defRPr>
            </a:lvl2pPr>
            <a:lvl3pPr>
              <a:defRPr sz="2175" b="1">
                <a:solidFill>
                  <a:srgbClr val="B81C22"/>
                </a:solidFill>
                <a:latin typeface="Microsoft YaHei"/>
                <a:ea typeface="Microsoft YaHei"/>
                <a:cs typeface="Microsoft YaHei"/>
              </a:defRPr>
            </a:lvl3pPr>
            <a:lvl4pPr>
              <a:defRPr sz="2175" b="1">
                <a:solidFill>
                  <a:srgbClr val="B81C22"/>
                </a:solidFill>
                <a:latin typeface="Microsoft YaHei"/>
                <a:ea typeface="Microsoft YaHei"/>
                <a:cs typeface="Microsoft YaHei"/>
              </a:defRPr>
            </a:lvl4pPr>
            <a:lvl5pPr>
              <a:defRPr sz="2175" b="1">
                <a:solidFill>
                  <a:srgbClr val="B81C22"/>
                </a:solidFill>
                <a:latin typeface="Microsoft YaHei"/>
                <a:ea typeface="Microsoft YaHei"/>
                <a:cs typeface="Microsoft YaHei"/>
              </a:defRPr>
            </a:lvl5pPr>
            <a:lvl6pPr>
              <a:defRPr sz="2175" b="1">
                <a:solidFill>
                  <a:srgbClr val="B81C22"/>
                </a:solidFill>
                <a:latin typeface="Microsoft YaHei"/>
                <a:ea typeface="Microsoft YaHei"/>
                <a:cs typeface="Microsoft YaHei"/>
              </a:defRPr>
            </a:lvl6pPr>
            <a:lvl7pPr>
              <a:defRPr sz="2175" b="1">
                <a:solidFill>
                  <a:srgbClr val="B81C22"/>
                </a:solidFill>
                <a:latin typeface="Microsoft YaHei"/>
                <a:ea typeface="Microsoft YaHei"/>
                <a:cs typeface="Microsoft YaHei"/>
              </a:defRPr>
            </a:lvl7pPr>
            <a:lvl8pPr>
              <a:defRPr sz="2175" b="1">
                <a:solidFill>
                  <a:srgbClr val="B81C22"/>
                </a:solidFill>
                <a:latin typeface="Microsoft YaHei"/>
                <a:ea typeface="Microsoft YaHei"/>
                <a:cs typeface="Microsoft YaHei"/>
              </a:defRPr>
            </a:lvl8pPr>
            <a:lvl9pPr>
              <a:defRPr sz="2175" b="1">
                <a:solidFill>
                  <a:srgbClr val="B81C22"/>
                </a:solidFill>
                <a:latin typeface="Microsoft YaHei"/>
                <a:ea typeface="Microsoft YaHei"/>
                <a:cs typeface="Microsoft YaHei"/>
              </a:defRPr>
            </a:lvl9pPr>
          </a:lstStyle>
          <a:p xmlns:a="http://schemas.openxmlformats.org/drawingml/2006/main">
            <a:pPr>
              <a:defRPr sz="2175" b="1">
                <a:solidFill>
                  <a:srgbClr val="B81C22"/>
                </a:solidFill>
                <a:latin typeface="Microsoft YaHei"/>
                <a:ea typeface="Microsoft YaHei"/>
                <a:cs typeface="Microsoft YaHei"/>
              </a:defRPr>
            </a:pPr>
            <a:r>
              <a:rPr sz="2175" b="1">
                <a:solidFill>
                  <a:srgbClr val="B81C22"/>
                </a:solidFill>
                <a:latin typeface="Microsoft YaHei"/>
                <a:ea typeface="Microsoft YaHei"/>
                <a:cs typeface="Microsoft YaHei"/>
              </a:rPr>
              <a:t>Business definition</a:t>
            </a:r>
          </a:p>
        </p:txBody>
      </p:sp>
      <p:sp>
        <p:nvSpPr>
          <p:cNvPr id="8" name="rule">
            <a:extLst xmlns:a="http://schemas.openxmlformats.org/drawingml/2006/main">
              <a:ext uri="{FF2B5EF4-FFF2-40B4-BE49-F238E27FC236}">
                <a16:creationId xmlns:a16="http://schemas.microsoft.com/office/drawing/2014/main" id="{553CEE05-D9C1-48E8-B625-84873D5BBBCC}"/>
              </a:ext>
            </a:extLst>
          </p:cNvPr>
          <p:cNvSpPr>
            <a:spLocks xmlns:a="http://schemas.openxmlformats.org/drawingml/2006/main" noGrp="1"/>
          </p:cNvSpPr>
          <p:nvPr/>
        </p:nvSpPr>
        <p:spPr>
          <a:xfrm xmlns:a="http://schemas.openxmlformats.org/drawingml/2006/main">
            <a:off x="6286500" y="3495675"/>
            <a:ext cx="50958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575757"/>
                </a:solidFill>
                <a:latin typeface="Microsoft YaHei"/>
                <a:ea typeface="Microsoft YaHei"/>
                <a:cs typeface="Microsoft YaHei"/>
              </a:defRPr>
            </a:defPPr>
            <a:lvl1pPr>
              <a:defRPr sz="2175" b="0">
                <a:solidFill>
                  <a:srgbClr val="575757"/>
                </a:solidFill>
                <a:latin typeface="Microsoft YaHei"/>
                <a:ea typeface="Microsoft YaHei"/>
                <a:cs typeface="Microsoft YaHei"/>
              </a:defRPr>
            </a:lvl1pPr>
            <a:lvl2pPr>
              <a:defRPr sz="2175" b="0">
                <a:solidFill>
                  <a:srgbClr val="575757"/>
                </a:solidFill>
                <a:latin typeface="Microsoft YaHei"/>
                <a:ea typeface="Microsoft YaHei"/>
                <a:cs typeface="Microsoft YaHei"/>
              </a:defRPr>
            </a:lvl2pPr>
            <a:lvl3pPr>
              <a:defRPr sz="2175" b="0">
                <a:solidFill>
                  <a:srgbClr val="575757"/>
                </a:solidFill>
                <a:latin typeface="Microsoft YaHei"/>
                <a:ea typeface="Microsoft YaHei"/>
                <a:cs typeface="Microsoft YaHei"/>
              </a:defRPr>
            </a:lvl3pPr>
            <a:lvl4pPr>
              <a:defRPr sz="2175" b="0">
                <a:solidFill>
                  <a:srgbClr val="575757"/>
                </a:solidFill>
                <a:latin typeface="Microsoft YaHei"/>
                <a:ea typeface="Microsoft YaHei"/>
                <a:cs typeface="Microsoft YaHei"/>
              </a:defRPr>
            </a:lvl4pPr>
            <a:lvl5pPr>
              <a:defRPr sz="2175" b="0">
                <a:solidFill>
                  <a:srgbClr val="575757"/>
                </a:solidFill>
                <a:latin typeface="Microsoft YaHei"/>
                <a:ea typeface="Microsoft YaHei"/>
                <a:cs typeface="Microsoft YaHei"/>
              </a:defRPr>
            </a:lvl5pPr>
            <a:lvl6pPr>
              <a:defRPr sz="2175" b="0">
                <a:solidFill>
                  <a:srgbClr val="575757"/>
                </a:solidFill>
                <a:latin typeface="Microsoft YaHei"/>
                <a:ea typeface="Microsoft YaHei"/>
                <a:cs typeface="Microsoft YaHei"/>
              </a:defRPr>
            </a:lvl6pPr>
            <a:lvl7pPr>
              <a:defRPr sz="2175" b="0">
                <a:solidFill>
                  <a:srgbClr val="575757"/>
                </a:solidFill>
                <a:latin typeface="Microsoft YaHei"/>
                <a:ea typeface="Microsoft YaHei"/>
                <a:cs typeface="Microsoft YaHei"/>
              </a:defRPr>
            </a:lvl7pPr>
            <a:lvl8pPr>
              <a:defRPr sz="2175" b="0">
                <a:solidFill>
                  <a:srgbClr val="575757"/>
                </a:solidFill>
                <a:latin typeface="Microsoft YaHei"/>
                <a:ea typeface="Microsoft YaHei"/>
                <a:cs typeface="Microsoft YaHei"/>
              </a:defRPr>
            </a:lvl8pPr>
            <a:lvl9pPr>
              <a:defRPr sz="2175" b="0">
                <a:solidFill>
                  <a:srgbClr val="575757"/>
                </a:solidFill>
                <a:latin typeface="Microsoft YaHei"/>
                <a:ea typeface="Microsoft YaHei"/>
                <a:cs typeface="Microsoft YaHei"/>
              </a:defRPr>
            </a:lvl9pPr>
          </a:lstStyle>
          <a:p xmlns:a="http://schemas.openxmlformats.org/drawingml/2006/main">
            <a:pPr>
              <a:defRPr sz="2175" b="0">
                <a:solidFill>
                  <a:srgbClr val="575757"/>
                </a:solidFill>
                <a:latin typeface="Microsoft YaHei"/>
                <a:ea typeface="Microsoft YaHei"/>
                <a:cs typeface="Microsoft YaHei"/>
              </a:defRPr>
            </a:pPr>
            <a:r>
              <a:rPr sz="2175" b="0">
                <a:solidFill>
                  <a:srgbClr val="575757"/>
                </a:solidFill>
                <a:latin typeface="Microsoft YaHei"/>
                <a:ea typeface="Microsoft YaHei"/>
                <a:cs typeface="Microsoft YaHei"/>
              </a:rPr>
              <a:t>Include completed sales only.</a:t>
            </a:r>
          </a:p>
          <a:p xmlns:a="http://schemas.openxmlformats.org/drawingml/2006/main">
            <a:pPr>
              <a:defRPr sz="2175" b="0">
                <a:solidFill>
                  <a:srgbClr val="575757"/>
                </a:solidFill>
                <a:latin typeface="Microsoft YaHei"/>
                <a:ea typeface="Microsoft YaHei"/>
                <a:cs typeface="Microsoft YaHei"/>
              </a:defRPr>
            </a:pPr>
            <a:r>
              <a:rPr sz="2175" b="0">
                <a:solidFill>
                  <a:srgbClr val="575757"/>
                </a:solidFill>
                <a:latin typeface="Microsoft YaHei"/>
                <a:ea typeface="Microsoft YaHei"/>
                <a:cs typeface="Microsoft YaHei"/>
              </a:rPr>
              <a:t>Count customers with a completed sale.</a:t>
            </a:r>
          </a:p>
        </p:txBody>
      </p:sp>
      <p:sp>
        <p:nvSpPr>
          <p:cNvPr id="9" name="results">
            <a:extLst xmlns:a="http://schemas.openxmlformats.org/drawingml/2006/main">
              <a:ext uri="{FF2B5EF4-FFF2-40B4-BE49-F238E27FC236}">
                <a16:creationId xmlns:a16="http://schemas.microsoft.com/office/drawing/2014/main" id="{844F51F8-4CA4-4104-B55A-541DE58D517A}"/>
              </a:ext>
            </a:extLst>
          </p:cNvPr>
          <p:cNvSpPr>
            <a:spLocks xmlns:a="http://schemas.openxmlformats.org/drawingml/2006/main" noGrp="1"/>
          </p:cNvSpPr>
          <p:nvPr/>
        </p:nvSpPr>
        <p:spPr>
          <a:xfrm xmlns:a="http://schemas.openxmlformats.org/drawingml/2006/main">
            <a:off x="6286500" y="4552950"/>
            <a:ext cx="5095875"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400" b="1">
                <a:solidFill>
                  <a:srgbClr val="303030"/>
                </a:solidFill>
                <a:latin typeface="Microsoft YaHei"/>
                <a:ea typeface="Microsoft YaHei"/>
                <a:cs typeface="Microsoft YaHei"/>
              </a:defRPr>
            </a:defPPr>
            <a:lvl1pPr>
              <a:defRPr sz="2400" b="1">
                <a:solidFill>
                  <a:srgbClr val="303030"/>
                </a:solidFill>
                <a:latin typeface="Microsoft YaHei"/>
                <a:ea typeface="Microsoft YaHei"/>
                <a:cs typeface="Microsoft YaHei"/>
              </a:defRPr>
            </a:lvl1pPr>
            <a:lvl2pPr>
              <a:defRPr sz="2400" b="1">
                <a:solidFill>
                  <a:srgbClr val="303030"/>
                </a:solidFill>
                <a:latin typeface="Microsoft YaHei"/>
                <a:ea typeface="Microsoft YaHei"/>
                <a:cs typeface="Microsoft YaHei"/>
              </a:defRPr>
            </a:lvl2pPr>
            <a:lvl3pPr>
              <a:defRPr sz="2400" b="1">
                <a:solidFill>
                  <a:srgbClr val="303030"/>
                </a:solidFill>
                <a:latin typeface="Microsoft YaHei"/>
                <a:ea typeface="Microsoft YaHei"/>
                <a:cs typeface="Microsoft YaHei"/>
              </a:defRPr>
            </a:lvl3pPr>
            <a:lvl4pPr>
              <a:defRPr sz="2400" b="1">
                <a:solidFill>
                  <a:srgbClr val="303030"/>
                </a:solidFill>
                <a:latin typeface="Microsoft YaHei"/>
                <a:ea typeface="Microsoft YaHei"/>
                <a:cs typeface="Microsoft YaHei"/>
              </a:defRPr>
            </a:lvl4pPr>
            <a:lvl5pPr>
              <a:defRPr sz="2400" b="1">
                <a:solidFill>
                  <a:srgbClr val="303030"/>
                </a:solidFill>
                <a:latin typeface="Microsoft YaHei"/>
                <a:ea typeface="Microsoft YaHei"/>
                <a:cs typeface="Microsoft YaHei"/>
              </a:defRPr>
            </a:lvl5pPr>
            <a:lvl6pPr>
              <a:defRPr sz="2400" b="1">
                <a:solidFill>
                  <a:srgbClr val="303030"/>
                </a:solidFill>
                <a:latin typeface="Microsoft YaHei"/>
                <a:ea typeface="Microsoft YaHei"/>
                <a:cs typeface="Microsoft YaHei"/>
              </a:defRPr>
            </a:lvl6pPr>
            <a:lvl7pPr>
              <a:defRPr sz="2400" b="1">
                <a:solidFill>
                  <a:srgbClr val="303030"/>
                </a:solidFill>
                <a:latin typeface="Microsoft YaHei"/>
                <a:ea typeface="Microsoft YaHei"/>
                <a:cs typeface="Microsoft YaHei"/>
              </a:defRPr>
            </a:lvl7pPr>
            <a:lvl8pPr>
              <a:defRPr sz="2400" b="1">
                <a:solidFill>
                  <a:srgbClr val="303030"/>
                </a:solidFill>
                <a:latin typeface="Microsoft YaHei"/>
                <a:ea typeface="Microsoft YaHei"/>
                <a:cs typeface="Microsoft YaHei"/>
              </a:defRPr>
            </a:lvl8pPr>
            <a:lvl9pPr>
              <a:defRPr sz="2400" b="1">
                <a:solidFill>
                  <a:srgbClr val="303030"/>
                </a:solidFill>
                <a:latin typeface="Microsoft YaHei"/>
                <a:ea typeface="Microsoft YaHei"/>
                <a:cs typeface="Microsoft YaHei"/>
              </a:defRPr>
            </a:lvl9pPr>
          </a:lstStyle>
          <a:p xmlns:a="http://schemas.openxmlformats.org/drawingml/2006/main">
            <a:pPr>
              <a:defRPr sz="2400" b="1">
                <a:solidFill>
                  <a:srgbClr val="303030"/>
                </a:solidFill>
                <a:latin typeface="Microsoft YaHei"/>
                <a:ea typeface="Microsoft YaHei"/>
                <a:cs typeface="Microsoft YaHei"/>
              </a:defRPr>
            </a:pPr>
            <a:r>
              <a:rPr sz="2400" b="1">
                <a:solidFill>
                  <a:srgbClr val="303030"/>
                </a:solidFill>
                <a:latin typeface="Microsoft YaHei"/>
                <a:ea typeface="Microsoft YaHei"/>
                <a:cs typeface="Microsoft YaHei"/>
              </a:rPr>
              <a:t>All rows: 180 / 3 = 60</a:t>
            </a:r>
          </a:p>
          <a:p xmlns:a="http://schemas.openxmlformats.org/drawingml/2006/main">
            <a:pPr>
              <a:defRPr sz="2400" b="1">
                <a:solidFill>
                  <a:srgbClr val="303030"/>
                </a:solidFill>
                <a:latin typeface="Microsoft YaHei"/>
                <a:ea typeface="Microsoft YaHei"/>
                <a:cs typeface="Microsoft YaHei"/>
              </a:defRPr>
            </a:pPr>
            <a:r>
              <a:rPr sz="2400" b="1">
                <a:solidFill>
                  <a:srgbClr val="303030"/>
                </a:solidFill>
                <a:latin typeface="Microsoft YaHei"/>
                <a:ea typeface="Microsoft YaHei"/>
                <a:cs typeface="Microsoft YaHei"/>
              </a:rPr>
              <a:t>Applicable rule: 160 / 2 = 80</a:t>
            </a:r>
          </a:p>
        </p:txBody>
      </p:sp>
      <p:sp>
        <p:nvSpPr>
          <p:cNvPr id="10" name="example-note">
            <a:extLst xmlns:a="http://schemas.openxmlformats.org/drawingml/2006/main">
              <a:ext uri="{FF2B5EF4-FFF2-40B4-BE49-F238E27FC236}">
                <a16:creationId xmlns:a16="http://schemas.microsoft.com/office/drawing/2014/main" id="{1ED83CB2-E819-44EE-82AF-2671364AA1CE}"/>
              </a:ext>
            </a:extLst>
          </p:cNvPr>
          <p:cNvSpPr>
            <a:spLocks xmlns:a="http://schemas.openxmlformats.org/drawingml/2006/main" noGrp="1"/>
          </p:cNvSpPr>
          <p:nvPr/>
        </p:nvSpPr>
        <p:spPr>
          <a:xfrm xmlns:a="http://schemas.openxmlformats.org/drawingml/2006/main">
            <a:off x="571500" y="5705475"/>
            <a:ext cx="10858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575" b="0">
                <a:solidFill>
                  <a:srgbClr val="575757"/>
                </a:solidFill>
                <a:latin typeface="Microsoft YaHei"/>
                <a:ea typeface="Microsoft YaHei"/>
                <a:cs typeface="Microsoft YaHei"/>
              </a:defRPr>
            </a:defPPr>
            <a:lvl1pPr>
              <a:defRPr sz="1575" b="0">
                <a:solidFill>
                  <a:srgbClr val="575757"/>
                </a:solidFill>
                <a:latin typeface="Microsoft YaHei"/>
                <a:ea typeface="Microsoft YaHei"/>
                <a:cs typeface="Microsoft YaHei"/>
              </a:defRPr>
            </a:lvl1pPr>
            <a:lvl2pPr>
              <a:defRPr sz="1575" b="0">
                <a:solidFill>
                  <a:srgbClr val="575757"/>
                </a:solidFill>
                <a:latin typeface="Microsoft YaHei"/>
                <a:ea typeface="Microsoft YaHei"/>
                <a:cs typeface="Microsoft YaHei"/>
              </a:defRPr>
            </a:lvl2pPr>
            <a:lvl3pPr>
              <a:defRPr sz="1575" b="0">
                <a:solidFill>
                  <a:srgbClr val="575757"/>
                </a:solidFill>
                <a:latin typeface="Microsoft YaHei"/>
                <a:ea typeface="Microsoft YaHei"/>
                <a:cs typeface="Microsoft YaHei"/>
              </a:defRPr>
            </a:lvl3pPr>
            <a:lvl4pPr>
              <a:defRPr sz="1575" b="0">
                <a:solidFill>
                  <a:srgbClr val="575757"/>
                </a:solidFill>
                <a:latin typeface="Microsoft YaHei"/>
                <a:ea typeface="Microsoft YaHei"/>
                <a:cs typeface="Microsoft YaHei"/>
              </a:defRPr>
            </a:lvl4pPr>
            <a:lvl5pPr>
              <a:defRPr sz="1575" b="0">
                <a:solidFill>
                  <a:srgbClr val="575757"/>
                </a:solidFill>
                <a:latin typeface="Microsoft YaHei"/>
                <a:ea typeface="Microsoft YaHei"/>
                <a:cs typeface="Microsoft YaHei"/>
              </a:defRPr>
            </a:lvl5pPr>
            <a:lvl6pPr>
              <a:defRPr sz="1575" b="0">
                <a:solidFill>
                  <a:srgbClr val="575757"/>
                </a:solidFill>
                <a:latin typeface="Microsoft YaHei"/>
                <a:ea typeface="Microsoft YaHei"/>
                <a:cs typeface="Microsoft YaHei"/>
              </a:defRPr>
            </a:lvl6pPr>
            <a:lvl7pPr>
              <a:defRPr sz="1575" b="0">
                <a:solidFill>
                  <a:srgbClr val="575757"/>
                </a:solidFill>
                <a:latin typeface="Microsoft YaHei"/>
                <a:ea typeface="Microsoft YaHei"/>
                <a:cs typeface="Microsoft YaHei"/>
              </a:defRPr>
            </a:lvl7pPr>
            <a:lvl8pPr>
              <a:defRPr sz="1575" b="0">
                <a:solidFill>
                  <a:srgbClr val="575757"/>
                </a:solidFill>
                <a:latin typeface="Microsoft YaHei"/>
                <a:ea typeface="Microsoft YaHei"/>
                <a:cs typeface="Microsoft YaHei"/>
              </a:defRPr>
            </a:lvl8pPr>
            <a:lvl9pPr>
              <a:defRPr sz="1575" b="0">
                <a:solidFill>
                  <a:srgbClr val="575757"/>
                </a:solidFill>
                <a:latin typeface="Microsoft YaHei"/>
                <a:ea typeface="Microsoft YaHei"/>
                <a:cs typeface="Microsoft YaHei"/>
              </a:defRPr>
            </a:lvl9pPr>
          </a:lstStyle>
          <a:p xmlns:a="http://schemas.openxmlformats.org/drawingml/2006/main">
            <a:pPr>
              <a:defRPr sz="1575" b="0">
                <a:solidFill>
                  <a:srgbClr val="575757"/>
                </a:solidFill>
                <a:latin typeface="Microsoft YaHei"/>
                <a:ea typeface="Microsoft YaHei"/>
                <a:cs typeface="Microsoft YaHei"/>
              </a:defRPr>
            </a:pPr>
            <a:r>
              <a:rPr sz="1575" b="0">
                <a:solidFill>
                  <a:srgbClr val="575757"/>
                </a:solidFill>
                <a:latin typeface="Microsoft YaHei"/>
                <a:ea typeface="Microsoft YaHei"/>
                <a:cs typeface="Microsoft YaHei"/>
              </a:rPr>
              <a:t>Illustrative example. Both calculations execute, but answer different questions.</a:t>
            </a:r>
          </a:p>
        </p:txBody>
      </p:sp>
    </p:spTree>
    <p:extLst>
      <p:ext uri="{BB962C8B-B14F-4D97-AF65-F5344CB8AC3E}">
        <p14:creationId xmlns:p14="http://schemas.microsoft.com/office/powerpoint/2010/main" val="910577282"/>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E547F508-C267-4F51-81A9-677A24AAAAB8}"/>
              </a:ext>
            </a:extLst>
          </p:cNvPr>
          <p:cNvSpPr>
            <a:spLocks xmlns:a="http://schemas.openxmlformats.org/drawingml/2006/main" noGrp="1"/>
          </p:cNvSpPr>
          <p:nvPr>
            <p:ph type="title" idx="0"/>
          </p:nvPr>
        </p:nvSpPr>
        <p:spPr>
          <a:xfrm xmlns:a="http://schemas.openxmlformats.org/drawingml/2006/main">
            <a:off x="474821" y="998125"/>
            <a:ext cx="11239500" cy="704850"/>
          </a:xfrm>
        </p:spPr>
        <p:txBody>
          <a:bodyPr xmlns:a="http://schemas.openxmlformats.org/drawingml/2006/main" lIns="0" tIns="0" rIns="0" bIns="0">
            <a:normAutofit fontScale="100000"/>
          </a:bodyPr>
          <a:lstStyle xmlns:a="http://schemas.openxmlformats.org/drawingml/2006/main">
            <a:defPPr>
              <a:defRPr sz="3960">
                <a:solidFill>
                  <a:srgbClr val="B81C22"/>
                </a:solidFill>
                <a:latin typeface="Microsoft YaHei"/>
                <a:ea typeface="Microsoft YaHei"/>
                <a:cs typeface="Microsoft YaHei"/>
              </a:defRPr>
            </a:defPPr>
            <a:lvl1pPr>
              <a:defRPr sz="3960">
                <a:solidFill>
                  <a:srgbClr val="B81C22"/>
                </a:solidFill>
                <a:latin typeface="Microsoft YaHei"/>
                <a:ea typeface="Microsoft YaHei"/>
                <a:cs typeface="Microsoft YaHei"/>
              </a:defRPr>
            </a:lvl1pPr>
            <a:lvl2pPr>
              <a:defRPr sz="3960">
                <a:solidFill>
                  <a:srgbClr val="B81C22"/>
                </a:solidFill>
                <a:latin typeface="Microsoft YaHei"/>
                <a:ea typeface="Microsoft YaHei"/>
                <a:cs typeface="Microsoft YaHei"/>
              </a:defRPr>
            </a:lvl2pPr>
            <a:lvl3pPr>
              <a:defRPr sz="3960">
                <a:solidFill>
                  <a:srgbClr val="B81C22"/>
                </a:solidFill>
                <a:latin typeface="Microsoft YaHei"/>
                <a:ea typeface="Microsoft YaHei"/>
                <a:cs typeface="Microsoft YaHei"/>
              </a:defRPr>
            </a:lvl3pPr>
            <a:lvl4pPr>
              <a:defRPr sz="3960">
                <a:solidFill>
                  <a:srgbClr val="B81C22"/>
                </a:solidFill>
                <a:latin typeface="Microsoft YaHei"/>
                <a:ea typeface="Microsoft YaHei"/>
                <a:cs typeface="Microsoft YaHei"/>
              </a:defRPr>
            </a:lvl4pPr>
            <a:lvl5pPr>
              <a:defRPr sz="3960">
                <a:solidFill>
                  <a:srgbClr val="B81C22"/>
                </a:solidFill>
                <a:latin typeface="Microsoft YaHei"/>
                <a:ea typeface="Microsoft YaHei"/>
                <a:cs typeface="Microsoft YaHei"/>
              </a:defRPr>
            </a:lvl5pPr>
            <a:lvl6pPr>
              <a:defRPr sz="3960">
                <a:solidFill>
                  <a:srgbClr val="B81C22"/>
                </a:solidFill>
                <a:latin typeface="Microsoft YaHei"/>
                <a:ea typeface="Microsoft YaHei"/>
                <a:cs typeface="Microsoft YaHei"/>
              </a:defRPr>
            </a:lvl6pPr>
            <a:lvl7pPr>
              <a:defRPr sz="3960">
                <a:solidFill>
                  <a:srgbClr val="B81C22"/>
                </a:solidFill>
                <a:latin typeface="Microsoft YaHei"/>
                <a:ea typeface="Microsoft YaHei"/>
                <a:cs typeface="Microsoft YaHei"/>
              </a:defRPr>
            </a:lvl7pPr>
            <a:lvl8pPr>
              <a:defRPr sz="3960">
                <a:solidFill>
                  <a:srgbClr val="B81C22"/>
                </a:solidFill>
                <a:latin typeface="Microsoft YaHei"/>
                <a:ea typeface="Microsoft YaHei"/>
                <a:cs typeface="Microsoft YaHei"/>
              </a:defRPr>
            </a:lvl8pPr>
            <a:lvl9pPr>
              <a:defRPr sz="3960">
                <a:solidFill>
                  <a:srgbClr val="B81C22"/>
                </a:solidFill>
                <a:latin typeface="Microsoft YaHei"/>
                <a:ea typeface="Microsoft YaHei"/>
                <a:cs typeface="Microsoft YaHei"/>
              </a:defRPr>
            </a:lvl9pPr>
          </a:lstStyle>
          <a:p xmlns:a="http://schemas.openxmlformats.org/drawingml/2006/main">
            <a:pPr>
              <a:defRPr sz="3960">
                <a:solidFill>
                  <a:srgbClr val="B81C22"/>
                </a:solidFill>
                <a:latin typeface="Microsoft YaHei"/>
                <a:ea typeface="Microsoft YaHei"/>
                <a:cs typeface="Microsoft YaHei"/>
              </a:defRPr>
            </a:pPr>
            <a:r>
              <a:rPr sz="3960">
                <a:solidFill>
                  <a:srgbClr val="B81C22"/>
                </a:solidFill>
                <a:latin typeface="Microsoft YaHei"/>
                <a:ea typeface="Microsoft YaHei"/>
                <a:cs typeface="Microsoft YaHei"/>
              </a:rPr>
              <a:t>Background</a:t>
            </a:r>
            <a:endParaRPr/>
          </a:p>
        </p:txBody>
      </p:sp>
      <p:sp>
        <p:nvSpPr>
          <p:cNvPr id="3" name="content-heading">
            <a:extLst xmlns:a="http://schemas.openxmlformats.org/drawingml/2006/main">
              <a:ext uri="{FF2B5EF4-FFF2-40B4-BE49-F238E27FC236}">
                <a16:creationId xmlns:a16="http://schemas.microsoft.com/office/drawing/2014/main" id="{B6921CE3-F1FA-462C-9F27-09A8CB145944}"/>
              </a:ext>
            </a:extLst>
          </p:cNvPr>
          <p:cNvSpPr>
            <a:spLocks xmlns:a="http://schemas.openxmlformats.org/drawingml/2006/main" noGrp="1"/>
          </p:cNvSpPr>
          <p:nvPr/>
        </p:nvSpPr>
        <p:spPr>
          <a:xfrm xmlns:a="http://schemas.openxmlformats.org/drawingml/2006/main">
            <a:off x="571500" y="1838325"/>
            <a:ext cx="1095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325" b="1">
                <a:solidFill>
                  <a:srgbClr val="303030"/>
                </a:solidFill>
                <a:latin typeface="Microsoft YaHei"/>
                <a:ea typeface="Microsoft YaHei"/>
                <a:cs typeface="Microsoft YaHei"/>
              </a:defRPr>
            </a:defPPr>
            <a:lvl1pPr>
              <a:defRPr sz="2325" b="1">
                <a:solidFill>
                  <a:srgbClr val="303030"/>
                </a:solidFill>
                <a:latin typeface="Microsoft YaHei"/>
                <a:ea typeface="Microsoft YaHei"/>
                <a:cs typeface="Microsoft YaHei"/>
              </a:defRPr>
            </a:lvl1pPr>
            <a:lvl2pPr>
              <a:defRPr sz="2325" b="1">
                <a:solidFill>
                  <a:srgbClr val="303030"/>
                </a:solidFill>
                <a:latin typeface="Microsoft YaHei"/>
                <a:ea typeface="Microsoft YaHei"/>
                <a:cs typeface="Microsoft YaHei"/>
              </a:defRPr>
            </a:lvl2pPr>
            <a:lvl3pPr>
              <a:defRPr sz="2325" b="1">
                <a:solidFill>
                  <a:srgbClr val="303030"/>
                </a:solidFill>
                <a:latin typeface="Microsoft YaHei"/>
                <a:ea typeface="Microsoft YaHei"/>
                <a:cs typeface="Microsoft YaHei"/>
              </a:defRPr>
            </a:lvl3pPr>
            <a:lvl4pPr>
              <a:defRPr sz="2325" b="1">
                <a:solidFill>
                  <a:srgbClr val="303030"/>
                </a:solidFill>
                <a:latin typeface="Microsoft YaHei"/>
                <a:ea typeface="Microsoft YaHei"/>
                <a:cs typeface="Microsoft YaHei"/>
              </a:defRPr>
            </a:lvl4pPr>
            <a:lvl5pPr>
              <a:defRPr sz="2325" b="1">
                <a:solidFill>
                  <a:srgbClr val="303030"/>
                </a:solidFill>
                <a:latin typeface="Microsoft YaHei"/>
                <a:ea typeface="Microsoft YaHei"/>
                <a:cs typeface="Microsoft YaHei"/>
              </a:defRPr>
            </a:lvl5pPr>
            <a:lvl6pPr>
              <a:defRPr sz="2325" b="1">
                <a:solidFill>
                  <a:srgbClr val="303030"/>
                </a:solidFill>
                <a:latin typeface="Microsoft YaHei"/>
                <a:ea typeface="Microsoft YaHei"/>
                <a:cs typeface="Microsoft YaHei"/>
              </a:defRPr>
            </a:lvl6pPr>
            <a:lvl7pPr>
              <a:defRPr sz="2325" b="1">
                <a:solidFill>
                  <a:srgbClr val="303030"/>
                </a:solidFill>
                <a:latin typeface="Microsoft YaHei"/>
                <a:ea typeface="Microsoft YaHei"/>
                <a:cs typeface="Microsoft YaHei"/>
              </a:defRPr>
            </a:lvl7pPr>
            <a:lvl8pPr>
              <a:defRPr sz="2325" b="1">
                <a:solidFill>
                  <a:srgbClr val="303030"/>
                </a:solidFill>
                <a:latin typeface="Microsoft YaHei"/>
                <a:ea typeface="Microsoft YaHei"/>
                <a:cs typeface="Microsoft YaHei"/>
              </a:defRPr>
            </a:lvl8pPr>
            <a:lvl9pPr>
              <a:defRPr sz="2325" b="1">
                <a:solidFill>
                  <a:srgbClr val="303030"/>
                </a:solidFill>
                <a:latin typeface="Microsoft YaHei"/>
                <a:ea typeface="Microsoft YaHei"/>
                <a:cs typeface="Microsoft YaHei"/>
              </a:defRPr>
            </a:lvl9pPr>
          </a:lstStyle>
          <a:p xmlns:a="http://schemas.openxmlformats.org/drawingml/2006/main">
            <a:pPr>
              <a:defRPr sz="2325" b="1">
                <a:solidFill>
                  <a:srgbClr val="303030"/>
                </a:solidFill>
                <a:latin typeface="Microsoft YaHei"/>
                <a:ea typeface="Microsoft YaHei"/>
                <a:cs typeface="Microsoft YaHei"/>
              </a:defRPr>
            </a:pPr>
            <a:r>
              <a:rPr sz="2325" b="1">
                <a:solidFill>
                  <a:srgbClr val="303030"/>
                </a:solidFill>
                <a:latin typeface="Microsoft YaHei"/>
                <a:ea typeface="Microsoft YaHei"/>
                <a:cs typeface="Microsoft YaHei"/>
              </a:rPr>
              <a:t>Two Problems and Two Proposed Mechanisms</a:t>
            </a:r>
          </a:p>
        </p:txBody>
      </p:sp>
      <p:sp>
        <p:nvSpPr>
          <p:cNvPr id="4" name="page">
            <a:extLst xmlns:a="http://schemas.openxmlformats.org/drawingml/2006/main">
              <a:ext uri="{FF2B5EF4-FFF2-40B4-BE49-F238E27FC236}">
                <a16:creationId xmlns:a16="http://schemas.microsoft.com/office/drawing/2014/main" id="{D41B1066-83E5-4805-9F2E-D7CCEE1F1287}"/>
              </a:ext>
            </a:extLst>
          </p:cNvPr>
          <p:cNvSpPr>
            <a:spLocks xmlns:a="http://schemas.openxmlformats.org/drawingml/2006/main" noGrp="1"/>
          </p:cNvSpPr>
          <p:nvPr/>
        </p:nvSpPr>
        <p:spPr>
          <a:xfrm xmlns:a="http://schemas.openxmlformats.org/drawingml/2006/main">
            <a:off x="10763250" y="6343650"/>
            <a:ext cx="95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0">
                <a:solidFill>
                  <a:srgbClr val="575757"/>
                </a:solidFill>
                <a:latin typeface="Microsoft YaHei"/>
                <a:ea typeface="Microsoft YaHei"/>
                <a:cs typeface="Microsoft YaHei"/>
              </a:defRPr>
            </a:defPPr>
            <a:lvl1pPr>
              <a:defRPr sz="1200" b="0">
                <a:solidFill>
                  <a:srgbClr val="575757"/>
                </a:solidFill>
                <a:latin typeface="Microsoft YaHei"/>
                <a:ea typeface="Microsoft YaHei"/>
                <a:cs typeface="Microsoft YaHei"/>
              </a:defRPr>
            </a:lvl1pPr>
            <a:lvl2pPr>
              <a:defRPr sz="1200" b="0">
                <a:solidFill>
                  <a:srgbClr val="575757"/>
                </a:solidFill>
                <a:latin typeface="Microsoft YaHei"/>
                <a:ea typeface="Microsoft YaHei"/>
                <a:cs typeface="Microsoft YaHei"/>
              </a:defRPr>
            </a:lvl2pPr>
            <a:lvl3pPr>
              <a:defRPr sz="1200" b="0">
                <a:solidFill>
                  <a:srgbClr val="575757"/>
                </a:solidFill>
                <a:latin typeface="Microsoft YaHei"/>
                <a:ea typeface="Microsoft YaHei"/>
                <a:cs typeface="Microsoft YaHei"/>
              </a:defRPr>
            </a:lvl3pPr>
            <a:lvl4pPr>
              <a:defRPr sz="1200" b="0">
                <a:solidFill>
                  <a:srgbClr val="575757"/>
                </a:solidFill>
                <a:latin typeface="Microsoft YaHei"/>
                <a:ea typeface="Microsoft YaHei"/>
                <a:cs typeface="Microsoft YaHei"/>
              </a:defRPr>
            </a:lvl4pPr>
            <a:lvl5pPr>
              <a:defRPr sz="1200" b="0">
                <a:solidFill>
                  <a:srgbClr val="575757"/>
                </a:solidFill>
                <a:latin typeface="Microsoft YaHei"/>
                <a:ea typeface="Microsoft YaHei"/>
                <a:cs typeface="Microsoft YaHei"/>
              </a:defRPr>
            </a:lvl5pPr>
            <a:lvl6pPr>
              <a:defRPr sz="1200" b="0">
                <a:solidFill>
                  <a:srgbClr val="575757"/>
                </a:solidFill>
                <a:latin typeface="Microsoft YaHei"/>
                <a:ea typeface="Microsoft YaHei"/>
                <a:cs typeface="Microsoft YaHei"/>
              </a:defRPr>
            </a:lvl6pPr>
            <a:lvl7pPr>
              <a:defRPr sz="1200" b="0">
                <a:solidFill>
                  <a:srgbClr val="575757"/>
                </a:solidFill>
                <a:latin typeface="Microsoft YaHei"/>
                <a:ea typeface="Microsoft YaHei"/>
                <a:cs typeface="Microsoft YaHei"/>
              </a:defRPr>
            </a:lvl7pPr>
            <a:lvl8pPr>
              <a:defRPr sz="1200" b="0">
                <a:solidFill>
                  <a:srgbClr val="575757"/>
                </a:solidFill>
                <a:latin typeface="Microsoft YaHei"/>
                <a:ea typeface="Microsoft YaHei"/>
                <a:cs typeface="Microsoft YaHei"/>
              </a:defRPr>
            </a:lvl8pPr>
            <a:lvl9pPr>
              <a:defRPr sz="1200" b="0">
                <a:solidFill>
                  <a:srgbClr val="575757"/>
                </a:solidFill>
                <a:latin typeface="Microsoft YaHei"/>
                <a:ea typeface="Microsoft YaHei"/>
                <a:cs typeface="Microsoft YaHei"/>
              </a:defRPr>
            </a:lvl9pPr>
          </a:lstStyle>
          <a:p xmlns:a="http://schemas.openxmlformats.org/drawingml/2006/main">
            <a:pPr>
              <a:defRPr sz="1200" b="0">
                <a:solidFill>
                  <a:srgbClr val="575757"/>
                </a:solidFill>
                <a:latin typeface="Microsoft YaHei"/>
                <a:ea typeface="Microsoft YaHei"/>
                <a:cs typeface="Microsoft YaHei"/>
              </a:defRPr>
            </a:pPr>
            <a:r>
              <a:rPr sz="1200" b="0">
                <a:solidFill>
                  <a:srgbClr val="575757"/>
                </a:solidFill>
                <a:latin typeface="Microsoft YaHei"/>
                <a:ea typeface="Microsoft YaHei"/>
                <a:cs typeface="Microsoft YaHei"/>
              </a:rPr>
              <a:t>3 / 13</a:t>
            </a:r>
          </a:p>
        </p:txBody>
      </p:sp>
      <p:sp>
        <p:nvSpPr>
          <p:cNvPr id="5" name="p1">
            <a:extLst xmlns:a="http://schemas.openxmlformats.org/drawingml/2006/main">
              <a:ext uri="{FF2B5EF4-FFF2-40B4-BE49-F238E27FC236}">
                <a16:creationId xmlns:a16="http://schemas.microsoft.com/office/drawing/2014/main" id="{C9C9FCD4-53DB-44D1-8395-0849C5A57D50}"/>
              </a:ext>
            </a:extLst>
          </p:cNvPr>
          <p:cNvSpPr>
            <a:spLocks xmlns:a="http://schemas.openxmlformats.org/drawingml/2006/main" noGrp="1"/>
          </p:cNvSpPr>
          <p:nvPr/>
        </p:nvSpPr>
        <p:spPr>
          <a:xfrm xmlns:a="http://schemas.openxmlformats.org/drawingml/2006/main">
            <a:off x="571500" y="2524125"/>
            <a:ext cx="10668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400" b="1">
                <a:solidFill>
                  <a:srgbClr val="303030"/>
                </a:solidFill>
                <a:latin typeface="Microsoft YaHei"/>
                <a:ea typeface="Microsoft YaHei"/>
                <a:cs typeface="Microsoft YaHei"/>
              </a:defRPr>
            </a:defPPr>
            <a:lvl1pPr>
              <a:defRPr sz="2400" b="1">
                <a:solidFill>
                  <a:srgbClr val="303030"/>
                </a:solidFill>
                <a:latin typeface="Microsoft YaHei"/>
                <a:ea typeface="Microsoft YaHei"/>
                <a:cs typeface="Microsoft YaHei"/>
              </a:defRPr>
            </a:lvl1pPr>
            <a:lvl2pPr>
              <a:defRPr sz="2400" b="1">
                <a:solidFill>
                  <a:srgbClr val="303030"/>
                </a:solidFill>
                <a:latin typeface="Microsoft YaHei"/>
                <a:ea typeface="Microsoft YaHei"/>
                <a:cs typeface="Microsoft YaHei"/>
              </a:defRPr>
            </a:lvl2pPr>
            <a:lvl3pPr>
              <a:defRPr sz="2400" b="1">
                <a:solidFill>
                  <a:srgbClr val="303030"/>
                </a:solidFill>
                <a:latin typeface="Microsoft YaHei"/>
                <a:ea typeface="Microsoft YaHei"/>
                <a:cs typeface="Microsoft YaHei"/>
              </a:defRPr>
            </a:lvl3pPr>
            <a:lvl4pPr>
              <a:defRPr sz="2400" b="1">
                <a:solidFill>
                  <a:srgbClr val="303030"/>
                </a:solidFill>
                <a:latin typeface="Microsoft YaHei"/>
                <a:ea typeface="Microsoft YaHei"/>
                <a:cs typeface="Microsoft YaHei"/>
              </a:defRPr>
            </a:lvl4pPr>
            <a:lvl5pPr>
              <a:defRPr sz="2400" b="1">
                <a:solidFill>
                  <a:srgbClr val="303030"/>
                </a:solidFill>
                <a:latin typeface="Microsoft YaHei"/>
                <a:ea typeface="Microsoft YaHei"/>
                <a:cs typeface="Microsoft YaHei"/>
              </a:defRPr>
            </a:lvl5pPr>
            <a:lvl6pPr>
              <a:defRPr sz="2400" b="1">
                <a:solidFill>
                  <a:srgbClr val="303030"/>
                </a:solidFill>
                <a:latin typeface="Microsoft YaHei"/>
                <a:ea typeface="Microsoft YaHei"/>
                <a:cs typeface="Microsoft YaHei"/>
              </a:defRPr>
            </a:lvl6pPr>
            <a:lvl7pPr>
              <a:defRPr sz="2400" b="1">
                <a:solidFill>
                  <a:srgbClr val="303030"/>
                </a:solidFill>
                <a:latin typeface="Microsoft YaHei"/>
                <a:ea typeface="Microsoft YaHei"/>
                <a:cs typeface="Microsoft YaHei"/>
              </a:defRPr>
            </a:lvl7pPr>
            <a:lvl8pPr>
              <a:defRPr sz="2400" b="1">
                <a:solidFill>
                  <a:srgbClr val="303030"/>
                </a:solidFill>
                <a:latin typeface="Microsoft YaHei"/>
                <a:ea typeface="Microsoft YaHei"/>
                <a:cs typeface="Microsoft YaHei"/>
              </a:defRPr>
            </a:lvl8pPr>
            <a:lvl9pPr>
              <a:defRPr sz="2400" b="1">
                <a:solidFill>
                  <a:srgbClr val="303030"/>
                </a:solidFill>
                <a:latin typeface="Microsoft YaHei"/>
                <a:ea typeface="Microsoft YaHei"/>
                <a:cs typeface="Microsoft YaHei"/>
              </a:defRPr>
            </a:lvl9pPr>
          </a:lstStyle>
          <a:p xmlns:a="http://schemas.openxmlformats.org/drawingml/2006/main">
            <a:pPr>
              <a:defRPr sz="2400" b="1">
                <a:solidFill>
                  <a:srgbClr val="303030"/>
                </a:solidFill>
                <a:latin typeface="Microsoft YaHei"/>
                <a:ea typeface="Microsoft YaHei"/>
                <a:cs typeface="Microsoft YaHei"/>
              </a:defRPr>
            </a:pPr>
            <a:r>
              <a:rPr sz="2400" b="1">
                <a:solidFill>
                  <a:srgbClr val="303030"/>
                </a:solidFill>
                <a:latin typeface="Microsoft YaHei"/>
                <a:ea typeface="Microsoft YaHei"/>
                <a:cs typeface="Microsoft YaHei"/>
              </a:rPr>
              <a:t>1. A past procedure is reused under the wrong business conditions.</a:t>
            </a:r>
          </a:p>
        </p:txBody>
      </p:sp>
      <p:sp>
        <p:nvSpPr>
          <p:cNvPr id="6" name="m1">
            <a:extLst xmlns:a="http://schemas.openxmlformats.org/drawingml/2006/main">
              <a:ext uri="{FF2B5EF4-FFF2-40B4-BE49-F238E27FC236}">
                <a16:creationId xmlns:a16="http://schemas.microsoft.com/office/drawing/2014/main" id="{1AB97454-C642-47C5-8403-DDDA031DD70F}"/>
              </a:ext>
            </a:extLst>
          </p:cNvPr>
          <p:cNvSpPr>
            <a:spLocks xmlns:a="http://schemas.openxmlformats.org/drawingml/2006/main" noGrp="1"/>
          </p:cNvSpPr>
          <p:nvPr/>
        </p:nvSpPr>
        <p:spPr>
          <a:xfrm xmlns:a="http://schemas.openxmlformats.org/drawingml/2006/main">
            <a:off x="952500" y="3314700"/>
            <a:ext cx="1047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325" b="1">
                <a:solidFill>
                  <a:srgbClr val="B81C22"/>
                </a:solidFill>
                <a:latin typeface="Microsoft YaHei"/>
                <a:ea typeface="Microsoft YaHei"/>
                <a:cs typeface="Microsoft YaHei"/>
              </a:defRPr>
            </a:defPPr>
            <a:lvl1pPr>
              <a:defRPr sz="2325" b="1">
                <a:solidFill>
                  <a:srgbClr val="B81C22"/>
                </a:solidFill>
                <a:latin typeface="Microsoft YaHei"/>
                <a:ea typeface="Microsoft YaHei"/>
                <a:cs typeface="Microsoft YaHei"/>
              </a:defRPr>
            </a:lvl1pPr>
            <a:lvl2pPr>
              <a:defRPr sz="2325" b="1">
                <a:solidFill>
                  <a:srgbClr val="B81C22"/>
                </a:solidFill>
                <a:latin typeface="Microsoft YaHei"/>
                <a:ea typeface="Microsoft YaHei"/>
                <a:cs typeface="Microsoft YaHei"/>
              </a:defRPr>
            </a:lvl2pPr>
            <a:lvl3pPr>
              <a:defRPr sz="2325" b="1">
                <a:solidFill>
                  <a:srgbClr val="B81C22"/>
                </a:solidFill>
                <a:latin typeface="Microsoft YaHei"/>
                <a:ea typeface="Microsoft YaHei"/>
                <a:cs typeface="Microsoft YaHei"/>
              </a:defRPr>
            </a:lvl3pPr>
            <a:lvl4pPr>
              <a:defRPr sz="2325" b="1">
                <a:solidFill>
                  <a:srgbClr val="B81C22"/>
                </a:solidFill>
                <a:latin typeface="Microsoft YaHei"/>
                <a:ea typeface="Microsoft YaHei"/>
                <a:cs typeface="Microsoft YaHei"/>
              </a:defRPr>
            </a:lvl4pPr>
            <a:lvl5pPr>
              <a:defRPr sz="2325" b="1">
                <a:solidFill>
                  <a:srgbClr val="B81C22"/>
                </a:solidFill>
                <a:latin typeface="Microsoft YaHei"/>
                <a:ea typeface="Microsoft YaHei"/>
                <a:cs typeface="Microsoft YaHei"/>
              </a:defRPr>
            </a:lvl5pPr>
            <a:lvl6pPr>
              <a:defRPr sz="2325" b="1">
                <a:solidFill>
                  <a:srgbClr val="B81C22"/>
                </a:solidFill>
                <a:latin typeface="Microsoft YaHei"/>
                <a:ea typeface="Microsoft YaHei"/>
                <a:cs typeface="Microsoft YaHei"/>
              </a:defRPr>
            </a:lvl6pPr>
            <a:lvl7pPr>
              <a:defRPr sz="2325" b="1">
                <a:solidFill>
                  <a:srgbClr val="B81C22"/>
                </a:solidFill>
                <a:latin typeface="Microsoft YaHei"/>
                <a:ea typeface="Microsoft YaHei"/>
                <a:cs typeface="Microsoft YaHei"/>
              </a:defRPr>
            </a:lvl7pPr>
            <a:lvl8pPr>
              <a:defRPr sz="2325" b="1">
                <a:solidFill>
                  <a:srgbClr val="B81C22"/>
                </a:solidFill>
                <a:latin typeface="Microsoft YaHei"/>
                <a:ea typeface="Microsoft YaHei"/>
                <a:cs typeface="Microsoft YaHei"/>
              </a:defRPr>
            </a:lvl8pPr>
            <a:lvl9pPr>
              <a:defRPr sz="2325" b="1">
                <a:solidFill>
                  <a:srgbClr val="B81C22"/>
                </a:solidFill>
                <a:latin typeface="Microsoft YaHei"/>
                <a:ea typeface="Microsoft YaHei"/>
                <a:cs typeface="Microsoft YaHei"/>
              </a:defRPr>
            </a:lvl9pPr>
          </a:lstStyle>
          <a:p xmlns:a="http://schemas.openxmlformats.org/drawingml/2006/main">
            <a:pPr>
              <a:defRPr sz="2325" b="1">
                <a:solidFill>
                  <a:srgbClr val="B81C22"/>
                </a:solidFill>
                <a:latin typeface="Microsoft YaHei"/>
                <a:ea typeface="Microsoft YaHei"/>
                <a:cs typeface="Microsoft YaHei"/>
              </a:defRPr>
            </a:pPr>
            <a:r>
              <a:rPr sz="2325" b="1">
                <a:solidFill>
                  <a:srgbClr val="B81C22"/>
                </a:solidFill>
                <a:latin typeface="Microsoft YaHei"/>
                <a:ea typeface="Microsoft YaHei"/>
                <a:cs typeface="Microsoft YaHei"/>
              </a:rPr>
              <a:t>Evidence-checked experience reuse</a:t>
            </a:r>
          </a:p>
        </p:txBody>
      </p:sp>
      <p:sp>
        <p:nvSpPr>
          <p:cNvPr id="7" name="p2">
            <a:extLst xmlns:a="http://schemas.openxmlformats.org/drawingml/2006/main">
              <a:ext uri="{FF2B5EF4-FFF2-40B4-BE49-F238E27FC236}">
                <a16:creationId xmlns:a16="http://schemas.microsoft.com/office/drawing/2014/main" id="{EA8EA807-096C-41C8-B633-AD87E3150451}"/>
              </a:ext>
            </a:extLst>
          </p:cNvPr>
          <p:cNvSpPr>
            <a:spLocks xmlns:a="http://schemas.openxmlformats.org/drawingml/2006/main" noGrp="1"/>
          </p:cNvSpPr>
          <p:nvPr/>
        </p:nvSpPr>
        <p:spPr>
          <a:xfrm xmlns:a="http://schemas.openxmlformats.org/drawingml/2006/main">
            <a:off x="571500" y="4248150"/>
            <a:ext cx="10668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400" b="1">
                <a:solidFill>
                  <a:srgbClr val="303030"/>
                </a:solidFill>
                <a:latin typeface="Microsoft YaHei"/>
                <a:ea typeface="Microsoft YaHei"/>
                <a:cs typeface="Microsoft YaHei"/>
              </a:defRPr>
            </a:defPPr>
            <a:lvl1pPr>
              <a:defRPr sz="2400" b="1">
                <a:solidFill>
                  <a:srgbClr val="303030"/>
                </a:solidFill>
                <a:latin typeface="Microsoft YaHei"/>
                <a:ea typeface="Microsoft YaHei"/>
                <a:cs typeface="Microsoft YaHei"/>
              </a:defRPr>
            </a:lvl1pPr>
            <a:lvl2pPr>
              <a:defRPr sz="2400" b="1">
                <a:solidFill>
                  <a:srgbClr val="303030"/>
                </a:solidFill>
                <a:latin typeface="Microsoft YaHei"/>
                <a:ea typeface="Microsoft YaHei"/>
                <a:cs typeface="Microsoft YaHei"/>
              </a:defRPr>
            </a:lvl2pPr>
            <a:lvl3pPr>
              <a:defRPr sz="2400" b="1">
                <a:solidFill>
                  <a:srgbClr val="303030"/>
                </a:solidFill>
                <a:latin typeface="Microsoft YaHei"/>
                <a:ea typeface="Microsoft YaHei"/>
                <a:cs typeface="Microsoft YaHei"/>
              </a:defRPr>
            </a:lvl3pPr>
            <a:lvl4pPr>
              <a:defRPr sz="2400" b="1">
                <a:solidFill>
                  <a:srgbClr val="303030"/>
                </a:solidFill>
                <a:latin typeface="Microsoft YaHei"/>
                <a:ea typeface="Microsoft YaHei"/>
                <a:cs typeface="Microsoft YaHei"/>
              </a:defRPr>
            </a:lvl4pPr>
            <a:lvl5pPr>
              <a:defRPr sz="2400" b="1">
                <a:solidFill>
                  <a:srgbClr val="303030"/>
                </a:solidFill>
                <a:latin typeface="Microsoft YaHei"/>
                <a:ea typeface="Microsoft YaHei"/>
                <a:cs typeface="Microsoft YaHei"/>
              </a:defRPr>
            </a:lvl5pPr>
            <a:lvl6pPr>
              <a:defRPr sz="2400" b="1">
                <a:solidFill>
                  <a:srgbClr val="303030"/>
                </a:solidFill>
                <a:latin typeface="Microsoft YaHei"/>
                <a:ea typeface="Microsoft YaHei"/>
                <a:cs typeface="Microsoft YaHei"/>
              </a:defRPr>
            </a:lvl6pPr>
            <a:lvl7pPr>
              <a:defRPr sz="2400" b="1">
                <a:solidFill>
                  <a:srgbClr val="303030"/>
                </a:solidFill>
                <a:latin typeface="Microsoft YaHei"/>
                <a:ea typeface="Microsoft YaHei"/>
                <a:cs typeface="Microsoft YaHei"/>
              </a:defRPr>
            </a:lvl7pPr>
            <a:lvl8pPr>
              <a:defRPr sz="2400" b="1">
                <a:solidFill>
                  <a:srgbClr val="303030"/>
                </a:solidFill>
                <a:latin typeface="Microsoft YaHei"/>
                <a:ea typeface="Microsoft YaHei"/>
                <a:cs typeface="Microsoft YaHei"/>
              </a:defRPr>
            </a:lvl8pPr>
            <a:lvl9pPr>
              <a:defRPr sz="2400" b="1">
                <a:solidFill>
                  <a:srgbClr val="303030"/>
                </a:solidFill>
                <a:latin typeface="Microsoft YaHei"/>
                <a:ea typeface="Microsoft YaHei"/>
                <a:cs typeface="Microsoft YaHei"/>
              </a:defRPr>
            </a:lvl9pPr>
          </a:lstStyle>
          <a:p xmlns:a="http://schemas.openxmlformats.org/drawingml/2006/main">
            <a:pPr>
              <a:defRPr sz="2400" b="1">
                <a:solidFill>
                  <a:srgbClr val="303030"/>
                </a:solidFill>
                <a:latin typeface="Microsoft YaHei"/>
                <a:ea typeface="Microsoft YaHei"/>
                <a:cs typeface="Microsoft YaHei"/>
              </a:defRPr>
            </a:pPr>
            <a:r>
              <a:rPr sz="2400" b="1">
                <a:solidFill>
                  <a:srgbClr val="303030"/>
                </a:solidFill>
                <a:latin typeface="Microsoft YaHei"/>
                <a:ea typeface="Microsoft YaHei"/>
                <a:cs typeface="Microsoft YaHei"/>
              </a:rPr>
              <a:t>2. A reviewer approves an incorrect business interpretation.</a:t>
            </a:r>
          </a:p>
        </p:txBody>
      </p:sp>
      <p:sp>
        <p:nvSpPr>
          <p:cNvPr id="8" name="m2">
            <a:extLst xmlns:a="http://schemas.openxmlformats.org/drawingml/2006/main">
              <a:ext uri="{FF2B5EF4-FFF2-40B4-BE49-F238E27FC236}">
                <a16:creationId xmlns:a16="http://schemas.microsoft.com/office/drawing/2014/main" id="{538CDADB-B912-410A-BC9A-8ED9CEC82B7E}"/>
              </a:ext>
            </a:extLst>
          </p:cNvPr>
          <p:cNvSpPr>
            <a:spLocks xmlns:a="http://schemas.openxmlformats.org/drawingml/2006/main" noGrp="1"/>
          </p:cNvSpPr>
          <p:nvPr/>
        </p:nvSpPr>
        <p:spPr>
          <a:xfrm xmlns:a="http://schemas.openxmlformats.org/drawingml/2006/main">
            <a:off x="952500" y="5038725"/>
            <a:ext cx="1047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325" b="1">
                <a:solidFill>
                  <a:srgbClr val="B81C22"/>
                </a:solidFill>
                <a:latin typeface="Microsoft YaHei"/>
                <a:ea typeface="Microsoft YaHei"/>
                <a:cs typeface="Microsoft YaHei"/>
              </a:defRPr>
            </a:defPPr>
            <a:lvl1pPr>
              <a:defRPr sz="2325" b="1">
                <a:solidFill>
                  <a:srgbClr val="B81C22"/>
                </a:solidFill>
                <a:latin typeface="Microsoft YaHei"/>
                <a:ea typeface="Microsoft YaHei"/>
                <a:cs typeface="Microsoft YaHei"/>
              </a:defRPr>
            </a:lvl1pPr>
            <a:lvl2pPr>
              <a:defRPr sz="2325" b="1">
                <a:solidFill>
                  <a:srgbClr val="B81C22"/>
                </a:solidFill>
                <a:latin typeface="Microsoft YaHei"/>
                <a:ea typeface="Microsoft YaHei"/>
                <a:cs typeface="Microsoft YaHei"/>
              </a:defRPr>
            </a:lvl2pPr>
            <a:lvl3pPr>
              <a:defRPr sz="2325" b="1">
                <a:solidFill>
                  <a:srgbClr val="B81C22"/>
                </a:solidFill>
                <a:latin typeface="Microsoft YaHei"/>
                <a:ea typeface="Microsoft YaHei"/>
                <a:cs typeface="Microsoft YaHei"/>
              </a:defRPr>
            </a:lvl3pPr>
            <a:lvl4pPr>
              <a:defRPr sz="2325" b="1">
                <a:solidFill>
                  <a:srgbClr val="B81C22"/>
                </a:solidFill>
                <a:latin typeface="Microsoft YaHei"/>
                <a:ea typeface="Microsoft YaHei"/>
                <a:cs typeface="Microsoft YaHei"/>
              </a:defRPr>
            </a:lvl4pPr>
            <a:lvl5pPr>
              <a:defRPr sz="2325" b="1">
                <a:solidFill>
                  <a:srgbClr val="B81C22"/>
                </a:solidFill>
                <a:latin typeface="Microsoft YaHei"/>
                <a:ea typeface="Microsoft YaHei"/>
                <a:cs typeface="Microsoft YaHei"/>
              </a:defRPr>
            </a:lvl5pPr>
            <a:lvl6pPr>
              <a:defRPr sz="2325" b="1">
                <a:solidFill>
                  <a:srgbClr val="B81C22"/>
                </a:solidFill>
                <a:latin typeface="Microsoft YaHei"/>
                <a:ea typeface="Microsoft YaHei"/>
                <a:cs typeface="Microsoft YaHei"/>
              </a:defRPr>
            </a:lvl6pPr>
            <a:lvl7pPr>
              <a:defRPr sz="2325" b="1">
                <a:solidFill>
                  <a:srgbClr val="B81C22"/>
                </a:solidFill>
                <a:latin typeface="Microsoft YaHei"/>
                <a:ea typeface="Microsoft YaHei"/>
                <a:cs typeface="Microsoft YaHei"/>
              </a:defRPr>
            </a:lvl7pPr>
            <a:lvl8pPr>
              <a:defRPr sz="2325" b="1">
                <a:solidFill>
                  <a:srgbClr val="B81C22"/>
                </a:solidFill>
                <a:latin typeface="Microsoft YaHei"/>
                <a:ea typeface="Microsoft YaHei"/>
                <a:cs typeface="Microsoft YaHei"/>
              </a:defRPr>
            </a:lvl8pPr>
            <a:lvl9pPr>
              <a:defRPr sz="2325" b="1">
                <a:solidFill>
                  <a:srgbClr val="B81C22"/>
                </a:solidFill>
                <a:latin typeface="Microsoft YaHei"/>
                <a:ea typeface="Microsoft YaHei"/>
                <a:cs typeface="Microsoft YaHei"/>
              </a:defRPr>
            </a:lvl9pPr>
          </a:lstStyle>
          <a:p xmlns:a="http://schemas.openxmlformats.org/drawingml/2006/main">
            <a:pPr>
              <a:defRPr sz="2325" b="1">
                <a:solidFill>
                  <a:srgbClr val="B81C22"/>
                </a:solidFill>
                <a:latin typeface="Microsoft YaHei"/>
                <a:ea typeface="Microsoft YaHei"/>
                <a:cs typeface="Microsoft YaHei"/>
              </a:defRPr>
            </a:pPr>
            <a:r>
              <a:rPr sz="2325" b="1">
                <a:solidFill>
                  <a:srgbClr val="B81C22"/>
                </a:solidFill>
                <a:latin typeface="Microsoft YaHei"/>
                <a:ea typeface="Microsoft YaHei"/>
                <a:cs typeface="Microsoft YaHei"/>
              </a:rPr>
              <a:t>Source-grounded counterexample review</a:t>
            </a:r>
          </a:p>
        </p:txBody>
      </p:sp>
    </p:spTree>
    <p:extLst>
      <p:ext uri="{BB962C8B-B14F-4D97-AF65-F5344CB8AC3E}">
        <p14:creationId xmlns:p14="http://schemas.microsoft.com/office/powerpoint/2010/main" val="910577282"/>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E547F508-C267-4F51-81A9-677A24AAAAB8}"/>
              </a:ext>
            </a:extLst>
          </p:cNvPr>
          <p:cNvSpPr>
            <a:spLocks xmlns:a="http://schemas.openxmlformats.org/drawingml/2006/main" noGrp="1"/>
          </p:cNvSpPr>
          <p:nvPr>
            <p:ph type="title" idx="0"/>
          </p:nvPr>
        </p:nvSpPr>
        <p:spPr>
          <a:xfrm xmlns:a="http://schemas.openxmlformats.org/drawingml/2006/main">
            <a:off x="474821" y="998125"/>
            <a:ext cx="11239500" cy="704850"/>
          </a:xfrm>
        </p:spPr>
        <p:txBody>
          <a:bodyPr xmlns:a="http://schemas.openxmlformats.org/drawingml/2006/main" lIns="0" tIns="0" rIns="0" bIns="0">
            <a:normAutofit fontScale="100000"/>
          </a:bodyPr>
          <a:lstStyle xmlns:a="http://schemas.openxmlformats.org/drawingml/2006/main">
            <a:defPPr>
              <a:defRPr sz="3960">
                <a:solidFill>
                  <a:srgbClr val="B81C22"/>
                </a:solidFill>
                <a:latin typeface="Microsoft YaHei"/>
                <a:ea typeface="Microsoft YaHei"/>
                <a:cs typeface="Microsoft YaHei"/>
              </a:defRPr>
            </a:defPPr>
            <a:lvl1pPr>
              <a:defRPr sz="3960">
                <a:solidFill>
                  <a:srgbClr val="B81C22"/>
                </a:solidFill>
                <a:latin typeface="Microsoft YaHei"/>
                <a:ea typeface="Microsoft YaHei"/>
                <a:cs typeface="Microsoft YaHei"/>
              </a:defRPr>
            </a:lvl1pPr>
            <a:lvl2pPr>
              <a:defRPr sz="3960">
                <a:solidFill>
                  <a:srgbClr val="B81C22"/>
                </a:solidFill>
                <a:latin typeface="Microsoft YaHei"/>
                <a:ea typeface="Microsoft YaHei"/>
                <a:cs typeface="Microsoft YaHei"/>
              </a:defRPr>
            </a:lvl2pPr>
            <a:lvl3pPr>
              <a:defRPr sz="3960">
                <a:solidFill>
                  <a:srgbClr val="B81C22"/>
                </a:solidFill>
                <a:latin typeface="Microsoft YaHei"/>
                <a:ea typeface="Microsoft YaHei"/>
                <a:cs typeface="Microsoft YaHei"/>
              </a:defRPr>
            </a:lvl3pPr>
            <a:lvl4pPr>
              <a:defRPr sz="3960">
                <a:solidFill>
                  <a:srgbClr val="B81C22"/>
                </a:solidFill>
                <a:latin typeface="Microsoft YaHei"/>
                <a:ea typeface="Microsoft YaHei"/>
                <a:cs typeface="Microsoft YaHei"/>
              </a:defRPr>
            </a:lvl4pPr>
            <a:lvl5pPr>
              <a:defRPr sz="3960">
                <a:solidFill>
                  <a:srgbClr val="B81C22"/>
                </a:solidFill>
                <a:latin typeface="Microsoft YaHei"/>
                <a:ea typeface="Microsoft YaHei"/>
                <a:cs typeface="Microsoft YaHei"/>
              </a:defRPr>
            </a:lvl5pPr>
            <a:lvl6pPr>
              <a:defRPr sz="3960">
                <a:solidFill>
                  <a:srgbClr val="B81C22"/>
                </a:solidFill>
                <a:latin typeface="Microsoft YaHei"/>
                <a:ea typeface="Microsoft YaHei"/>
                <a:cs typeface="Microsoft YaHei"/>
              </a:defRPr>
            </a:lvl6pPr>
            <a:lvl7pPr>
              <a:defRPr sz="3960">
                <a:solidFill>
                  <a:srgbClr val="B81C22"/>
                </a:solidFill>
                <a:latin typeface="Microsoft YaHei"/>
                <a:ea typeface="Microsoft YaHei"/>
                <a:cs typeface="Microsoft YaHei"/>
              </a:defRPr>
            </a:lvl7pPr>
            <a:lvl8pPr>
              <a:defRPr sz="3960">
                <a:solidFill>
                  <a:srgbClr val="B81C22"/>
                </a:solidFill>
                <a:latin typeface="Microsoft YaHei"/>
                <a:ea typeface="Microsoft YaHei"/>
                <a:cs typeface="Microsoft YaHei"/>
              </a:defRPr>
            </a:lvl8pPr>
            <a:lvl9pPr>
              <a:defRPr sz="3960">
                <a:solidFill>
                  <a:srgbClr val="B81C22"/>
                </a:solidFill>
                <a:latin typeface="Microsoft YaHei"/>
                <a:ea typeface="Microsoft YaHei"/>
                <a:cs typeface="Microsoft YaHei"/>
              </a:defRPr>
            </a:lvl9pPr>
          </a:lstStyle>
          <a:p xmlns:a="http://schemas.openxmlformats.org/drawingml/2006/main">
            <a:pPr>
              <a:defRPr sz="3960">
                <a:solidFill>
                  <a:srgbClr val="B81C22"/>
                </a:solidFill>
                <a:latin typeface="Microsoft YaHei"/>
                <a:ea typeface="Microsoft YaHei"/>
                <a:cs typeface="Microsoft YaHei"/>
              </a:defRPr>
            </a:pPr>
            <a:r>
              <a:rPr sz="3960">
                <a:solidFill>
                  <a:srgbClr val="B81C22"/>
                </a:solidFill>
                <a:latin typeface="Microsoft YaHei"/>
                <a:ea typeface="Microsoft YaHei"/>
                <a:cs typeface="Microsoft YaHei"/>
              </a:rPr>
              <a:t>Research Question</a:t>
            </a:r>
            <a:endParaRPr/>
          </a:p>
        </p:txBody>
      </p:sp>
      <p:sp>
        <p:nvSpPr>
          <p:cNvPr id="3" name="content-heading">
            <a:extLst xmlns:a="http://schemas.openxmlformats.org/drawingml/2006/main">
              <a:ext uri="{FF2B5EF4-FFF2-40B4-BE49-F238E27FC236}">
                <a16:creationId xmlns:a16="http://schemas.microsoft.com/office/drawing/2014/main" id="{1C97E363-4B9B-476D-9B5E-CB1B98A06990}"/>
              </a:ext>
            </a:extLst>
          </p:cNvPr>
          <p:cNvSpPr>
            <a:spLocks xmlns:a="http://schemas.openxmlformats.org/drawingml/2006/main" noGrp="1"/>
          </p:cNvSpPr>
          <p:nvPr/>
        </p:nvSpPr>
        <p:spPr>
          <a:xfrm xmlns:a="http://schemas.openxmlformats.org/drawingml/2006/main">
            <a:off x="571500" y="1838325"/>
            <a:ext cx="1095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325" b="1">
                <a:solidFill>
                  <a:srgbClr val="303030"/>
                </a:solidFill>
                <a:latin typeface="Microsoft YaHei"/>
                <a:ea typeface="Microsoft YaHei"/>
                <a:cs typeface="Microsoft YaHei"/>
              </a:defRPr>
            </a:defPPr>
            <a:lvl1pPr>
              <a:defRPr sz="2325" b="1">
                <a:solidFill>
                  <a:srgbClr val="303030"/>
                </a:solidFill>
                <a:latin typeface="Microsoft YaHei"/>
                <a:ea typeface="Microsoft YaHei"/>
                <a:cs typeface="Microsoft YaHei"/>
              </a:defRPr>
            </a:lvl1pPr>
            <a:lvl2pPr>
              <a:defRPr sz="2325" b="1">
                <a:solidFill>
                  <a:srgbClr val="303030"/>
                </a:solidFill>
                <a:latin typeface="Microsoft YaHei"/>
                <a:ea typeface="Microsoft YaHei"/>
                <a:cs typeface="Microsoft YaHei"/>
              </a:defRPr>
            </a:lvl2pPr>
            <a:lvl3pPr>
              <a:defRPr sz="2325" b="1">
                <a:solidFill>
                  <a:srgbClr val="303030"/>
                </a:solidFill>
                <a:latin typeface="Microsoft YaHei"/>
                <a:ea typeface="Microsoft YaHei"/>
                <a:cs typeface="Microsoft YaHei"/>
              </a:defRPr>
            </a:lvl3pPr>
            <a:lvl4pPr>
              <a:defRPr sz="2325" b="1">
                <a:solidFill>
                  <a:srgbClr val="303030"/>
                </a:solidFill>
                <a:latin typeface="Microsoft YaHei"/>
                <a:ea typeface="Microsoft YaHei"/>
                <a:cs typeface="Microsoft YaHei"/>
              </a:defRPr>
            </a:lvl4pPr>
            <a:lvl5pPr>
              <a:defRPr sz="2325" b="1">
                <a:solidFill>
                  <a:srgbClr val="303030"/>
                </a:solidFill>
                <a:latin typeface="Microsoft YaHei"/>
                <a:ea typeface="Microsoft YaHei"/>
                <a:cs typeface="Microsoft YaHei"/>
              </a:defRPr>
            </a:lvl5pPr>
            <a:lvl6pPr>
              <a:defRPr sz="2325" b="1">
                <a:solidFill>
                  <a:srgbClr val="303030"/>
                </a:solidFill>
                <a:latin typeface="Microsoft YaHei"/>
                <a:ea typeface="Microsoft YaHei"/>
                <a:cs typeface="Microsoft YaHei"/>
              </a:defRPr>
            </a:lvl6pPr>
            <a:lvl7pPr>
              <a:defRPr sz="2325" b="1">
                <a:solidFill>
                  <a:srgbClr val="303030"/>
                </a:solidFill>
                <a:latin typeface="Microsoft YaHei"/>
                <a:ea typeface="Microsoft YaHei"/>
                <a:cs typeface="Microsoft YaHei"/>
              </a:defRPr>
            </a:lvl7pPr>
            <a:lvl8pPr>
              <a:defRPr sz="2325" b="1">
                <a:solidFill>
                  <a:srgbClr val="303030"/>
                </a:solidFill>
                <a:latin typeface="Microsoft YaHei"/>
                <a:ea typeface="Microsoft YaHei"/>
                <a:cs typeface="Microsoft YaHei"/>
              </a:defRPr>
            </a:lvl8pPr>
            <a:lvl9pPr>
              <a:defRPr sz="2325" b="1">
                <a:solidFill>
                  <a:srgbClr val="303030"/>
                </a:solidFill>
                <a:latin typeface="Microsoft YaHei"/>
                <a:ea typeface="Microsoft YaHei"/>
                <a:cs typeface="Microsoft YaHei"/>
              </a:defRPr>
            </a:lvl9pPr>
          </a:lstStyle>
          <a:p xmlns:a="http://schemas.openxmlformats.org/drawingml/2006/main">
            <a:pPr>
              <a:defRPr sz="2325" b="1">
                <a:solidFill>
                  <a:srgbClr val="303030"/>
                </a:solidFill>
                <a:latin typeface="Microsoft YaHei"/>
                <a:ea typeface="Microsoft YaHei"/>
                <a:cs typeface="Microsoft YaHei"/>
              </a:defRPr>
            </a:pPr>
            <a:r>
              <a:rPr sz="2325" b="1">
                <a:solidFill>
                  <a:srgbClr val="303030"/>
                </a:solidFill>
                <a:latin typeface="Microsoft YaHei"/>
                <a:ea typeface="Microsoft YaHei"/>
                <a:cs typeface="Microsoft YaHei"/>
              </a:rPr>
              <a:t>Research Objective</a:t>
            </a:r>
          </a:p>
        </p:txBody>
      </p:sp>
      <p:sp>
        <p:nvSpPr>
          <p:cNvPr id="4" name="page">
            <a:extLst xmlns:a="http://schemas.openxmlformats.org/drawingml/2006/main">
              <a:ext uri="{FF2B5EF4-FFF2-40B4-BE49-F238E27FC236}">
                <a16:creationId xmlns:a16="http://schemas.microsoft.com/office/drawing/2014/main" id="{1867B31D-6D79-465B-82C9-C2901C3133B6}"/>
              </a:ext>
            </a:extLst>
          </p:cNvPr>
          <p:cNvSpPr>
            <a:spLocks xmlns:a="http://schemas.openxmlformats.org/drawingml/2006/main" noGrp="1"/>
          </p:cNvSpPr>
          <p:nvPr/>
        </p:nvSpPr>
        <p:spPr>
          <a:xfrm xmlns:a="http://schemas.openxmlformats.org/drawingml/2006/main">
            <a:off x="10763250" y="6343650"/>
            <a:ext cx="95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0">
                <a:solidFill>
                  <a:srgbClr val="575757"/>
                </a:solidFill>
                <a:latin typeface="Microsoft YaHei"/>
                <a:ea typeface="Microsoft YaHei"/>
                <a:cs typeface="Microsoft YaHei"/>
              </a:defRPr>
            </a:defPPr>
            <a:lvl1pPr>
              <a:defRPr sz="1200" b="0">
                <a:solidFill>
                  <a:srgbClr val="575757"/>
                </a:solidFill>
                <a:latin typeface="Microsoft YaHei"/>
                <a:ea typeface="Microsoft YaHei"/>
                <a:cs typeface="Microsoft YaHei"/>
              </a:defRPr>
            </a:lvl1pPr>
            <a:lvl2pPr>
              <a:defRPr sz="1200" b="0">
                <a:solidFill>
                  <a:srgbClr val="575757"/>
                </a:solidFill>
                <a:latin typeface="Microsoft YaHei"/>
                <a:ea typeface="Microsoft YaHei"/>
                <a:cs typeface="Microsoft YaHei"/>
              </a:defRPr>
            </a:lvl2pPr>
            <a:lvl3pPr>
              <a:defRPr sz="1200" b="0">
                <a:solidFill>
                  <a:srgbClr val="575757"/>
                </a:solidFill>
                <a:latin typeface="Microsoft YaHei"/>
                <a:ea typeface="Microsoft YaHei"/>
                <a:cs typeface="Microsoft YaHei"/>
              </a:defRPr>
            </a:lvl3pPr>
            <a:lvl4pPr>
              <a:defRPr sz="1200" b="0">
                <a:solidFill>
                  <a:srgbClr val="575757"/>
                </a:solidFill>
                <a:latin typeface="Microsoft YaHei"/>
                <a:ea typeface="Microsoft YaHei"/>
                <a:cs typeface="Microsoft YaHei"/>
              </a:defRPr>
            </a:lvl4pPr>
            <a:lvl5pPr>
              <a:defRPr sz="1200" b="0">
                <a:solidFill>
                  <a:srgbClr val="575757"/>
                </a:solidFill>
                <a:latin typeface="Microsoft YaHei"/>
                <a:ea typeface="Microsoft YaHei"/>
                <a:cs typeface="Microsoft YaHei"/>
              </a:defRPr>
            </a:lvl5pPr>
            <a:lvl6pPr>
              <a:defRPr sz="1200" b="0">
                <a:solidFill>
                  <a:srgbClr val="575757"/>
                </a:solidFill>
                <a:latin typeface="Microsoft YaHei"/>
                <a:ea typeface="Microsoft YaHei"/>
                <a:cs typeface="Microsoft YaHei"/>
              </a:defRPr>
            </a:lvl6pPr>
            <a:lvl7pPr>
              <a:defRPr sz="1200" b="0">
                <a:solidFill>
                  <a:srgbClr val="575757"/>
                </a:solidFill>
                <a:latin typeface="Microsoft YaHei"/>
                <a:ea typeface="Microsoft YaHei"/>
                <a:cs typeface="Microsoft YaHei"/>
              </a:defRPr>
            </a:lvl7pPr>
            <a:lvl8pPr>
              <a:defRPr sz="1200" b="0">
                <a:solidFill>
                  <a:srgbClr val="575757"/>
                </a:solidFill>
                <a:latin typeface="Microsoft YaHei"/>
                <a:ea typeface="Microsoft YaHei"/>
                <a:cs typeface="Microsoft YaHei"/>
              </a:defRPr>
            </a:lvl8pPr>
            <a:lvl9pPr>
              <a:defRPr sz="1200" b="0">
                <a:solidFill>
                  <a:srgbClr val="575757"/>
                </a:solidFill>
                <a:latin typeface="Microsoft YaHei"/>
                <a:ea typeface="Microsoft YaHei"/>
                <a:cs typeface="Microsoft YaHei"/>
              </a:defRPr>
            </a:lvl9pPr>
          </a:lstStyle>
          <a:p xmlns:a="http://schemas.openxmlformats.org/drawingml/2006/main">
            <a:pPr>
              <a:defRPr sz="1200" b="0">
                <a:solidFill>
                  <a:srgbClr val="575757"/>
                </a:solidFill>
                <a:latin typeface="Microsoft YaHei"/>
                <a:ea typeface="Microsoft YaHei"/>
                <a:cs typeface="Microsoft YaHei"/>
              </a:defRPr>
            </a:pPr>
            <a:r>
              <a:rPr sz="1200" b="0">
                <a:solidFill>
                  <a:srgbClr val="575757"/>
                </a:solidFill>
                <a:latin typeface="Microsoft YaHei"/>
                <a:ea typeface="Microsoft YaHei"/>
                <a:cs typeface="Microsoft YaHei"/>
              </a:rPr>
              <a:t>4 / 13</a:t>
            </a:r>
          </a:p>
        </p:txBody>
      </p:sp>
      <p:sp>
        <p:nvSpPr>
          <p:cNvPr id="5" name="question">
            <a:extLst xmlns:a="http://schemas.openxmlformats.org/drawingml/2006/main">
              <a:ext uri="{FF2B5EF4-FFF2-40B4-BE49-F238E27FC236}">
                <a16:creationId xmlns:a16="http://schemas.microsoft.com/office/drawing/2014/main" id="{FB43A244-DF3A-44D9-AC3A-7779DD7D280C}"/>
              </a:ext>
            </a:extLst>
          </p:cNvPr>
          <p:cNvSpPr>
            <a:spLocks xmlns:a="http://schemas.openxmlformats.org/drawingml/2006/main" noGrp="1"/>
          </p:cNvSpPr>
          <p:nvPr/>
        </p:nvSpPr>
        <p:spPr>
          <a:xfrm xmlns:a="http://schemas.openxmlformats.org/drawingml/2006/main">
            <a:off x="571500" y="2609850"/>
            <a:ext cx="11049000" cy="2076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550" b="1">
                <a:solidFill>
                  <a:srgbClr val="303030"/>
                </a:solidFill>
                <a:latin typeface="Microsoft YaHei"/>
                <a:ea typeface="Microsoft YaHei"/>
                <a:cs typeface="Microsoft YaHei"/>
              </a:defRPr>
            </a:defPPr>
            <a:lvl1pPr>
              <a:defRPr sz="2550" b="1">
                <a:solidFill>
                  <a:srgbClr val="303030"/>
                </a:solidFill>
                <a:latin typeface="Microsoft YaHei"/>
                <a:ea typeface="Microsoft YaHei"/>
                <a:cs typeface="Microsoft YaHei"/>
              </a:defRPr>
            </a:lvl1pPr>
            <a:lvl2pPr>
              <a:defRPr sz="2550" b="1">
                <a:solidFill>
                  <a:srgbClr val="303030"/>
                </a:solidFill>
                <a:latin typeface="Microsoft YaHei"/>
                <a:ea typeface="Microsoft YaHei"/>
                <a:cs typeface="Microsoft YaHei"/>
              </a:defRPr>
            </a:lvl2pPr>
            <a:lvl3pPr>
              <a:defRPr sz="2550" b="1">
                <a:solidFill>
                  <a:srgbClr val="303030"/>
                </a:solidFill>
                <a:latin typeface="Microsoft YaHei"/>
                <a:ea typeface="Microsoft YaHei"/>
                <a:cs typeface="Microsoft YaHei"/>
              </a:defRPr>
            </a:lvl3pPr>
            <a:lvl4pPr>
              <a:defRPr sz="2550" b="1">
                <a:solidFill>
                  <a:srgbClr val="303030"/>
                </a:solidFill>
                <a:latin typeface="Microsoft YaHei"/>
                <a:ea typeface="Microsoft YaHei"/>
                <a:cs typeface="Microsoft YaHei"/>
              </a:defRPr>
            </a:lvl4pPr>
            <a:lvl5pPr>
              <a:defRPr sz="2550" b="1">
                <a:solidFill>
                  <a:srgbClr val="303030"/>
                </a:solidFill>
                <a:latin typeface="Microsoft YaHei"/>
                <a:ea typeface="Microsoft YaHei"/>
                <a:cs typeface="Microsoft YaHei"/>
              </a:defRPr>
            </a:lvl5pPr>
            <a:lvl6pPr>
              <a:defRPr sz="2550" b="1">
                <a:solidFill>
                  <a:srgbClr val="303030"/>
                </a:solidFill>
                <a:latin typeface="Microsoft YaHei"/>
                <a:ea typeface="Microsoft YaHei"/>
                <a:cs typeface="Microsoft YaHei"/>
              </a:defRPr>
            </a:lvl6pPr>
            <a:lvl7pPr>
              <a:defRPr sz="2550" b="1">
                <a:solidFill>
                  <a:srgbClr val="303030"/>
                </a:solidFill>
                <a:latin typeface="Microsoft YaHei"/>
                <a:ea typeface="Microsoft YaHei"/>
                <a:cs typeface="Microsoft YaHei"/>
              </a:defRPr>
            </a:lvl7pPr>
            <a:lvl8pPr>
              <a:defRPr sz="2550" b="1">
                <a:solidFill>
                  <a:srgbClr val="303030"/>
                </a:solidFill>
                <a:latin typeface="Microsoft YaHei"/>
                <a:ea typeface="Microsoft YaHei"/>
                <a:cs typeface="Microsoft YaHei"/>
              </a:defRPr>
            </a:lvl8pPr>
            <a:lvl9pPr>
              <a:defRPr sz="2550" b="1">
                <a:solidFill>
                  <a:srgbClr val="303030"/>
                </a:solidFill>
                <a:latin typeface="Microsoft YaHei"/>
                <a:ea typeface="Microsoft YaHei"/>
                <a:cs typeface="Microsoft YaHei"/>
              </a:defRPr>
            </a:lvl9pPr>
          </a:lstStyle>
          <a:p xmlns:a="http://schemas.openxmlformats.org/drawingml/2006/main">
            <a:pPr>
              <a:defRPr sz="2550" b="1">
                <a:solidFill>
                  <a:srgbClr val="303030"/>
                </a:solidFill>
                <a:latin typeface="Microsoft YaHei"/>
                <a:ea typeface="Microsoft YaHei"/>
                <a:cs typeface="Microsoft YaHei"/>
              </a:defRPr>
            </a:pPr>
            <a:r>
              <a:rPr sz="2550" b="1">
                <a:solidFill>
                  <a:srgbClr val="303030"/>
                </a:solidFill>
                <a:latin typeface="Microsoft YaHei"/>
                <a:ea typeface="Microsoft YaHei"/>
                <a:cs typeface="Microsoft YaHei"/>
              </a:rPr>
              <a:t>How do evidence-checked experience reuse and</a:t>
            </a:r>
          </a:p>
          <a:p xmlns:a="http://schemas.openxmlformats.org/drawingml/2006/main">
            <a:pPr>
              <a:defRPr sz="2550" b="1">
                <a:solidFill>
                  <a:srgbClr val="303030"/>
                </a:solidFill>
                <a:latin typeface="Microsoft YaHei"/>
                <a:ea typeface="Microsoft YaHei"/>
                <a:cs typeface="Microsoft YaHei"/>
              </a:defRPr>
            </a:pPr>
            <a:r>
              <a:rPr sz="2550" b="1">
                <a:solidFill>
                  <a:srgbClr val="303030"/>
                </a:solidFill>
                <a:latin typeface="Microsoft YaHei"/>
                <a:ea typeface="Microsoft YaHei"/>
                <a:cs typeface="Microsoft YaHei"/>
              </a:rPr>
              <a:t>source-grounded counterexample review, separately</a:t>
            </a:r>
          </a:p>
          <a:p xmlns:a="http://schemas.openxmlformats.org/drawingml/2006/main">
            <a:pPr>
              <a:defRPr sz="2550" b="1">
                <a:solidFill>
                  <a:srgbClr val="303030"/>
                </a:solidFill>
                <a:latin typeface="Microsoft YaHei"/>
                <a:ea typeface="Microsoft YaHei"/>
                <a:cs typeface="Microsoft YaHei"/>
              </a:defRPr>
            </a:pPr>
            <a:r>
              <a:rPr sz="2550" b="1">
                <a:solidFill>
                  <a:srgbClr val="303030"/>
                </a:solidFill>
                <a:latin typeface="Microsoft YaHei"/>
                <a:ea typeface="Microsoft YaHei"/>
                <a:cs typeface="Microsoft YaHei"/>
              </a:rPr>
              <a:t>and together, affect the reliability and cost-effectiveness</a:t>
            </a:r>
          </a:p>
          <a:p xmlns:a="http://schemas.openxmlformats.org/drawingml/2006/main">
            <a:pPr>
              <a:defRPr sz="2550" b="1">
                <a:solidFill>
                  <a:srgbClr val="303030"/>
                </a:solidFill>
                <a:latin typeface="Microsoft YaHei"/>
                <a:ea typeface="Microsoft YaHei"/>
                <a:cs typeface="Microsoft YaHei"/>
              </a:defRPr>
            </a:pPr>
            <a:r>
              <a:rPr sz="2550" b="1">
                <a:solidFill>
                  <a:srgbClr val="303030"/>
                </a:solidFill>
                <a:latin typeface="Microsoft YaHei"/>
                <a:ea typeface="Microsoft YaHei"/>
                <a:cs typeface="Microsoft YaHei"/>
              </a:rPr>
              <a:t>of a hierarchical multi-agent system for business analytics?</a:t>
            </a:r>
          </a:p>
        </p:txBody>
      </p:sp>
      <p:sp>
        <p:nvSpPr>
          <p:cNvPr id="6" name="support">
            <a:extLst xmlns:a="http://schemas.openxmlformats.org/drawingml/2006/main">
              <a:ext uri="{FF2B5EF4-FFF2-40B4-BE49-F238E27FC236}">
                <a16:creationId xmlns:a16="http://schemas.microsoft.com/office/drawing/2014/main" id="{A88CFFC3-B3BE-4D66-9F02-CBE9BB4D1720}"/>
              </a:ext>
            </a:extLst>
          </p:cNvPr>
          <p:cNvSpPr>
            <a:spLocks xmlns:a="http://schemas.openxmlformats.org/drawingml/2006/main" noGrp="1"/>
          </p:cNvSpPr>
          <p:nvPr/>
        </p:nvSpPr>
        <p:spPr>
          <a:xfrm xmlns:a="http://schemas.openxmlformats.org/drawingml/2006/main">
            <a:off x="571500" y="5010150"/>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575757"/>
                </a:solidFill>
                <a:latin typeface="Microsoft YaHei"/>
                <a:ea typeface="Microsoft YaHei"/>
                <a:cs typeface="Microsoft YaHei"/>
              </a:defRPr>
            </a:defPPr>
            <a:lvl1pPr>
              <a:defRPr sz="2175" b="0">
                <a:solidFill>
                  <a:srgbClr val="575757"/>
                </a:solidFill>
                <a:latin typeface="Microsoft YaHei"/>
                <a:ea typeface="Microsoft YaHei"/>
                <a:cs typeface="Microsoft YaHei"/>
              </a:defRPr>
            </a:lvl1pPr>
            <a:lvl2pPr>
              <a:defRPr sz="2175" b="0">
                <a:solidFill>
                  <a:srgbClr val="575757"/>
                </a:solidFill>
                <a:latin typeface="Microsoft YaHei"/>
                <a:ea typeface="Microsoft YaHei"/>
                <a:cs typeface="Microsoft YaHei"/>
              </a:defRPr>
            </a:lvl2pPr>
            <a:lvl3pPr>
              <a:defRPr sz="2175" b="0">
                <a:solidFill>
                  <a:srgbClr val="575757"/>
                </a:solidFill>
                <a:latin typeface="Microsoft YaHei"/>
                <a:ea typeface="Microsoft YaHei"/>
                <a:cs typeface="Microsoft YaHei"/>
              </a:defRPr>
            </a:lvl3pPr>
            <a:lvl4pPr>
              <a:defRPr sz="2175" b="0">
                <a:solidFill>
                  <a:srgbClr val="575757"/>
                </a:solidFill>
                <a:latin typeface="Microsoft YaHei"/>
                <a:ea typeface="Microsoft YaHei"/>
                <a:cs typeface="Microsoft YaHei"/>
              </a:defRPr>
            </a:lvl4pPr>
            <a:lvl5pPr>
              <a:defRPr sz="2175" b="0">
                <a:solidFill>
                  <a:srgbClr val="575757"/>
                </a:solidFill>
                <a:latin typeface="Microsoft YaHei"/>
                <a:ea typeface="Microsoft YaHei"/>
                <a:cs typeface="Microsoft YaHei"/>
              </a:defRPr>
            </a:lvl5pPr>
            <a:lvl6pPr>
              <a:defRPr sz="2175" b="0">
                <a:solidFill>
                  <a:srgbClr val="575757"/>
                </a:solidFill>
                <a:latin typeface="Microsoft YaHei"/>
                <a:ea typeface="Microsoft YaHei"/>
                <a:cs typeface="Microsoft YaHei"/>
              </a:defRPr>
            </a:lvl6pPr>
            <a:lvl7pPr>
              <a:defRPr sz="2175" b="0">
                <a:solidFill>
                  <a:srgbClr val="575757"/>
                </a:solidFill>
                <a:latin typeface="Microsoft YaHei"/>
                <a:ea typeface="Microsoft YaHei"/>
                <a:cs typeface="Microsoft YaHei"/>
              </a:defRPr>
            </a:lvl7pPr>
            <a:lvl8pPr>
              <a:defRPr sz="2175" b="0">
                <a:solidFill>
                  <a:srgbClr val="575757"/>
                </a:solidFill>
                <a:latin typeface="Microsoft YaHei"/>
                <a:ea typeface="Microsoft YaHei"/>
                <a:cs typeface="Microsoft YaHei"/>
              </a:defRPr>
            </a:lvl8pPr>
            <a:lvl9pPr>
              <a:defRPr sz="2175" b="0">
                <a:solidFill>
                  <a:srgbClr val="575757"/>
                </a:solidFill>
                <a:latin typeface="Microsoft YaHei"/>
                <a:ea typeface="Microsoft YaHei"/>
                <a:cs typeface="Microsoft YaHei"/>
              </a:defRPr>
            </a:lvl9pPr>
          </a:lstStyle>
          <a:p xmlns:a="http://schemas.openxmlformats.org/drawingml/2006/main">
            <a:pPr>
              <a:defRPr sz="2175" b="0">
                <a:solidFill>
                  <a:srgbClr val="575757"/>
                </a:solidFill>
                <a:latin typeface="Microsoft YaHei"/>
                <a:ea typeface="Microsoft YaHei"/>
                <a:cs typeface="Microsoft YaHei"/>
              </a:defRPr>
            </a:pPr>
            <a:r>
              <a:rPr sz="2175" b="0">
                <a:solidFill>
                  <a:srgbClr val="575757"/>
                </a:solidFill>
                <a:latin typeface="Microsoft YaHei"/>
                <a:ea typeface="Microsoft YaHei"/>
                <a:cs typeface="Microsoft YaHei"/>
              </a:rPr>
              <a:t>Targeted failures and final-answer quality</a:t>
            </a:r>
          </a:p>
          <a:p xmlns:a="http://schemas.openxmlformats.org/drawingml/2006/main">
            <a:pPr>
              <a:defRPr sz="2175" b="0">
                <a:solidFill>
                  <a:srgbClr val="575757"/>
                </a:solidFill>
                <a:latin typeface="Microsoft YaHei"/>
                <a:ea typeface="Microsoft YaHei"/>
                <a:cs typeface="Microsoft YaHei"/>
              </a:defRPr>
            </a:pPr>
            <a:r>
              <a:rPr sz="2175" b="0">
                <a:solidFill>
                  <a:srgbClr val="575757"/>
                </a:solidFill>
                <a:latin typeface="Microsoft YaHei"/>
                <a:ea typeface="Microsoft YaHei"/>
                <a:cs typeface="Microsoft YaHei"/>
              </a:rPr>
              <a:t>Added value relative to strong single-agent controls</a:t>
            </a:r>
          </a:p>
        </p:txBody>
      </p:sp>
    </p:spTree>
    <p:extLst>
      <p:ext uri="{BB962C8B-B14F-4D97-AF65-F5344CB8AC3E}">
        <p14:creationId xmlns:p14="http://schemas.microsoft.com/office/powerpoint/2010/main" val="910577282"/>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E547F508-C267-4F51-81A9-677A24AAAAB8}"/>
              </a:ext>
            </a:extLst>
          </p:cNvPr>
          <p:cNvSpPr>
            <a:spLocks xmlns:a="http://schemas.openxmlformats.org/drawingml/2006/main" noGrp="1"/>
          </p:cNvSpPr>
          <p:nvPr>
            <p:ph type="title" idx="0"/>
          </p:nvPr>
        </p:nvSpPr>
        <p:spPr>
          <a:xfrm xmlns:a="http://schemas.openxmlformats.org/drawingml/2006/main">
            <a:off x="474821" y="998125"/>
            <a:ext cx="11239500" cy="704850"/>
          </a:xfrm>
        </p:spPr>
        <p:txBody>
          <a:bodyPr xmlns:a="http://schemas.openxmlformats.org/drawingml/2006/main" lIns="0" tIns="0" rIns="0" bIns="0">
            <a:normAutofit fontScale="100000"/>
          </a:bodyPr>
          <a:lstStyle xmlns:a="http://schemas.openxmlformats.org/drawingml/2006/main">
            <a:defPPr>
              <a:defRPr sz="3960">
                <a:solidFill>
                  <a:srgbClr val="B81C22"/>
                </a:solidFill>
                <a:latin typeface="Microsoft YaHei"/>
                <a:ea typeface="Microsoft YaHei"/>
                <a:cs typeface="Microsoft YaHei"/>
              </a:defRPr>
            </a:defPPr>
            <a:lvl1pPr>
              <a:defRPr sz="3960">
                <a:solidFill>
                  <a:srgbClr val="B81C22"/>
                </a:solidFill>
                <a:latin typeface="Microsoft YaHei"/>
                <a:ea typeface="Microsoft YaHei"/>
                <a:cs typeface="Microsoft YaHei"/>
              </a:defRPr>
            </a:lvl1pPr>
            <a:lvl2pPr>
              <a:defRPr sz="3960">
                <a:solidFill>
                  <a:srgbClr val="B81C22"/>
                </a:solidFill>
                <a:latin typeface="Microsoft YaHei"/>
                <a:ea typeface="Microsoft YaHei"/>
                <a:cs typeface="Microsoft YaHei"/>
              </a:defRPr>
            </a:lvl2pPr>
            <a:lvl3pPr>
              <a:defRPr sz="3960">
                <a:solidFill>
                  <a:srgbClr val="B81C22"/>
                </a:solidFill>
                <a:latin typeface="Microsoft YaHei"/>
                <a:ea typeface="Microsoft YaHei"/>
                <a:cs typeface="Microsoft YaHei"/>
              </a:defRPr>
            </a:lvl3pPr>
            <a:lvl4pPr>
              <a:defRPr sz="3960">
                <a:solidFill>
                  <a:srgbClr val="B81C22"/>
                </a:solidFill>
                <a:latin typeface="Microsoft YaHei"/>
                <a:ea typeface="Microsoft YaHei"/>
                <a:cs typeface="Microsoft YaHei"/>
              </a:defRPr>
            </a:lvl4pPr>
            <a:lvl5pPr>
              <a:defRPr sz="3960">
                <a:solidFill>
                  <a:srgbClr val="B81C22"/>
                </a:solidFill>
                <a:latin typeface="Microsoft YaHei"/>
                <a:ea typeface="Microsoft YaHei"/>
                <a:cs typeface="Microsoft YaHei"/>
              </a:defRPr>
            </a:lvl5pPr>
            <a:lvl6pPr>
              <a:defRPr sz="3960">
                <a:solidFill>
                  <a:srgbClr val="B81C22"/>
                </a:solidFill>
                <a:latin typeface="Microsoft YaHei"/>
                <a:ea typeface="Microsoft YaHei"/>
                <a:cs typeface="Microsoft YaHei"/>
              </a:defRPr>
            </a:lvl6pPr>
            <a:lvl7pPr>
              <a:defRPr sz="3960">
                <a:solidFill>
                  <a:srgbClr val="B81C22"/>
                </a:solidFill>
                <a:latin typeface="Microsoft YaHei"/>
                <a:ea typeface="Microsoft YaHei"/>
                <a:cs typeface="Microsoft YaHei"/>
              </a:defRPr>
            </a:lvl7pPr>
            <a:lvl8pPr>
              <a:defRPr sz="3960">
                <a:solidFill>
                  <a:srgbClr val="B81C22"/>
                </a:solidFill>
                <a:latin typeface="Microsoft YaHei"/>
                <a:ea typeface="Microsoft YaHei"/>
                <a:cs typeface="Microsoft YaHei"/>
              </a:defRPr>
            </a:lvl8pPr>
            <a:lvl9pPr>
              <a:defRPr sz="3960">
                <a:solidFill>
                  <a:srgbClr val="B81C22"/>
                </a:solidFill>
                <a:latin typeface="Microsoft YaHei"/>
                <a:ea typeface="Microsoft YaHei"/>
                <a:cs typeface="Microsoft YaHei"/>
              </a:defRPr>
            </a:lvl9pPr>
          </a:lstStyle>
          <a:p xmlns:a="http://schemas.openxmlformats.org/drawingml/2006/main">
            <a:pPr>
              <a:defRPr sz="3960">
                <a:solidFill>
                  <a:srgbClr val="B81C22"/>
                </a:solidFill>
                <a:latin typeface="Microsoft YaHei"/>
                <a:ea typeface="Microsoft YaHei"/>
                <a:cs typeface="Microsoft YaHei"/>
              </a:defRPr>
            </a:pPr>
            <a:r>
              <a:rPr sz="3960">
                <a:solidFill>
                  <a:srgbClr val="B81C22"/>
                </a:solidFill>
                <a:latin typeface="Microsoft YaHei"/>
                <a:ea typeface="Microsoft YaHei"/>
                <a:cs typeface="Microsoft YaHei"/>
              </a:rPr>
              <a:t>Literature Review</a:t>
            </a:r>
            <a:endParaRPr/>
          </a:p>
        </p:txBody>
      </p:sp>
      <p:sp>
        <p:nvSpPr>
          <p:cNvPr id="3" name="content-heading">
            <a:extLst xmlns:a="http://schemas.openxmlformats.org/drawingml/2006/main">
              <a:ext uri="{FF2B5EF4-FFF2-40B4-BE49-F238E27FC236}">
                <a16:creationId xmlns:a16="http://schemas.microsoft.com/office/drawing/2014/main" id="{6EDFE83D-6AE7-492D-868E-2885EF7DFBD3}"/>
              </a:ext>
            </a:extLst>
          </p:cNvPr>
          <p:cNvSpPr>
            <a:spLocks xmlns:a="http://schemas.openxmlformats.org/drawingml/2006/main" noGrp="1"/>
          </p:cNvSpPr>
          <p:nvPr/>
        </p:nvSpPr>
        <p:spPr>
          <a:xfrm xmlns:a="http://schemas.openxmlformats.org/drawingml/2006/main">
            <a:off x="571500" y="1838325"/>
            <a:ext cx="1095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325" b="1">
                <a:solidFill>
                  <a:srgbClr val="303030"/>
                </a:solidFill>
                <a:latin typeface="Microsoft YaHei"/>
                <a:ea typeface="Microsoft YaHei"/>
                <a:cs typeface="Microsoft YaHei"/>
              </a:defRPr>
            </a:defPPr>
            <a:lvl1pPr>
              <a:defRPr sz="2325" b="1">
                <a:solidFill>
                  <a:srgbClr val="303030"/>
                </a:solidFill>
                <a:latin typeface="Microsoft YaHei"/>
                <a:ea typeface="Microsoft YaHei"/>
                <a:cs typeface="Microsoft YaHei"/>
              </a:defRPr>
            </a:lvl1pPr>
            <a:lvl2pPr>
              <a:defRPr sz="2325" b="1">
                <a:solidFill>
                  <a:srgbClr val="303030"/>
                </a:solidFill>
                <a:latin typeface="Microsoft YaHei"/>
                <a:ea typeface="Microsoft YaHei"/>
                <a:cs typeface="Microsoft YaHei"/>
              </a:defRPr>
            </a:lvl2pPr>
            <a:lvl3pPr>
              <a:defRPr sz="2325" b="1">
                <a:solidFill>
                  <a:srgbClr val="303030"/>
                </a:solidFill>
                <a:latin typeface="Microsoft YaHei"/>
                <a:ea typeface="Microsoft YaHei"/>
                <a:cs typeface="Microsoft YaHei"/>
              </a:defRPr>
            </a:lvl3pPr>
            <a:lvl4pPr>
              <a:defRPr sz="2325" b="1">
                <a:solidFill>
                  <a:srgbClr val="303030"/>
                </a:solidFill>
                <a:latin typeface="Microsoft YaHei"/>
                <a:ea typeface="Microsoft YaHei"/>
                <a:cs typeface="Microsoft YaHei"/>
              </a:defRPr>
            </a:lvl4pPr>
            <a:lvl5pPr>
              <a:defRPr sz="2325" b="1">
                <a:solidFill>
                  <a:srgbClr val="303030"/>
                </a:solidFill>
                <a:latin typeface="Microsoft YaHei"/>
                <a:ea typeface="Microsoft YaHei"/>
                <a:cs typeface="Microsoft YaHei"/>
              </a:defRPr>
            </a:lvl5pPr>
            <a:lvl6pPr>
              <a:defRPr sz="2325" b="1">
                <a:solidFill>
                  <a:srgbClr val="303030"/>
                </a:solidFill>
                <a:latin typeface="Microsoft YaHei"/>
                <a:ea typeface="Microsoft YaHei"/>
                <a:cs typeface="Microsoft YaHei"/>
              </a:defRPr>
            </a:lvl6pPr>
            <a:lvl7pPr>
              <a:defRPr sz="2325" b="1">
                <a:solidFill>
                  <a:srgbClr val="303030"/>
                </a:solidFill>
                <a:latin typeface="Microsoft YaHei"/>
                <a:ea typeface="Microsoft YaHei"/>
                <a:cs typeface="Microsoft YaHei"/>
              </a:defRPr>
            </a:lvl7pPr>
            <a:lvl8pPr>
              <a:defRPr sz="2325" b="1">
                <a:solidFill>
                  <a:srgbClr val="303030"/>
                </a:solidFill>
                <a:latin typeface="Microsoft YaHei"/>
                <a:ea typeface="Microsoft YaHei"/>
                <a:cs typeface="Microsoft YaHei"/>
              </a:defRPr>
            </a:lvl8pPr>
            <a:lvl9pPr>
              <a:defRPr sz="2325" b="1">
                <a:solidFill>
                  <a:srgbClr val="303030"/>
                </a:solidFill>
                <a:latin typeface="Microsoft YaHei"/>
                <a:ea typeface="Microsoft YaHei"/>
                <a:cs typeface="Microsoft YaHei"/>
              </a:defRPr>
            </a:lvl9pPr>
          </a:lstStyle>
          <a:p xmlns:a="http://schemas.openxmlformats.org/drawingml/2006/main">
            <a:pPr>
              <a:defRPr sz="2325" b="1">
                <a:solidFill>
                  <a:srgbClr val="303030"/>
                </a:solidFill>
                <a:latin typeface="Microsoft YaHei"/>
                <a:ea typeface="Microsoft YaHei"/>
                <a:cs typeface="Microsoft YaHei"/>
              </a:defRPr>
            </a:pPr>
            <a:r>
              <a:rPr sz="2325" b="1">
                <a:solidFill>
                  <a:srgbClr val="303030"/>
                </a:solidFill>
                <a:latin typeface="Microsoft YaHei"/>
                <a:ea typeface="Microsoft YaHei"/>
                <a:cs typeface="Microsoft YaHei"/>
              </a:rPr>
              <a:t>DABstep and Existing Analytics Systems</a:t>
            </a:r>
          </a:p>
        </p:txBody>
      </p:sp>
      <p:sp>
        <p:nvSpPr>
          <p:cNvPr id="4" name="page">
            <a:extLst xmlns:a="http://schemas.openxmlformats.org/drawingml/2006/main">
              <a:ext uri="{FF2B5EF4-FFF2-40B4-BE49-F238E27FC236}">
                <a16:creationId xmlns:a16="http://schemas.microsoft.com/office/drawing/2014/main" id="{00494333-4493-450B-9A71-5EC71F977A70}"/>
              </a:ext>
            </a:extLst>
          </p:cNvPr>
          <p:cNvSpPr>
            <a:spLocks xmlns:a="http://schemas.openxmlformats.org/drawingml/2006/main" noGrp="1"/>
          </p:cNvSpPr>
          <p:nvPr/>
        </p:nvSpPr>
        <p:spPr>
          <a:xfrm xmlns:a="http://schemas.openxmlformats.org/drawingml/2006/main">
            <a:off x="10763250" y="6343650"/>
            <a:ext cx="95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0">
                <a:solidFill>
                  <a:srgbClr val="575757"/>
                </a:solidFill>
                <a:latin typeface="Microsoft YaHei"/>
                <a:ea typeface="Microsoft YaHei"/>
                <a:cs typeface="Microsoft YaHei"/>
              </a:defRPr>
            </a:defPPr>
            <a:lvl1pPr>
              <a:defRPr sz="1200" b="0">
                <a:solidFill>
                  <a:srgbClr val="575757"/>
                </a:solidFill>
                <a:latin typeface="Microsoft YaHei"/>
                <a:ea typeface="Microsoft YaHei"/>
                <a:cs typeface="Microsoft YaHei"/>
              </a:defRPr>
            </a:lvl1pPr>
            <a:lvl2pPr>
              <a:defRPr sz="1200" b="0">
                <a:solidFill>
                  <a:srgbClr val="575757"/>
                </a:solidFill>
                <a:latin typeface="Microsoft YaHei"/>
                <a:ea typeface="Microsoft YaHei"/>
                <a:cs typeface="Microsoft YaHei"/>
              </a:defRPr>
            </a:lvl2pPr>
            <a:lvl3pPr>
              <a:defRPr sz="1200" b="0">
                <a:solidFill>
                  <a:srgbClr val="575757"/>
                </a:solidFill>
                <a:latin typeface="Microsoft YaHei"/>
                <a:ea typeface="Microsoft YaHei"/>
                <a:cs typeface="Microsoft YaHei"/>
              </a:defRPr>
            </a:lvl3pPr>
            <a:lvl4pPr>
              <a:defRPr sz="1200" b="0">
                <a:solidFill>
                  <a:srgbClr val="575757"/>
                </a:solidFill>
                <a:latin typeface="Microsoft YaHei"/>
                <a:ea typeface="Microsoft YaHei"/>
                <a:cs typeface="Microsoft YaHei"/>
              </a:defRPr>
            </a:lvl4pPr>
            <a:lvl5pPr>
              <a:defRPr sz="1200" b="0">
                <a:solidFill>
                  <a:srgbClr val="575757"/>
                </a:solidFill>
                <a:latin typeface="Microsoft YaHei"/>
                <a:ea typeface="Microsoft YaHei"/>
                <a:cs typeface="Microsoft YaHei"/>
              </a:defRPr>
            </a:lvl5pPr>
            <a:lvl6pPr>
              <a:defRPr sz="1200" b="0">
                <a:solidFill>
                  <a:srgbClr val="575757"/>
                </a:solidFill>
                <a:latin typeface="Microsoft YaHei"/>
                <a:ea typeface="Microsoft YaHei"/>
                <a:cs typeface="Microsoft YaHei"/>
              </a:defRPr>
            </a:lvl6pPr>
            <a:lvl7pPr>
              <a:defRPr sz="1200" b="0">
                <a:solidFill>
                  <a:srgbClr val="575757"/>
                </a:solidFill>
                <a:latin typeface="Microsoft YaHei"/>
                <a:ea typeface="Microsoft YaHei"/>
                <a:cs typeface="Microsoft YaHei"/>
              </a:defRPr>
            </a:lvl7pPr>
            <a:lvl8pPr>
              <a:defRPr sz="1200" b="0">
                <a:solidFill>
                  <a:srgbClr val="575757"/>
                </a:solidFill>
                <a:latin typeface="Microsoft YaHei"/>
                <a:ea typeface="Microsoft YaHei"/>
                <a:cs typeface="Microsoft YaHei"/>
              </a:defRPr>
            </a:lvl8pPr>
            <a:lvl9pPr>
              <a:defRPr sz="1200" b="0">
                <a:solidFill>
                  <a:srgbClr val="575757"/>
                </a:solidFill>
                <a:latin typeface="Microsoft YaHei"/>
                <a:ea typeface="Microsoft YaHei"/>
                <a:cs typeface="Microsoft YaHei"/>
              </a:defRPr>
            </a:lvl9pPr>
          </a:lstStyle>
          <a:p xmlns:a="http://schemas.openxmlformats.org/drawingml/2006/main">
            <a:pPr>
              <a:defRPr sz="1200" b="0">
                <a:solidFill>
                  <a:srgbClr val="575757"/>
                </a:solidFill>
                <a:latin typeface="Microsoft YaHei"/>
                <a:ea typeface="Microsoft YaHei"/>
                <a:cs typeface="Microsoft YaHei"/>
              </a:defRPr>
            </a:pPr>
            <a:r>
              <a:rPr sz="1200" b="0">
                <a:solidFill>
                  <a:srgbClr val="575757"/>
                </a:solidFill>
                <a:latin typeface="Microsoft YaHei"/>
                <a:ea typeface="Microsoft YaHei"/>
                <a:cs typeface="Microsoft YaHei"/>
              </a:rPr>
              <a:t>5 / 13</a:t>
            </a:r>
          </a:p>
        </p:txBody>
      </p:sp>
      <p:sp>
        <p:nvSpPr>
          <p:cNvPr id="5" name="benchmark">
            <a:extLst xmlns:a="http://schemas.openxmlformats.org/drawingml/2006/main">
              <a:ext uri="{FF2B5EF4-FFF2-40B4-BE49-F238E27FC236}">
                <a16:creationId xmlns:a16="http://schemas.microsoft.com/office/drawing/2014/main" id="{1F710416-808B-46D8-B407-60EAA221FE09}"/>
              </a:ext>
            </a:extLst>
          </p:cNvPr>
          <p:cNvSpPr>
            <a:spLocks xmlns:a="http://schemas.openxmlformats.org/drawingml/2006/main" noGrp="1"/>
          </p:cNvSpPr>
          <p:nvPr/>
        </p:nvSpPr>
        <p:spPr>
          <a:xfrm xmlns:a="http://schemas.openxmlformats.org/drawingml/2006/main">
            <a:off x="571500" y="2400300"/>
            <a:ext cx="108585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25" b="0">
                <a:solidFill>
                  <a:srgbClr val="575757"/>
                </a:solidFill>
                <a:latin typeface="Microsoft YaHei"/>
                <a:ea typeface="Microsoft YaHei"/>
                <a:cs typeface="Microsoft YaHei"/>
              </a:defRPr>
            </a:defPPr>
            <a:lvl1pPr>
              <a:defRPr sz="2025" b="0">
                <a:solidFill>
                  <a:srgbClr val="575757"/>
                </a:solidFill>
                <a:latin typeface="Microsoft YaHei"/>
                <a:ea typeface="Microsoft YaHei"/>
                <a:cs typeface="Microsoft YaHei"/>
              </a:defRPr>
            </a:lvl1pPr>
            <a:lvl2pPr>
              <a:defRPr sz="2025" b="0">
                <a:solidFill>
                  <a:srgbClr val="575757"/>
                </a:solidFill>
                <a:latin typeface="Microsoft YaHei"/>
                <a:ea typeface="Microsoft YaHei"/>
                <a:cs typeface="Microsoft YaHei"/>
              </a:defRPr>
            </a:lvl2pPr>
            <a:lvl3pPr>
              <a:defRPr sz="2025" b="0">
                <a:solidFill>
                  <a:srgbClr val="575757"/>
                </a:solidFill>
                <a:latin typeface="Microsoft YaHei"/>
                <a:ea typeface="Microsoft YaHei"/>
                <a:cs typeface="Microsoft YaHei"/>
              </a:defRPr>
            </a:lvl3pPr>
            <a:lvl4pPr>
              <a:defRPr sz="2025" b="0">
                <a:solidFill>
                  <a:srgbClr val="575757"/>
                </a:solidFill>
                <a:latin typeface="Microsoft YaHei"/>
                <a:ea typeface="Microsoft YaHei"/>
                <a:cs typeface="Microsoft YaHei"/>
              </a:defRPr>
            </a:lvl4pPr>
            <a:lvl5pPr>
              <a:defRPr sz="2025" b="0">
                <a:solidFill>
                  <a:srgbClr val="575757"/>
                </a:solidFill>
                <a:latin typeface="Microsoft YaHei"/>
                <a:ea typeface="Microsoft YaHei"/>
                <a:cs typeface="Microsoft YaHei"/>
              </a:defRPr>
            </a:lvl5pPr>
            <a:lvl6pPr>
              <a:defRPr sz="2025" b="0">
                <a:solidFill>
                  <a:srgbClr val="575757"/>
                </a:solidFill>
                <a:latin typeface="Microsoft YaHei"/>
                <a:ea typeface="Microsoft YaHei"/>
                <a:cs typeface="Microsoft YaHei"/>
              </a:defRPr>
            </a:lvl6pPr>
            <a:lvl7pPr>
              <a:defRPr sz="2025" b="0">
                <a:solidFill>
                  <a:srgbClr val="575757"/>
                </a:solidFill>
                <a:latin typeface="Microsoft YaHei"/>
                <a:ea typeface="Microsoft YaHei"/>
                <a:cs typeface="Microsoft YaHei"/>
              </a:defRPr>
            </a:lvl7pPr>
            <a:lvl8pPr>
              <a:defRPr sz="2025" b="0">
                <a:solidFill>
                  <a:srgbClr val="575757"/>
                </a:solidFill>
                <a:latin typeface="Microsoft YaHei"/>
                <a:ea typeface="Microsoft YaHei"/>
                <a:cs typeface="Microsoft YaHei"/>
              </a:defRPr>
            </a:lvl8pPr>
            <a:lvl9pPr>
              <a:defRPr sz="2025" b="0">
                <a:solidFill>
                  <a:srgbClr val="575757"/>
                </a:solidFill>
                <a:latin typeface="Microsoft YaHei"/>
                <a:ea typeface="Microsoft YaHei"/>
                <a:cs typeface="Microsoft YaHei"/>
              </a:defRPr>
            </a:lvl9pPr>
          </a:lstStyle>
          <a:p xmlns:a="http://schemas.openxmlformats.org/drawingml/2006/main">
            <a:pPr>
              <a:defRPr sz="2025" b="0">
                <a:solidFill>
                  <a:srgbClr val="575757"/>
                </a:solidFill>
                <a:latin typeface="Microsoft YaHei"/>
                <a:ea typeface="Microsoft YaHei"/>
                <a:cs typeface="Microsoft YaHei"/>
              </a:defRPr>
            </a:pPr>
            <a:r>
              <a:rPr sz="2025" b="0">
                <a:solidFill>
                  <a:srgbClr val="575757"/>
                </a:solidFill>
                <a:latin typeface="Microsoft YaHei"/>
                <a:ea typeface="Microsoft YaHei"/>
                <a:cs typeface="Microsoft YaHei"/>
              </a:rPr>
              <a:t>DABstep evaluates multi-step analysis using tables and supporting documents.</a:t>
            </a:r>
          </a:p>
          <a:p xmlns:a="http://schemas.openxmlformats.org/drawingml/2006/main">
            <a:pPr>
              <a:defRPr sz="2025" b="0">
                <a:solidFill>
                  <a:srgbClr val="575757"/>
                </a:solidFill>
                <a:latin typeface="Microsoft YaHei"/>
                <a:ea typeface="Microsoft YaHei"/>
                <a:cs typeface="Microsoft YaHei"/>
              </a:defRPr>
            </a:pPr>
            <a:r>
              <a:rPr sz="2025" b="0">
                <a:solidFill>
                  <a:srgbClr val="575757"/>
                </a:solidFill>
                <a:latin typeface="Microsoft YaHei"/>
                <a:ea typeface="Microsoft YaHei"/>
                <a:cs typeface="Microsoft YaHei"/>
              </a:rPr>
              <a:t>Its tasks make business-rule interpretation relevant to final-answer accuracy.</a:t>
            </a:r>
          </a:p>
        </p:txBody>
      </p:sp>
      <p:graphicFrame>
        <p:nvGraphicFramePr>
          <p:cNvPr id="6" name="">
            <a:extLst xmlns:a="http://schemas.openxmlformats.org/drawingml/2006/main">
              <a:ext uri="{FF2B5EF4-FFF2-40B4-BE49-F238E27FC236}">
                <a16:creationId xmlns:a16="http://schemas.microsoft.com/office/drawing/2014/main" id="{2251F52C-7CDA-48D2-B722-A4032CA93183}"/>
              </a:ext>
            </a:extLst>
          </p:cNvPr>
          <p:cNvGraphicFramePr/>
          <p:nvPr/>
        </p:nvGraphicFramePr>
        <p:xfrm>
          <a:off xmlns:a="http://schemas.openxmlformats.org/drawingml/2006/main" x="571500" y="3400425"/>
          <a:ext xmlns:a="http://schemas.openxmlformats.org/drawingml/2006/main" cx="10953750" cy="2228850"/>
        </p:xfrm>
        <a:graphic xmlns:a="http://schemas.openxmlformats.org/drawingml/2006/main">
          <a:graphicData uri="http://schemas.openxmlformats.org/drawingml/2006/table">
            <a:tbl>
              <a:tblPr/>
              <a:tblGrid>
                <a:gridCol w="2000250"/>
                <a:gridCol w="4381500"/>
                <a:gridCol w="4572000"/>
              </a:tblGrid>
              <a:tr h="557213">
                <a:tc>
                  <a:txBody>
                    <a:bodyPr/>
                    <a:lstStyle/>
                    <a:p>
                      <a:r>
                        <a:rPr sz="1800" b="1">
                          <a:solidFill>
                            <a:srgbClr val="FFFFFF"/>
                          </a:solidFill>
                          <a:latin typeface="Microsoft YaHei"/>
                          <a:ea typeface="Microsoft YaHei"/>
                          <a:cs typeface="Microsoft YaHei"/>
                        </a:rPr>
                        <a:t>System</a:t>
                      </a:r>
                    </a:p>
                  </a:txBody>
                  <a:tcPr marL="114300" marR="114300" marT="76200" marB="76200" anchor="ctr">
                    <a:lnL w="6668">
                      <a:solidFill>
                        <a:srgbClr val="D8D1C9"/>
                      </a:solidFill>
                      <a:prstDash val="solid"/>
                    </a:lnL>
                    <a:lnR w="6668">
                      <a:solidFill>
                        <a:srgbClr val="D8D1C9"/>
                      </a:solidFill>
                      <a:prstDash val="solid"/>
                    </a:lnR>
                    <a:lnT w="6668">
                      <a:solidFill>
                        <a:srgbClr val="D8D1C9"/>
                      </a:solidFill>
                      <a:prstDash val="solid"/>
                    </a:lnT>
                    <a:lnB w="6668">
                      <a:solidFill>
                        <a:srgbClr val="D8D1C9"/>
                      </a:solidFill>
                      <a:prstDash val="solid"/>
                    </a:lnB>
                    <a:solidFill>
                      <a:srgbClr val="B81C22"/>
                    </a:solidFill>
                  </a:tcPr>
                </a:tc>
                <a:tc>
                  <a:txBody>
                    <a:bodyPr/>
                    <a:lstStyle/>
                    <a:p>
                      <a:r>
                        <a:rPr sz="1800" b="1">
                          <a:solidFill>
                            <a:srgbClr val="FFFFFF"/>
                          </a:solidFill>
                          <a:latin typeface="Microsoft YaHei"/>
                          <a:ea typeface="Microsoft YaHei"/>
                          <a:cs typeface="Microsoft YaHei"/>
                        </a:rPr>
                        <a:t>Documented approach</a:t>
                      </a:r>
                    </a:p>
                  </a:txBody>
                  <a:tcPr marL="114300" marR="114300" marT="76200" marB="76200" anchor="ctr">
                    <a:lnR w="6668">
                      <a:solidFill>
                        <a:srgbClr val="D8D1C9"/>
                      </a:solidFill>
                      <a:prstDash val="solid"/>
                    </a:lnR>
                    <a:lnT w="6668">
                      <a:solidFill>
                        <a:srgbClr val="D8D1C9"/>
                      </a:solidFill>
                      <a:prstDash val="solid"/>
                    </a:lnT>
                    <a:lnB w="6668">
                      <a:solidFill>
                        <a:srgbClr val="D8D1C9"/>
                      </a:solidFill>
                      <a:prstDash val="solid"/>
                    </a:lnB>
                    <a:solidFill>
                      <a:srgbClr val="B81C22"/>
                    </a:solidFill>
                  </a:tcPr>
                </a:tc>
                <a:tc>
                  <a:txBody>
                    <a:bodyPr/>
                    <a:lstStyle/>
                    <a:p>
                      <a:r>
                        <a:rPr sz="1800" b="1">
                          <a:solidFill>
                            <a:srgbClr val="FFFFFF"/>
                          </a:solidFill>
                          <a:latin typeface="Microsoft YaHei"/>
                          <a:ea typeface="Microsoft YaHei"/>
                          <a:cs typeface="Microsoft YaHei"/>
                        </a:rPr>
                        <a:t>Why it matters here</a:t>
                      </a:r>
                    </a:p>
                  </a:txBody>
                  <a:tcPr marL="114300" marR="114300" marT="76200" marB="76200" anchor="ctr">
                    <a:lnR w="6668">
                      <a:solidFill>
                        <a:srgbClr val="D8D1C9"/>
                      </a:solidFill>
                      <a:prstDash val="solid"/>
                    </a:lnR>
                    <a:lnT w="6668">
                      <a:solidFill>
                        <a:srgbClr val="D8D1C9"/>
                      </a:solidFill>
                      <a:prstDash val="solid"/>
                    </a:lnT>
                    <a:lnB w="6668">
                      <a:solidFill>
                        <a:srgbClr val="D8D1C9"/>
                      </a:solidFill>
                      <a:prstDash val="solid"/>
                    </a:lnB>
                    <a:solidFill>
                      <a:srgbClr val="B81C22"/>
                    </a:solidFill>
                  </a:tcPr>
                </a:tc>
              </a:tr>
              <a:tr h="557213">
                <a:tc>
                  <a:txBody>
                    <a:bodyPr/>
                    <a:lstStyle/>
                    <a:p>
                      <a:r>
                        <a:rPr sz="1800" b="0">
                          <a:solidFill>
                            <a:srgbClr val="575757"/>
                          </a:solidFill>
                          <a:latin typeface="Microsoft YaHei"/>
                          <a:ea typeface="Microsoft YaHei"/>
                          <a:cs typeface="Microsoft YaHei"/>
                        </a:rPr>
                        <a:t>DataPilot</a:t>
                      </a:r>
                    </a:p>
                  </a:txBody>
                  <a:tcPr marL="114300" marR="114300" marT="76200" marB="76200" anchor="ctr">
                    <a:lnL w="6668">
                      <a:solidFill>
                        <a:srgbClr val="D8D1C9"/>
                      </a:solidFill>
                      <a:prstDash val="solid"/>
                    </a:lnL>
                    <a:lnR w="6668">
                      <a:solidFill>
                        <a:srgbClr val="D8D1C9"/>
                      </a:solidFill>
                      <a:prstDash val="solid"/>
                    </a:lnR>
                    <a:lnB w="6668">
                      <a:solidFill>
                        <a:srgbClr val="D8D1C9"/>
                      </a:solidFill>
                      <a:prstDash val="solid"/>
                    </a:lnB>
                    <a:solidFill>
                      <a:srgbClr val="FFFFFF"/>
                    </a:solidFill>
                  </a:tcPr>
                </a:tc>
                <a:tc>
                  <a:txBody>
                    <a:bodyPr/>
                    <a:lstStyle/>
                    <a:p>
                      <a:r>
                        <a:rPr sz="1800" b="0">
                          <a:solidFill>
                            <a:srgbClr val="575757"/>
                          </a:solidFill>
                          <a:latin typeface="Microsoft YaHei"/>
                          <a:ea typeface="Microsoft YaHei"/>
                          <a:cs typeface="Microsoft YaHei"/>
                        </a:rPr>
                        <a:t>Scoped, versioned assets</a:t>
                      </a:r>
                    </a:p>
                  </a:txBody>
                  <a:tcPr marL="114300" marR="114300" marT="76200" marB="76200" anchor="ctr">
                    <a:lnR w="6668">
                      <a:solidFill>
                        <a:srgbClr val="D8D1C9"/>
                      </a:solidFill>
                      <a:prstDash val="solid"/>
                    </a:lnR>
                    <a:lnB w="6668">
                      <a:solidFill>
                        <a:srgbClr val="D8D1C9"/>
                      </a:solidFill>
                      <a:prstDash val="solid"/>
                    </a:lnB>
                    <a:solidFill>
                      <a:srgbClr val="FFFFFF"/>
                    </a:solidFill>
                  </a:tcPr>
                </a:tc>
                <a:tc>
                  <a:txBody>
                    <a:bodyPr/>
                    <a:lstStyle/>
                    <a:p>
                      <a:r>
                        <a:rPr sz="1800" b="0">
                          <a:solidFill>
                            <a:srgbClr val="575757"/>
                          </a:solidFill>
                          <a:latin typeface="Microsoft YaHei"/>
                          <a:ea typeface="Microsoft YaHei"/>
                          <a:cs typeface="Microsoft YaHei"/>
                        </a:rPr>
                        <a:t>Knowledge and procedure reuse</a:t>
                      </a:r>
                    </a:p>
                  </a:txBody>
                  <a:tcPr marL="114300" marR="114300" marT="76200" marB="76200" anchor="ctr">
                    <a:lnR w="6668">
                      <a:solidFill>
                        <a:srgbClr val="D8D1C9"/>
                      </a:solidFill>
                      <a:prstDash val="solid"/>
                    </a:lnR>
                    <a:lnB w="6668">
                      <a:solidFill>
                        <a:srgbClr val="D8D1C9"/>
                      </a:solidFill>
                      <a:prstDash val="solid"/>
                    </a:lnB>
                    <a:solidFill>
                      <a:srgbClr val="FFFFFF"/>
                    </a:solidFill>
                  </a:tcPr>
                </a:tc>
              </a:tr>
              <a:tr h="557213">
                <a:tc>
                  <a:txBody>
                    <a:bodyPr/>
                    <a:lstStyle/>
                    <a:p>
                      <a:r>
                        <a:rPr sz="1800" b="0">
                          <a:solidFill>
                            <a:srgbClr val="575757"/>
                          </a:solidFill>
                          <a:latin typeface="Microsoft YaHei"/>
                          <a:ea typeface="Microsoft YaHei"/>
                          <a:cs typeface="Microsoft YaHei"/>
                        </a:rPr>
                        <a:t>DS-STAR</a:t>
                      </a:r>
                    </a:p>
                  </a:txBody>
                  <a:tcPr marL="114300" marR="114300" marT="76200" marB="76200" anchor="ctr">
                    <a:lnL w="6668">
                      <a:solidFill>
                        <a:srgbClr val="D8D1C9"/>
                      </a:solidFill>
                      <a:prstDash val="solid"/>
                    </a:lnL>
                    <a:lnR w="6668">
                      <a:solidFill>
                        <a:srgbClr val="D8D1C9"/>
                      </a:solidFill>
                      <a:prstDash val="solid"/>
                    </a:lnR>
                    <a:lnB w="6668">
                      <a:solidFill>
                        <a:srgbClr val="D8D1C9"/>
                      </a:solidFill>
                      <a:prstDash val="solid"/>
                    </a:lnB>
                    <a:solidFill>
                      <a:srgbClr val="F7F3EE"/>
                    </a:solidFill>
                  </a:tcPr>
                </a:tc>
                <a:tc>
                  <a:txBody>
                    <a:bodyPr/>
                    <a:lstStyle/>
                    <a:p>
                      <a:r>
                        <a:rPr sz="1800" b="0">
                          <a:solidFill>
                            <a:srgbClr val="575757"/>
                          </a:solidFill>
                          <a:latin typeface="Microsoft YaHei"/>
                          <a:ea typeface="Microsoft YaHei"/>
                          <a:cs typeface="Microsoft YaHei"/>
                        </a:rPr>
                        <a:t>Planning and iterative review</a:t>
                      </a:r>
                    </a:p>
                  </a:txBody>
                  <a:tcPr marL="114300" marR="114300" marT="76200" marB="76200" anchor="ctr">
                    <a:lnR w="6668">
                      <a:solidFill>
                        <a:srgbClr val="D8D1C9"/>
                      </a:solidFill>
                      <a:prstDash val="solid"/>
                    </a:lnR>
                    <a:lnB w="6668">
                      <a:solidFill>
                        <a:srgbClr val="D8D1C9"/>
                      </a:solidFill>
                      <a:prstDash val="solid"/>
                    </a:lnB>
                    <a:solidFill>
                      <a:srgbClr val="F7F3EE"/>
                    </a:solidFill>
                  </a:tcPr>
                </a:tc>
                <a:tc>
                  <a:txBody>
                    <a:bodyPr/>
                    <a:lstStyle/>
                    <a:p>
                      <a:r>
                        <a:rPr sz="1800" b="0">
                          <a:solidFill>
                            <a:srgbClr val="575757"/>
                          </a:solidFill>
                          <a:latin typeface="Microsoft YaHei"/>
                          <a:ea typeface="Microsoft YaHei"/>
                          <a:cs typeface="Microsoft YaHei"/>
                        </a:rPr>
                        <a:t>Review and refinement</a:t>
                      </a:r>
                    </a:p>
                  </a:txBody>
                  <a:tcPr marL="114300" marR="114300" marT="76200" marB="76200" anchor="ctr">
                    <a:lnR w="6668">
                      <a:solidFill>
                        <a:srgbClr val="D8D1C9"/>
                      </a:solidFill>
                      <a:prstDash val="solid"/>
                    </a:lnR>
                    <a:lnB w="6668">
                      <a:solidFill>
                        <a:srgbClr val="D8D1C9"/>
                      </a:solidFill>
                      <a:prstDash val="solid"/>
                    </a:lnB>
                    <a:solidFill>
                      <a:srgbClr val="F7F3EE"/>
                    </a:solidFill>
                  </a:tcPr>
                </a:tc>
              </a:tr>
              <a:tr h="557213">
                <a:tc>
                  <a:txBody>
                    <a:bodyPr/>
                    <a:lstStyle/>
                    <a:p>
                      <a:r>
                        <a:rPr sz="1800" b="0">
                          <a:solidFill>
                            <a:srgbClr val="575757"/>
                          </a:solidFill>
                          <a:latin typeface="Microsoft YaHei"/>
                          <a:ea typeface="Microsoft YaHei"/>
                          <a:cs typeface="Microsoft YaHei"/>
                        </a:rPr>
                        <a:t>NVIDIA</a:t>
                      </a:r>
                    </a:p>
                  </a:txBody>
                  <a:tcPr marL="114300" marR="114300" marT="76200" marB="76200" anchor="ctr">
                    <a:lnL w="6668">
                      <a:solidFill>
                        <a:srgbClr val="D8D1C9"/>
                      </a:solidFill>
                      <a:prstDash val="solid"/>
                    </a:lnL>
                    <a:lnR w="6668">
                      <a:solidFill>
                        <a:srgbClr val="D8D1C9"/>
                      </a:solidFill>
                      <a:prstDash val="solid"/>
                    </a:lnR>
                    <a:lnB w="6668">
                      <a:solidFill>
                        <a:srgbClr val="D8D1C9"/>
                      </a:solidFill>
                      <a:prstDash val="solid"/>
                    </a:lnB>
                    <a:solidFill>
                      <a:srgbClr val="FFFFFF"/>
                    </a:solidFill>
                  </a:tcPr>
                </a:tc>
                <a:tc>
                  <a:txBody>
                    <a:bodyPr/>
                    <a:lstStyle/>
                    <a:p>
                      <a:r>
                        <a:rPr sz="1800" b="0">
                          <a:solidFill>
                            <a:srgbClr val="575757"/>
                          </a:solidFill>
                          <a:latin typeface="Microsoft YaHei"/>
                          <a:ea typeface="Microsoft YaHei"/>
                          <a:cs typeface="Microsoft YaHei"/>
                        </a:rPr>
                        <a:t>Prepared single agent at inference</a:t>
                      </a:r>
                    </a:p>
                  </a:txBody>
                  <a:tcPr marL="114300" marR="114300" marT="76200" marB="76200" anchor="ctr">
                    <a:lnR w="6668">
                      <a:solidFill>
                        <a:srgbClr val="D8D1C9"/>
                      </a:solidFill>
                      <a:prstDash val="solid"/>
                    </a:lnR>
                    <a:lnB w="6668">
                      <a:solidFill>
                        <a:srgbClr val="D8D1C9"/>
                      </a:solidFill>
                      <a:prstDash val="solid"/>
                    </a:lnB>
                    <a:solidFill>
                      <a:srgbClr val="FFFFFF"/>
                    </a:solidFill>
                  </a:tcPr>
                </a:tc>
                <a:tc>
                  <a:txBody>
                    <a:bodyPr/>
                    <a:lstStyle/>
                    <a:p>
                      <a:r>
                        <a:rPr sz="1800" b="0">
                          <a:solidFill>
                            <a:srgbClr val="575757"/>
                          </a:solidFill>
                          <a:latin typeface="Microsoft YaHei"/>
                          <a:ea typeface="Microsoft YaHei"/>
                          <a:cs typeface="Microsoft YaHei"/>
                        </a:rPr>
                        <a:t>Strong architecture comparator</a:t>
                      </a:r>
                    </a:p>
                  </a:txBody>
                  <a:tcPr marL="114300" marR="114300" marT="76200" marB="76200" anchor="ctr">
                    <a:lnR w="6668">
                      <a:solidFill>
                        <a:srgbClr val="D8D1C9"/>
                      </a:solidFill>
                      <a:prstDash val="solid"/>
                    </a:lnR>
                    <a:lnB w="6668">
                      <a:solidFill>
                        <a:srgbClr val="D8D1C9"/>
                      </a:solidFill>
                      <a:prstDash val="solid"/>
                    </a:lnB>
                    <a:solidFill>
                      <a:srgbClr val="FFFFFF"/>
                    </a:solidFill>
                  </a:tcPr>
                </a:tc>
              </a:tr>
            </a:tbl>
          </a:graphicData>
        </a:graphic>
      </p:graphicFrame>
      <p:sp>
        <p:nvSpPr>
          <p:cNvPr id="7" name="sources">
            <a:extLst xmlns:a="http://schemas.openxmlformats.org/drawingml/2006/main">
              <a:ext uri="{FF2B5EF4-FFF2-40B4-BE49-F238E27FC236}">
                <a16:creationId xmlns:a16="http://schemas.microsoft.com/office/drawing/2014/main" id="{63937D64-FCA9-4247-A34A-938B59DC4789}"/>
              </a:ext>
            </a:extLst>
          </p:cNvPr>
          <p:cNvSpPr>
            <a:spLocks xmlns:a="http://schemas.openxmlformats.org/drawingml/2006/main" noGrp="1"/>
          </p:cNvSpPr>
          <p:nvPr/>
        </p:nvSpPr>
        <p:spPr>
          <a:xfrm xmlns:a="http://schemas.openxmlformats.org/drawingml/2006/main">
            <a:off x="571500" y="6019800"/>
            <a:ext cx="10953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125" b="0">
                <a:solidFill>
                  <a:srgbClr val="575757"/>
                </a:solidFill>
                <a:latin typeface="Microsoft YaHei"/>
                <a:ea typeface="Microsoft YaHei"/>
                <a:cs typeface="Microsoft YaHei"/>
              </a:defRPr>
            </a:defPPr>
            <a:lvl1pPr>
              <a:defRPr sz="1125" b="0">
                <a:solidFill>
                  <a:srgbClr val="575757"/>
                </a:solidFill>
                <a:latin typeface="Microsoft YaHei"/>
                <a:ea typeface="Microsoft YaHei"/>
                <a:cs typeface="Microsoft YaHei"/>
              </a:defRPr>
            </a:lvl1pPr>
            <a:lvl2pPr>
              <a:defRPr sz="1125" b="0">
                <a:solidFill>
                  <a:srgbClr val="575757"/>
                </a:solidFill>
                <a:latin typeface="Microsoft YaHei"/>
                <a:ea typeface="Microsoft YaHei"/>
                <a:cs typeface="Microsoft YaHei"/>
              </a:defRPr>
            </a:lvl2pPr>
            <a:lvl3pPr>
              <a:defRPr sz="1125" b="0">
                <a:solidFill>
                  <a:srgbClr val="575757"/>
                </a:solidFill>
                <a:latin typeface="Microsoft YaHei"/>
                <a:ea typeface="Microsoft YaHei"/>
                <a:cs typeface="Microsoft YaHei"/>
              </a:defRPr>
            </a:lvl3pPr>
            <a:lvl4pPr>
              <a:defRPr sz="1125" b="0">
                <a:solidFill>
                  <a:srgbClr val="575757"/>
                </a:solidFill>
                <a:latin typeface="Microsoft YaHei"/>
                <a:ea typeface="Microsoft YaHei"/>
                <a:cs typeface="Microsoft YaHei"/>
              </a:defRPr>
            </a:lvl4pPr>
            <a:lvl5pPr>
              <a:defRPr sz="1125" b="0">
                <a:solidFill>
                  <a:srgbClr val="575757"/>
                </a:solidFill>
                <a:latin typeface="Microsoft YaHei"/>
                <a:ea typeface="Microsoft YaHei"/>
                <a:cs typeface="Microsoft YaHei"/>
              </a:defRPr>
            </a:lvl5pPr>
            <a:lvl6pPr>
              <a:defRPr sz="1125" b="0">
                <a:solidFill>
                  <a:srgbClr val="575757"/>
                </a:solidFill>
                <a:latin typeface="Microsoft YaHei"/>
                <a:ea typeface="Microsoft YaHei"/>
                <a:cs typeface="Microsoft YaHei"/>
              </a:defRPr>
            </a:lvl6pPr>
            <a:lvl7pPr>
              <a:defRPr sz="1125" b="0">
                <a:solidFill>
                  <a:srgbClr val="575757"/>
                </a:solidFill>
                <a:latin typeface="Microsoft YaHei"/>
                <a:ea typeface="Microsoft YaHei"/>
                <a:cs typeface="Microsoft YaHei"/>
              </a:defRPr>
            </a:lvl7pPr>
            <a:lvl8pPr>
              <a:defRPr sz="1125" b="0">
                <a:solidFill>
                  <a:srgbClr val="575757"/>
                </a:solidFill>
                <a:latin typeface="Microsoft YaHei"/>
                <a:ea typeface="Microsoft YaHei"/>
                <a:cs typeface="Microsoft YaHei"/>
              </a:defRPr>
            </a:lvl8pPr>
            <a:lvl9pPr>
              <a:defRPr sz="1125" b="0">
                <a:solidFill>
                  <a:srgbClr val="575757"/>
                </a:solidFill>
                <a:latin typeface="Microsoft YaHei"/>
                <a:ea typeface="Microsoft YaHei"/>
                <a:cs typeface="Microsoft YaHei"/>
              </a:defRPr>
            </a:lvl9pPr>
          </a:lstStyle>
          <a:p xmlns:a="http://schemas.openxmlformats.org/drawingml/2006/main">
            <a:pPr>
              <a:defRPr sz="1125" b="0">
                <a:solidFill>
                  <a:srgbClr val="575757"/>
                </a:solidFill>
                <a:latin typeface="Microsoft YaHei"/>
                <a:ea typeface="Microsoft YaHei"/>
                <a:cs typeface="Microsoft YaHei"/>
              </a:defRPr>
            </a:pPr>
            <a:r>
              <a:rPr sz="1125" b="0">
                <a:solidFill>
                  <a:srgbClr val="575757"/>
                </a:solidFill>
                <a:latin typeface="Microsoft YaHei"/>
                <a:ea typeface="Microsoft YaHei"/>
                <a:cs typeface="Microsoft YaHei"/>
              </a:rPr>
              <a:t>DABstep; DataPilot; DS-STAR v4; NVIDIA Data Explorer · leaderboard context audited 14 Oct 2026</a:t>
            </a:r>
          </a:p>
        </p:txBody>
      </p:sp>
    </p:spTree>
    <p:extLst>
      <p:ext uri="{BB962C8B-B14F-4D97-AF65-F5344CB8AC3E}">
        <p14:creationId xmlns:p14="http://schemas.microsoft.com/office/powerpoint/2010/main" val="910577282"/>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E547F508-C267-4F51-81A9-677A24AAAAB8}"/>
              </a:ext>
            </a:extLst>
          </p:cNvPr>
          <p:cNvSpPr>
            <a:spLocks xmlns:a="http://schemas.openxmlformats.org/drawingml/2006/main" noGrp="1"/>
          </p:cNvSpPr>
          <p:nvPr>
            <p:ph type="title" idx="0"/>
          </p:nvPr>
        </p:nvSpPr>
        <p:spPr>
          <a:xfrm xmlns:a="http://schemas.openxmlformats.org/drawingml/2006/main">
            <a:off x="474821" y="998125"/>
            <a:ext cx="11239500" cy="704850"/>
          </a:xfrm>
        </p:spPr>
        <p:txBody>
          <a:bodyPr xmlns:a="http://schemas.openxmlformats.org/drawingml/2006/main" lIns="0" tIns="0" rIns="0" bIns="0">
            <a:normAutofit fontScale="100000"/>
          </a:bodyPr>
          <a:lstStyle xmlns:a="http://schemas.openxmlformats.org/drawingml/2006/main">
            <a:defPPr>
              <a:defRPr sz="3960">
                <a:solidFill>
                  <a:srgbClr val="B81C22"/>
                </a:solidFill>
                <a:latin typeface="Microsoft YaHei"/>
                <a:ea typeface="Microsoft YaHei"/>
                <a:cs typeface="Microsoft YaHei"/>
              </a:defRPr>
            </a:defPPr>
            <a:lvl1pPr>
              <a:defRPr sz="3960">
                <a:solidFill>
                  <a:srgbClr val="B81C22"/>
                </a:solidFill>
                <a:latin typeface="Microsoft YaHei"/>
                <a:ea typeface="Microsoft YaHei"/>
                <a:cs typeface="Microsoft YaHei"/>
              </a:defRPr>
            </a:lvl1pPr>
            <a:lvl2pPr>
              <a:defRPr sz="3960">
                <a:solidFill>
                  <a:srgbClr val="B81C22"/>
                </a:solidFill>
                <a:latin typeface="Microsoft YaHei"/>
                <a:ea typeface="Microsoft YaHei"/>
                <a:cs typeface="Microsoft YaHei"/>
              </a:defRPr>
            </a:lvl2pPr>
            <a:lvl3pPr>
              <a:defRPr sz="3960">
                <a:solidFill>
                  <a:srgbClr val="B81C22"/>
                </a:solidFill>
                <a:latin typeface="Microsoft YaHei"/>
                <a:ea typeface="Microsoft YaHei"/>
                <a:cs typeface="Microsoft YaHei"/>
              </a:defRPr>
            </a:lvl3pPr>
            <a:lvl4pPr>
              <a:defRPr sz="3960">
                <a:solidFill>
                  <a:srgbClr val="B81C22"/>
                </a:solidFill>
                <a:latin typeface="Microsoft YaHei"/>
                <a:ea typeface="Microsoft YaHei"/>
                <a:cs typeface="Microsoft YaHei"/>
              </a:defRPr>
            </a:lvl4pPr>
            <a:lvl5pPr>
              <a:defRPr sz="3960">
                <a:solidFill>
                  <a:srgbClr val="B81C22"/>
                </a:solidFill>
                <a:latin typeface="Microsoft YaHei"/>
                <a:ea typeface="Microsoft YaHei"/>
                <a:cs typeface="Microsoft YaHei"/>
              </a:defRPr>
            </a:lvl5pPr>
            <a:lvl6pPr>
              <a:defRPr sz="3960">
                <a:solidFill>
                  <a:srgbClr val="B81C22"/>
                </a:solidFill>
                <a:latin typeface="Microsoft YaHei"/>
                <a:ea typeface="Microsoft YaHei"/>
                <a:cs typeface="Microsoft YaHei"/>
              </a:defRPr>
            </a:lvl6pPr>
            <a:lvl7pPr>
              <a:defRPr sz="3960">
                <a:solidFill>
                  <a:srgbClr val="B81C22"/>
                </a:solidFill>
                <a:latin typeface="Microsoft YaHei"/>
                <a:ea typeface="Microsoft YaHei"/>
                <a:cs typeface="Microsoft YaHei"/>
              </a:defRPr>
            </a:lvl7pPr>
            <a:lvl8pPr>
              <a:defRPr sz="3960">
                <a:solidFill>
                  <a:srgbClr val="B81C22"/>
                </a:solidFill>
                <a:latin typeface="Microsoft YaHei"/>
                <a:ea typeface="Microsoft YaHei"/>
                <a:cs typeface="Microsoft YaHei"/>
              </a:defRPr>
            </a:lvl8pPr>
            <a:lvl9pPr>
              <a:defRPr sz="3960">
                <a:solidFill>
                  <a:srgbClr val="B81C22"/>
                </a:solidFill>
                <a:latin typeface="Microsoft YaHei"/>
                <a:ea typeface="Microsoft YaHei"/>
                <a:cs typeface="Microsoft YaHei"/>
              </a:defRPr>
            </a:lvl9pPr>
          </a:lstStyle>
          <a:p xmlns:a="http://schemas.openxmlformats.org/drawingml/2006/main">
            <a:pPr>
              <a:defRPr sz="3960">
                <a:solidFill>
                  <a:srgbClr val="B81C22"/>
                </a:solidFill>
                <a:latin typeface="Microsoft YaHei"/>
                <a:ea typeface="Microsoft YaHei"/>
                <a:cs typeface="Microsoft YaHei"/>
              </a:defRPr>
            </a:pPr>
            <a:r>
              <a:rPr sz="3960">
                <a:solidFill>
                  <a:srgbClr val="B81C22"/>
                </a:solidFill>
                <a:latin typeface="Microsoft YaHei"/>
                <a:ea typeface="Microsoft YaHei"/>
                <a:cs typeface="Microsoft YaHei"/>
              </a:rPr>
              <a:t>Literature Review</a:t>
            </a:r>
            <a:endParaRPr/>
          </a:p>
        </p:txBody>
      </p:sp>
      <p:sp>
        <p:nvSpPr>
          <p:cNvPr id="3" name="content-heading">
            <a:extLst xmlns:a="http://schemas.openxmlformats.org/drawingml/2006/main">
              <a:ext uri="{FF2B5EF4-FFF2-40B4-BE49-F238E27FC236}">
                <a16:creationId xmlns:a16="http://schemas.microsoft.com/office/drawing/2014/main" id="{4269564E-B360-4582-B656-BC4AED18D210}"/>
              </a:ext>
            </a:extLst>
          </p:cNvPr>
          <p:cNvSpPr>
            <a:spLocks xmlns:a="http://schemas.openxmlformats.org/drawingml/2006/main" noGrp="1"/>
          </p:cNvSpPr>
          <p:nvPr/>
        </p:nvSpPr>
        <p:spPr>
          <a:xfrm xmlns:a="http://schemas.openxmlformats.org/drawingml/2006/main">
            <a:off x="571500" y="1838325"/>
            <a:ext cx="1095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325" b="1">
                <a:solidFill>
                  <a:srgbClr val="303030"/>
                </a:solidFill>
                <a:latin typeface="Microsoft YaHei"/>
                <a:ea typeface="Microsoft YaHei"/>
                <a:cs typeface="Microsoft YaHei"/>
              </a:defRPr>
            </a:defPPr>
            <a:lvl1pPr>
              <a:defRPr sz="2325" b="1">
                <a:solidFill>
                  <a:srgbClr val="303030"/>
                </a:solidFill>
                <a:latin typeface="Microsoft YaHei"/>
                <a:ea typeface="Microsoft YaHei"/>
                <a:cs typeface="Microsoft YaHei"/>
              </a:defRPr>
            </a:lvl1pPr>
            <a:lvl2pPr>
              <a:defRPr sz="2325" b="1">
                <a:solidFill>
                  <a:srgbClr val="303030"/>
                </a:solidFill>
                <a:latin typeface="Microsoft YaHei"/>
                <a:ea typeface="Microsoft YaHei"/>
                <a:cs typeface="Microsoft YaHei"/>
              </a:defRPr>
            </a:lvl2pPr>
            <a:lvl3pPr>
              <a:defRPr sz="2325" b="1">
                <a:solidFill>
                  <a:srgbClr val="303030"/>
                </a:solidFill>
                <a:latin typeface="Microsoft YaHei"/>
                <a:ea typeface="Microsoft YaHei"/>
                <a:cs typeface="Microsoft YaHei"/>
              </a:defRPr>
            </a:lvl3pPr>
            <a:lvl4pPr>
              <a:defRPr sz="2325" b="1">
                <a:solidFill>
                  <a:srgbClr val="303030"/>
                </a:solidFill>
                <a:latin typeface="Microsoft YaHei"/>
                <a:ea typeface="Microsoft YaHei"/>
                <a:cs typeface="Microsoft YaHei"/>
              </a:defRPr>
            </a:lvl4pPr>
            <a:lvl5pPr>
              <a:defRPr sz="2325" b="1">
                <a:solidFill>
                  <a:srgbClr val="303030"/>
                </a:solidFill>
                <a:latin typeface="Microsoft YaHei"/>
                <a:ea typeface="Microsoft YaHei"/>
                <a:cs typeface="Microsoft YaHei"/>
              </a:defRPr>
            </a:lvl5pPr>
            <a:lvl6pPr>
              <a:defRPr sz="2325" b="1">
                <a:solidFill>
                  <a:srgbClr val="303030"/>
                </a:solidFill>
                <a:latin typeface="Microsoft YaHei"/>
                <a:ea typeface="Microsoft YaHei"/>
                <a:cs typeface="Microsoft YaHei"/>
              </a:defRPr>
            </a:lvl6pPr>
            <a:lvl7pPr>
              <a:defRPr sz="2325" b="1">
                <a:solidFill>
                  <a:srgbClr val="303030"/>
                </a:solidFill>
                <a:latin typeface="Microsoft YaHei"/>
                <a:ea typeface="Microsoft YaHei"/>
                <a:cs typeface="Microsoft YaHei"/>
              </a:defRPr>
            </a:lvl7pPr>
            <a:lvl8pPr>
              <a:defRPr sz="2325" b="1">
                <a:solidFill>
                  <a:srgbClr val="303030"/>
                </a:solidFill>
                <a:latin typeface="Microsoft YaHei"/>
                <a:ea typeface="Microsoft YaHei"/>
                <a:cs typeface="Microsoft YaHei"/>
              </a:defRPr>
            </a:lvl8pPr>
            <a:lvl9pPr>
              <a:defRPr sz="2325" b="1">
                <a:solidFill>
                  <a:srgbClr val="303030"/>
                </a:solidFill>
                <a:latin typeface="Microsoft YaHei"/>
                <a:ea typeface="Microsoft YaHei"/>
                <a:cs typeface="Microsoft YaHei"/>
              </a:defRPr>
            </a:lvl9pPr>
          </a:lstStyle>
          <a:p xmlns:a="http://schemas.openxmlformats.org/drawingml/2006/main">
            <a:pPr>
              <a:defRPr sz="2325" b="1">
                <a:solidFill>
                  <a:srgbClr val="303030"/>
                </a:solidFill>
                <a:latin typeface="Microsoft YaHei"/>
                <a:ea typeface="Microsoft YaHei"/>
                <a:cs typeface="Microsoft YaHei"/>
              </a:defRPr>
            </a:pPr>
            <a:r>
              <a:rPr sz="2325" b="1">
                <a:solidFill>
                  <a:srgbClr val="303030"/>
                </a:solidFill>
                <a:latin typeface="Microsoft YaHei"/>
                <a:ea typeface="Microsoft YaHei"/>
                <a:cs typeface="Microsoft YaHei"/>
              </a:rPr>
              <a:t>MAST and the Two Failure Problems</a:t>
            </a:r>
          </a:p>
        </p:txBody>
      </p:sp>
      <p:sp>
        <p:nvSpPr>
          <p:cNvPr id="4" name="page">
            <a:extLst xmlns:a="http://schemas.openxmlformats.org/drawingml/2006/main">
              <a:ext uri="{FF2B5EF4-FFF2-40B4-BE49-F238E27FC236}">
                <a16:creationId xmlns:a16="http://schemas.microsoft.com/office/drawing/2014/main" id="{CB221CE9-EB64-43F2-92A9-CE5D016A0FB0}"/>
              </a:ext>
            </a:extLst>
          </p:cNvPr>
          <p:cNvSpPr>
            <a:spLocks xmlns:a="http://schemas.openxmlformats.org/drawingml/2006/main" noGrp="1"/>
          </p:cNvSpPr>
          <p:nvPr/>
        </p:nvSpPr>
        <p:spPr>
          <a:xfrm xmlns:a="http://schemas.openxmlformats.org/drawingml/2006/main">
            <a:off x="10763250" y="6343650"/>
            <a:ext cx="95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0">
                <a:solidFill>
                  <a:srgbClr val="575757"/>
                </a:solidFill>
                <a:latin typeface="Microsoft YaHei"/>
                <a:ea typeface="Microsoft YaHei"/>
                <a:cs typeface="Microsoft YaHei"/>
              </a:defRPr>
            </a:defPPr>
            <a:lvl1pPr>
              <a:defRPr sz="1200" b="0">
                <a:solidFill>
                  <a:srgbClr val="575757"/>
                </a:solidFill>
                <a:latin typeface="Microsoft YaHei"/>
                <a:ea typeface="Microsoft YaHei"/>
                <a:cs typeface="Microsoft YaHei"/>
              </a:defRPr>
            </a:lvl1pPr>
            <a:lvl2pPr>
              <a:defRPr sz="1200" b="0">
                <a:solidFill>
                  <a:srgbClr val="575757"/>
                </a:solidFill>
                <a:latin typeface="Microsoft YaHei"/>
                <a:ea typeface="Microsoft YaHei"/>
                <a:cs typeface="Microsoft YaHei"/>
              </a:defRPr>
            </a:lvl2pPr>
            <a:lvl3pPr>
              <a:defRPr sz="1200" b="0">
                <a:solidFill>
                  <a:srgbClr val="575757"/>
                </a:solidFill>
                <a:latin typeface="Microsoft YaHei"/>
                <a:ea typeface="Microsoft YaHei"/>
                <a:cs typeface="Microsoft YaHei"/>
              </a:defRPr>
            </a:lvl3pPr>
            <a:lvl4pPr>
              <a:defRPr sz="1200" b="0">
                <a:solidFill>
                  <a:srgbClr val="575757"/>
                </a:solidFill>
                <a:latin typeface="Microsoft YaHei"/>
                <a:ea typeface="Microsoft YaHei"/>
                <a:cs typeface="Microsoft YaHei"/>
              </a:defRPr>
            </a:lvl4pPr>
            <a:lvl5pPr>
              <a:defRPr sz="1200" b="0">
                <a:solidFill>
                  <a:srgbClr val="575757"/>
                </a:solidFill>
                <a:latin typeface="Microsoft YaHei"/>
                <a:ea typeface="Microsoft YaHei"/>
                <a:cs typeface="Microsoft YaHei"/>
              </a:defRPr>
            </a:lvl5pPr>
            <a:lvl6pPr>
              <a:defRPr sz="1200" b="0">
                <a:solidFill>
                  <a:srgbClr val="575757"/>
                </a:solidFill>
                <a:latin typeface="Microsoft YaHei"/>
                <a:ea typeface="Microsoft YaHei"/>
                <a:cs typeface="Microsoft YaHei"/>
              </a:defRPr>
            </a:lvl6pPr>
            <a:lvl7pPr>
              <a:defRPr sz="1200" b="0">
                <a:solidFill>
                  <a:srgbClr val="575757"/>
                </a:solidFill>
                <a:latin typeface="Microsoft YaHei"/>
                <a:ea typeface="Microsoft YaHei"/>
                <a:cs typeface="Microsoft YaHei"/>
              </a:defRPr>
            </a:lvl7pPr>
            <a:lvl8pPr>
              <a:defRPr sz="1200" b="0">
                <a:solidFill>
                  <a:srgbClr val="575757"/>
                </a:solidFill>
                <a:latin typeface="Microsoft YaHei"/>
                <a:ea typeface="Microsoft YaHei"/>
                <a:cs typeface="Microsoft YaHei"/>
              </a:defRPr>
            </a:lvl8pPr>
            <a:lvl9pPr>
              <a:defRPr sz="1200" b="0">
                <a:solidFill>
                  <a:srgbClr val="575757"/>
                </a:solidFill>
                <a:latin typeface="Microsoft YaHei"/>
                <a:ea typeface="Microsoft YaHei"/>
                <a:cs typeface="Microsoft YaHei"/>
              </a:defRPr>
            </a:lvl9pPr>
          </a:lstStyle>
          <a:p xmlns:a="http://schemas.openxmlformats.org/drawingml/2006/main">
            <a:pPr>
              <a:defRPr sz="1200" b="0">
                <a:solidFill>
                  <a:srgbClr val="575757"/>
                </a:solidFill>
                <a:latin typeface="Microsoft YaHei"/>
                <a:ea typeface="Microsoft YaHei"/>
                <a:cs typeface="Microsoft YaHei"/>
              </a:defRPr>
            </a:pPr>
            <a:r>
              <a:rPr sz="1200" b="0">
                <a:solidFill>
                  <a:srgbClr val="575757"/>
                </a:solidFill>
                <a:latin typeface="Microsoft YaHei"/>
                <a:ea typeface="Microsoft YaHei"/>
                <a:cs typeface="Microsoft YaHei"/>
              </a:rPr>
              <a:t>6 / 13</a:t>
            </a:r>
          </a:p>
        </p:txBody>
      </p:sp>
      <p:sp>
        <p:nvSpPr>
          <p:cNvPr id="5" name="definition">
            <a:extLst xmlns:a="http://schemas.openxmlformats.org/drawingml/2006/main">
              <a:ext uri="{FF2B5EF4-FFF2-40B4-BE49-F238E27FC236}">
                <a16:creationId xmlns:a16="http://schemas.microsoft.com/office/drawing/2014/main" id="{8B76A5DD-A3B7-436B-A3F1-8BF5B903A3AF}"/>
              </a:ext>
            </a:extLst>
          </p:cNvPr>
          <p:cNvSpPr>
            <a:spLocks xmlns:a="http://schemas.openxmlformats.org/drawingml/2006/main" noGrp="1"/>
          </p:cNvSpPr>
          <p:nvPr/>
        </p:nvSpPr>
        <p:spPr>
          <a:xfrm xmlns:a="http://schemas.openxmlformats.org/drawingml/2006/main">
            <a:off x="571500" y="2400300"/>
            <a:ext cx="11049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0">
                <a:solidFill>
                  <a:srgbClr val="575757"/>
                </a:solidFill>
                <a:latin typeface="Microsoft YaHei"/>
                <a:ea typeface="Microsoft YaHei"/>
                <a:cs typeface="Microsoft YaHei"/>
              </a:defRPr>
            </a:defPPr>
            <a:lvl1pPr>
              <a:defRPr sz="2100" b="0">
                <a:solidFill>
                  <a:srgbClr val="575757"/>
                </a:solidFill>
                <a:latin typeface="Microsoft YaHei"/>
                <a:ea typeface="Microsoft YaHei"/>
                <a:cs typeface="Microsoft YaHei"/>
              </a:defRPr>
            </a:lvl1pPr>
            <a:lvl2pPr>
              <a:defRPr sz="2100" b="0">
                <a:solidFill>
                  <a:srgbClr val="575757"/>
                </a:solidFill>
                <a:latin typeface="Microsoft YaHei"/>
                <a:ea typeface="Microsoft YaHei"/>
                <a:cs typeface="Microsoft YaHei"/>
              </a:defRPr>
            </a:lvl2pPr>
            <a:lvl3pPr>
              <a:defRPr sz="2100" b="0">
                <a:solidFill>
                  <a:srgbClr val="575757"/>
                </a:solidFill>
                <a:latin typeface="Microsoft YaHei"/>
                <a:ea typeface="Microsoft YaHei"/>
                <a:cs typeface="Microsoft YaHei"/>
              </a:defRPr>
            </a:lvl3pPr>
            <a:lvl4pPr>
              <a:defRPr sz="2100" b="0">
                <a:solidFill>
                  <a:srgbClr val="575757"/>
                </a:solidFill>
                <a:latin typeface="Microsoft YaHei"/>
                <a:ea typeface="Microsoft YaHei"/>
                <a:cs typeface="Microsoft YaHei"/>
              </a:defRPr>
            </a:lvl4pPr>
            <a:lvl5pPr>
              <a:defRPr sz="2100" b="0">
                <a:solidFill>
                  <a:srgbClr val="575757"/>
                </a:solidFill>
                <a:latin typeface="Microsoft YaHei"/>
                <a:ea typeface="Microsoft YaHei"/>
                <a:cs typeface="Microsoft YaHei"/>
              </a:defRPr>
            </a:lvl5pPr>
            <a:lvl6pPr>
              <a:defRPr sz="2100" b="0">
                <a:solidFill>
                  <a:srgbClr val="575757"/>
                </a:solidFill>
                <a:latin typeface="Microsoft YaHei"/>
                <a:ea typeface="Microsoft YaHei"/>
                <a:cs typeface="Microsoft YaHei"/>
              </a:defRPr>
            </a:lvl6pPr>
            <a:lvl7pPr>
              <a:defRPr sz="2100" b="0">
                <a:solidFill>
                  <a:srgbClr val="575757"/>
                </a:solidFill>
                <a:latin typeface="Microsoft YaHei"/>
                <a:ea typeface="Microsoft YaHei"/>
                <a:cs typeface="Microsoft YaHei"/>
              </a:defRPr>
            </a:lvl7pPr>
            <a:lvl8pPr>
              <a:defRPr sz="2100" b="0">
                <a:solidFill>
                  <a:srgbClr val="575757"/>
                </a:solidFill>
                <a:latin typeface="Microsoft YaHei"/>
                <a:ea typeface="Microsoft YaHei"/>
                <a:cs typeface="Microsoft YaHei"/>
              </a:defRPr>
            </a:lvl8pPr>
            <a:lvl9pPr>
              <a:defRPr sz="2100" b="0">
                <a:solidFill>
                  <a:srgbClr val="575757"/>
                </a:solidFill>
                <a:latin typeface="Microsoft YaHei"/>
                <a:ea typeface="Microsoft YaHei"/>
                <a:cs typeface="Microsoft YaHei"/>
              </a:defRPr>
            </a:lvl9pPr>
          </a:lstStyle>
          <a:p xmlns:a="http://schemas.openxmlformats.org/drawingml/2006/main">
            <a:pPr>
              <a:defRPr sz="2100" b="0">
                <a:solidFill>
                  <a:srgbClr val="575757"/>
                </a:solidFill>
                <a:latin typeface="Microsoft YaHei"/>
                <a:ea typeface="Microsoft YaHei"/>
                <a:cs typeface="Microsoft YaHei"/>
              </a:defRPr>
            </a:pPr>
            <a:r>
              <a:rPr sz="2100" b="0">
                <a:solidFill>
                  <a:srgbClr val="575757"/>
                </a:solidFill>
                <a:latin typeface="Microsoft YaHei"/>
                <a:ea typeface="Microsoft YaHei"/>
                <a:cs typeface="Microsoft YaHei"/>
              </a:rPr>
              <a:t>MAST: Multi-Agent System Failure Taxonomy</a:t>
            </a:r>
          </a:p>
          <a:p xmlns:a="http://schemas.openxmlformats.org/drawingml/2006/main">
            <a:pPr>
              <a:defRPr sz="2100" b="0">
                <a:solidFill>
                  <a:srgbClr val="575757"/>
                </a:solidFill>
                <a:latin typeface="Microsoft YaHei"/>
                <a:ea typeface="Microsoft YaHei"/>
                <a:cs typeface="Microsoft YaHei"/>
              </a:defRPr>
            </a:pPr>
            <a:r>
              <a:rPr sz="2100" b="0">
                <a:solidFill>
                  <a:srgbClr val="575757"/>
                </a:solidFill>
                <a:latin typeface="Microsoft YaHei"/>
                <a:ea typeface="Microsoft YaHei"/>
                <a:cs typeface="Microsoft YaHei"/>
              </a:rPr>
              <a:t>System design, inter-agent misalignment and task verification</a:t>
            </a:r>
          </a:p>
        </p:txBody>
      </p:sp>
      <p:graphicFrame>
        <p:nvGraphicFramePr>
          <p:cNvPr id="6" name="">
            <a:extLst xmlns:a="http://schemas.openxmlformats.org/drawingml/2006/main">
              <a:ext uri="{FF2B5EF4-FFF2-40B4-BE49-F238E27FC236}">
                <a16:creationId xmlns:a16="http://schemas.microsoft.com/office/drawing/2014/main" id="{5C114F67-EFDC-4DB9-B951-3CE55C17182D}"/>
              </a:ext>
            </a:extLst>
          </p:cNvPr>
          <p:cNvGraphicFramePr/>
          <p:nvPr/>
        </p:nvGraphicFramePr>
        <p:xfrm>
          <a:off xmlns:a="http://schemas.openxmlformats.org/drawingml/2006/main" x="571500" y="3381375"/>
          <a:ext xmlns:a="http://schemas.openxmlformats.org/drawingml/2006/main" cx="10953750" cy="2162175"/>
        </p:xfrm>
        <a:graphic xmlns:a="http://schemas.openxmlformats.org/drawingml/2006/main">
          <a:graphicData uri="http://schemas.openxmlformats.org/drawingml/2006/table">
            <a:tbl>
              <a:tblPr/>
              <a:tblGrid>
                <a:gridCol w="3429000"/>
                <a:gridCol w="4095750"/>
                <a:gridCol w="3429000"/>
              </a:tblGrid>
              <a:tr h="720725">
                <a:tc>
                  <a:txBody>
                    <a:bodyPr/>
                    <a:lstStyle/>
                    <a:p>
                      <a:r>
                        <a:rPr sz="1650" b="1">
                          <a:solidFill>
                            <a:srgbClr val="FFFFFF"/>
                          </a:solidFill>
                          <a:latin typeface="Microsoft YaHei"/>
                          <a:ea typeface="Microsoft YaHei"/>
                          <a:cs typeface="Microsoft YaHei"/>
                        </a:rPr>
                        <a:t>Failure problem</a:t>
                      </a:r>
                    </a:p>
                  </a:txBody>
                  <a:tcPr marL="114300" marR="114300" marT="76200" marB="76200" anchor="ctr">
                    <a:lnL w="6668">
                      <a:solidFill>
                        <a:srgbClr val="D8D1C9"/>
                      </a:solidFill>
                      <a:prstDash val="solid"/>
                    </a:lnL>
                    <a:lnR w="6668">
                      <a:solidFill>
                        <a:srgbClr val="D8D1C9"/>
                      </a:solidFill>
                      <a:prstDash val="solid"/>
                    </a:lnR>
                    <a:lnT w="6668">
                      <a:solidFill>
                        <a:srgbClr val="D8D1C9"/>
                      </a:solidFill>
                      <a:prstDash val="solid"/>
                    </a:lnT>
                    <a:lnB w="6668">
                      <a:solidFill>
                        <a:srgbClr val="D8D1C9"/>
                      </a:solidFill>
                      <a:prstDash val="solid"/>
                    </a:lnB>
                    <a:solidFill>
                      <a:srgbClr val="B81C22"/>
                    </a:solidFill>
                  </a:tcPr>
                </a:tc>
                <a:tc>
                  <a:txBody>
                    <a:bodyPr/>
                    <a:lstStyle/>
                    <a:p>
                      <a:r>
                        <a:rPr sz="1650" b="1">
                          <a:solidFill>
                            <a:srgbClr val="FFFFFF"/>
                          </a:solidFill>
                          <a:latin typeface="Microsoft YaHei"/>
                          <a:ea typeface="Microsoft YaHei"/>
                          <a:cs typeface="Microsoft YaHei"/>
                        </a:rPr>
                        <a:t>Literature foundation</a:t>
                      </a:r>
                    </a:p>
                  </a:txBody>
                  <a:tcPr marL="114300" marR="114300" marT="76200" marB="76200" anchor="ctr">
                    <a:lnR w="6668">
                      <a:solidFill>
                        <a:srgbClr val="D8D1C9"/>
                      </a:solidFill>
                      <a:prstDash val="solid"/>
                    </a:lnR>
                    <a:lnT w="6668">
                      <a:solidFill>
                        <a:srgbClr val="D8D1C9"/>
                      </a:solidFill>
                      <a:prstDash val="solid"/>
                    </a:lnT>
                    <a:lnB w="6668">
                      <a:solidFill>
                        <a:srgbClr val="D8D1C9"/>
                      </a:solidFill>
                      <a:prstDash val="solid"/>
                    </a:lnB>
                    <a:solidFill>
                      <a:srgbClr val="B81C22"/>
                    </a:solidFill>
                  </a:tcPr>
                </a:tc>
                <a:tc>
                  <a:txBody>
                    <a:bodyPr/>
                    <a:lstStyle/>
                    <a:p>
                      <a:r>
                        <a:rPr sz="1650" b="1">
                          <a:solidFill>
                            <a:srgbClr val="FFFFFF"/>
                          </a:solidFill>
                          <a:latin typeface="Microsoft YaHei"/>
                          <a:ea typeface="Microsoft YaHei"/>
                          <a:cs typeface="Microsoft YaHei"/>
                        </a:rPr>
                        <a:t>Question for our adaptation</a:t>
                      </a:r>
                    </a:p>
                  </a:txBody>
                  <a:tcPr marL="114300" marR="114300" marT="76200" marB="76200" anchor="ctr">
                    <a:lnR w="6668">
                      <a:solidFill>
                        <a:srgbClr val="D8D1C9"/>
                      </a:solidFill>
                      <a:prstDash val="solid"/>
                    </a:lnR>
                    <a:lnT w="6668">
                      <a:solidFill>
                        <a:srgbClr val="D8D1C9"/>
                      </a:solidFill>
                      <a:prstDash val="solid"/>
                    </a:lnT>
                    <a:lnB w="6668">
                      <a:solidFill>
                        <a:srgbClr val="D8D1C9"/>
                      </a:solidFill>
                      <a:prstDash val="solid"/>
                    </a:lnB>
                    <a:solidFill>
                      <a:srgbClr val="B81C22"/>
                    </a:solidFill>
                  </a:tcPr>
                </a:tc>
              </a:tr>
              <a:tr h="720725">
                <a:tc>
                  <a:txBody>
                    <a:bodyPr/>
                    <a:lstStyle/>
                    <a:p>
                      <a:r>
                        <a:rPr sz="1650" b="0">
                          <a:solidFill>
                            <a:srgbClr val="575757"/>
                          </a:solidFill>
                          <a:latin typeface="Microsoft YaHei"/>
                          <a:ea typeface="Microsoft YaHei"/>
                          <a:cs typeface="Microsoft YaHei"/>
                        </a:rPr>
                        <a:t>Experience applied outside its scope</a:t>
                      </a:r>
                    </a:p>
                  </a:txBody>
                  <a:tcPr marL="114300" marR="114300" marT="76200" marB="76200" anchor="ctr">
                    <a:lnL w="6668">
                      <a:solidFill>
                        <a:srgbClr val="D8D1C9"/>
                      </a:solidFill>
                      <a:prstDash val="solid"/>
                    </a:lnL>
                    <a:lnR w="6668">
                      <a:solidFill>
                        <a:srgbClr val="D8D1C9"/>
                      </a:solidFill>
                      <a:prstDash val="solid"/>
                    </a:lnR>
                    <a:lnB w="6668">
                      <a:solidFill>
                        <a:srgbClr val="D8D1C9"/>
                      </a:solidFill>
                      <a:prstDash val="solid"/>
                    </a:lnB>
                    <a:solidFill>
                      <a:srgbClr val="FFFFFF"/>
                    </a:solidFill>
                  </a:tcPr>
                </a:tc>
                <a:tc>
                  <a:txBody>
                    <a:bodyPr/>
                    <a:lstStyle/>
                    <a:p>
                      <a:r>
                        <a:rPr sz="1650" b="0">
                          <a:solidFill>
                            <a:srgbClr val="575757"/>
                          </a:solidFill>
                          <a:latin typeface="Microsoft YaHei"/>
                          <a:ea typeface="Microsoft YaHei"/>
                          <a:cs typeface="Microsoft YaHei"/>
                        </a:rPr>
                        <a:t>DataPilot assets; ReasoningBank memory</a:t>
                      </a:r>
                    </a:p>
                  </a:txBody>
                  <a:tcPr marL="114300" marR="114300" marT="76200" marB="76200" anchor="ctr">
                    <a:lnR w="6668">
                      <a:solidFill>
                        <a:srgbClr val="D8D1C9"/>
                      </a:solidFill>
                      <a:prstDash val="solid"/>
                    </a:lnR>
                    <a:lnB w="6668">
                      <a:solidFill>
                        <a:srgbClr val="D8D1C9"/>
                      </a:solidFill>
                      <a:prstDash val="solid"/>
                    </a:lnB>
                    <a:solidFill>
                      <a:srgbClr val="FFFFFF"/>
                    </a:solidFill>
                  </a:tcPr>
                </a:tc>
                <a:tc>
                  <a:txBody>
                    <a:bodyPr/>
                    <a:lstStyle/>
                    <a:p>
                      <a:r>
                        <a:rPr sz="1650" b="0">
                          <a:solidFill>
                            <a:srgbClr val="575757"/>
                          </a:solidFill>
                          <a:latin typeface="Microsoft YaHei"/>
                          <a:ea typeface="Microsoft YaHei"/>
                          <a:cs typeface="Microsoft YaHei"/>
                        </a:rPr>
                        <a:t>Does current-source checking help?</a:t>
                      </a:r>
                    </a:p>
                  </a:txBody>
                  <a:tcPr marL="114300" marR="114300" marT="76200" marB="76200" anchor="ctr">
                    <a:lnR w="6668">
                      <a:solidFill>
                        <a:srgbClr val="D8D1C9"/>
                      </a:solidFill>
                      <a:prstDash val="solid"/>
                    </a:lnR>
                    <a:lnB w="6668">
                      <a:solidFill>
                        <a:srgbClr val="D8D1C9"/>
                      </a:solidFill>
                      <a:prstDash val="solid"/>
                    </a:lnB>
                    <a:solidFill>
                      <a:srgbClr val="FFFFFF"/>
                    </a:solidFill>
                  </a:tcPr>
                </a:tc>
              </a:tr>
              <a:tr h="720725">
                <a:tc>
                  <a:txBody>
                    <a:bodyPr/>
                    <a:lstStyle/>
                    <a:p>
                      <a:r>
                        <a:rPr sz="1650" b="0">
                          <a:solidFill>
                            <a:srgbClr val="575757"/>
                          </a:solidFill>
                          <a:latin typeface="Microsoft YaHei"/>
                          <a:ea typeface="Microsoft YaHei"/>
                          <a:cs typeface="Microsoft YaHei"/>
                        </a:rPr>
                        <a:t>Required check omitted (FM-3.2)</a:t>
                      </a:r>
                    </a:p>
                    <a:p>
                      <a:r>
                        <a:rPr sz="1650" b="0">
                          <a:solidFill>
                            <a:srgbClr val="575757"/>
                          </a:solidFill>
                          <a:latin typeface="Microsoft YaHei"/>
                          <a:ea typeface="Microsoft YaHei"/>
                          <a:cs typeface="Microsoft YaHei"/>
                        </a:rPr>
                        <a:t>Wrong judgement (FM-3.3)</a:t>
                      </a:r>
                    </a:p>
                  </a:txBody>
                  <a:tcPr marL="114300" marR="114300" marT="76200" marB="76200" anchor="ctr">
                    <a:lnL w="6668">
                      <a:solidFill>
                        <a:srgbClr val="D8D1C9"/>
                      </a:solidFill>
                      <a:prstDash val="solid"/>
                    </a:lnL>
                    <a:lnR w="6668">
                      <a:solidFill>
                        <a:srgbClr val="D8D1C9"/>
                      </a:solidFill>
                      <a:prstDash val="solid"/>
                    </a:lnR>
                    <a:lnB w="6668">
                      <a:solidFill>
                        <a:srgbClr val="D8D1C9"/>
                      </a:solidFill>
                      <a:prstDash val="solid"/>
                    </a:lnB>
                    <a:solidFill>
                      <a:srgbClr val="F7F3EE"/>
                    </a:solidFill>
                  </a:tcPr>
                </a:tc>
                <a:tc>
                  <a:txBody>
                    <a:bodyPr/>
                    <a:lstStyle/>
                    <a:p>
                      <a:r>
                        <a:rPr sz="1650" b="0">
                          <a:solidFill>
                            <a:srgbClr val="575757"/>
                          </a:solidFill>
                          <a:latin typeface="Microsoft YaHei"/>
                          <a:ea typeface="Microsoft YaHei"/>
                          <a:cs typeface="Microsoft YaHei"/>
                        </a:rPr>
                        <a:t>DS-STAR review; SQLDriller / TS-SQL tests;</a:t>
                      </a:r>
                    </a:p>
                    <a:p>
                      <a:r>
                        <a:rPr sz="1650" b="0">
                          <a:solidFill>
                            <a:srgbClr val="575757"/>
                          </a:solidFill>
                          <a:latin typeface="Microsoft YaHei"/>
                          <a:ea typeface="Microsoft YaHei"/>
                          <a:cs typeface="Microsoft YaHei"/>
                        </a:rPr>
                        <a:t>QueryProof rule gates</a:t>
                      </a:r>
                    </a:p>
                  </a:txBody>
                  <a:tcPr marL="114300" marR="114300" marT="76200" marB="76200" anchor="ctr">
                    <a:lnR w="6668">
                      <a:solidFill>
                        <a:srgbClr val="D8D1C9"/>
                      </a:solidFill>
                      <a:prstDash val="solid"/>
                    </a:lnR>
                    <a:lnB w="6668">
                      <a:solidFill>
                        <a:srgbClr val="D8D1C9"/>
                      </a:solidFill>
                      <a:prstDash val="solid"/>
                    </a:lnB>
                    <a:solidFill>
                      <a:srgbClr val="F7F3EE"/>
                    </a:solidFill>
                  </a:tcPr>
                </a:tc>
                <a:tc>
                  <a:txBody>
                    <a:bodyPr/>
                    <a:lstStyle/>
                    <a:p>
                      <a:r>
                        <a:rPr sz="1650" b="0">
                          <a:solidFill>
                            <a:srgbClr val="575757"/>
                          </a:solidFill>
                          <a:latin typeface="Microsoft YaHei"/>
                          <a:ea typeface="Microsoft YaHei"/>
                          <a:cs typeface="Microsoft YaHei"/>
                        </a:rPr>
                        <a:t>Does a distinguishing test improve</a:t>
                      </a:r>
                    </a:p>
                    <a:p>
                      <a:r>
                        <a:rPr sz="1650" b="0">
                          <a:solidFill>
                            <a:srgbClr val="575757"/>
                          </a:solidFill>
                          <a:latin typeface="Microsoft YaHei"/>
                          <a:ea typeface="Microsoft YaHei"/>
                          <a:cs typeface="Microsoft YaHei"/>
                        </a:rPr>
                        <a:t>review decisions?</a:t>
                      </a:r>
                    </a:p>
                  </a:txBody>
                  <a:tcPr marL="114300" marR="114300" marT="76200" marB="76200" anchor="ctr">
                    <a:lnR w="6668">
                      <a:solidFill>
                        <a:srgbClr val="D8D1C9"/>
                      </a:solidFill>
                      <a:prstDash val="solid"/>
                    </a:lnR>
                    <a:lnB w="6668">
                      <a:solidFill>
                        <a:srgbClr val="D8D1C9"/>
                      </a:solidFill>
                      <a:prstDash val="solid"/>
                    </a:lnB>
                    <a:solidFill>
                      <a:srgbClr val="F7F3EE"/>
                    </a:solidFill>
                  </a:tcPr>
                </a:tc>
              </a:tr>
            </a:tbl>
          </a:graphicData>
        </a:graphic>
      </p:graphicFrame>
      <p:sp>
        <p:nvSpPr>
          <p:cNvPr id="7" name="sources">
            <a:extLst xmlns:a="http://schemas.openxmlformats.org/drawingml/2006/main">
              <a:ext uri="{FF2B5EF4-FFF2-40B4-BE49-F238E27FC236}">
                <a16:creationId xmlns:a16="http://schemas.microsoft.com/office/drawing/2014/main" id="{BF53470F-388B-45F9-99C3-2E40E5DD8F06}"/>
              </a:ext>
            </a:extLst>
          </p:cNvPr>
          <p:cNvSpPr>
            <a:spLocks xmlns:a="http://schemas.openxmlformats.org/drawingml/2006/main" noGrp="1"/>
          </p:cNvSpPr>
          <p:nvPr/>
        </p:nvSpPr>
        <p:spPr>
          <a:xfrm xmlns:a="http://schemas.openxmlformats.org/drawingml/2006/main">
            <a:off x="571500" y="6019800"/>
            <a:ext cx="10953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125" b="0">
                <a:solidFill>
                  <a:srgbClr val="575757"/>
                </a:solidFill>
                <a:latin typeface="Microsoft YaHei"/>
                <a:ea typeface="Microsoft YaHei"/>
                <a:cs typeface="Microsoft YaHei"/>
              </a:defRPr>
            </a:defPPr>
            <a:lvl1pPr>
              <a:defRPr sz="1125" b="0">
                <a:solidFill>
                  <a:srgbClr val="575757"/>
                </a:solidFill>
                <a:latin typeface="Microsoft YaHei"/>
                <a:ea typeface="Microsoft YaHei"/>
                <a:cs typeface="Microsoft YaHei"/>
              </a:defRPr>
            </a:lvl1pPr>
            <a:lvl2pPr>
              <a:defRPr sz="1125" b="0">
                <a:solidFill>
                  <a:srgbClr val="575757"/>
                </a:solidFill>
                <a:latin typeface="Microsoft YaHei"/>
                <a:ea typeface="Microsoft YaHei"/>
                <a:cs typeface="Microsoft YaHei"/>
              </a:defRPr>
            </a:lvl2pPr>
            <a:lvl3pPr>
              <a:defRPr sz="1125" b="0">
                <a:solidFill>
                  <a:srgbClr val="575757"/>
                </a:solidFill>
                <a:latin typeface="Microsoft YaHei"/>
                <a:ea typeface="Microsoft YaHei"/>
                <a:cs typeface="Microsoft YaHei"/>
              </a:defRPr>
            </a:lvl3pPr>
            <a:lvl4pPr>
              <a:defRPr sz="1125" b="0">
                <a:solidFill>
                  <a:srgbClr val="575757"/>
                </a:solidFill>
                <a:latin typeface="Microsoft YaHei"/>
                <a:ea typeface="Microsoft YaHei"/>
                <a:cs typeface="Microsoft YaHei"/>
              </a:defRPr>
            </a:lvl4pPr>
            <a:lvl5pPr>
              <a:defRPr sz="1125" b="0">
                <a:solidFill>
                  <a:srgbClr val="575757"/>
                </a:solidFill>
                <a:latin typeface="Microsoft YaHei"/>
                <a:ea typeface="Microsoft YaHei"/>
                <a:cs typeface="Microsoft YaHei"/>
              </a:defRPr>
            </a:lvl5pPr>
            <a:lvl6pPr>
              <a:defRPr sz="1125" b="0">
                <a:solidFill>
                  <a:srgbClr val="575757"/>
                </a:solidFill>
                <a:latin typeface="Microsoft YaHei"/>
                <a:ea typeface="Microsoft YaHei"/>
                <a:cs typeface="Microsoft YaHei"/>
              </a:defRPr>
            </a:lvl6pPr>
            <a:lvl7pPr>
              <a:defRPr sz="1125" b="0">
                <a:solidFill>
                  <a:srgbClr val="575757"/>
                </a:solidFill>
                <a:latin typeface="Microsoft YaHei"/>
                <a:ea typeface="Microsoft YaHei"/>
                <a:cs typeface="Microsoft YaHei"/>
              </a:defRPr>
            </a:lvl7pPr>
            <a:lvl8pPr>
              <a:defRPr sz="1125" b="0">
                <a:solidFill>
                  <a:srgbClr val="575757"/>
                </a:solidFill>
                <a:latin typeface="Microsoft YaHei"/>
                <a:ea typeface="Microsoft YaHei"/>
                <a:cs typeface="Microsoft YaHei"/>
              </a:defRPr>
            </a:lvl8pPr>
            <a:lvl9pPr>
              <a:defRPr sz="1125" b="0">
                <a:solidFill>
                  <a:srgbClr val="575757"/>
                </a:solidFill>
                <a:latin typeface="Microsoft YaHei"/>
                <a:ea typeface="Microsoft YaHei"/>
                <a:cs typeface="Microsoft YaHei"/>
              </a:defRPr>
            </a:lvl9pPr>
          </a:lstStyle>
          <a:p xmlns:a="http://schemas.openxmlformats.org/drawingml/2006/main">
            <a:pPr>
              <a:defRPr sz="1125" b="0">
                <a:solidFill>
                  <a:srgbClr val="575757"/>
                </a:solidFill>
                <a:latin typeface="Microsoft YaHei"/>
                <a:ea typeface="Microsoft YaHei"/>
                <a:cs typeface="Microsoft YaHei"/>
              </a:defRPr>
            </a:pPr>
            <a:r>
              <a:rPr sz="1125" b="0">
                <a:solidFill>
                  <a:srgbClr val="575757"/>
                </a:solidFill>
                <a:latin typeface="Microsoft YaHei"/>
                <a:ea typeface="Microsoft YaHei"/>
                <a:cs typeface="Microsoft YaHei"/>
              </a:rPr>
              <a:t>MAST v3; ReasoningBank v2; SQLDriller; TS-SQL; QueryProof v1</a:t>
            </a:r>
          </a:p>
        </p:txBody>
      </p:sp>
    </p:spTree>
    <p:extLst>
      <p:ext uri="{BB962C8B-B14F-4D97-AF65-F5344CB8AC3E}">
        <p14:creationId xmlns:p14="http://schemas.microsoft.com/office/powerpoint/2010/main" val="910577282"/>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cxnSp>
        <p:nvCxnSpPr>
          <p:cNvPr id="11" name="">
            <a:extLst xmlns:a="http://schemas.openxmlformats.org/drawingml/2006/main">
              <a:ext uri="{FF2B5EF4-FFF2-40B4-BE49-F238E27FC236}">
                <a16:creationId xmlns:a16="http://schemas.microsoft.com/office/drawing/2014/main" id="{17509534-3AB2-4288-8AEC-FB75C4E0A425}"/>
              </a:ext>
            </a:extLst>
          </p:cNvPr>
          <p:cNvCxnSpPr>
            <a:stCxn xmlns:a="http://schemas.openxmlformats.org/drawingml/2006/main" id="5" idx="2"/>
            <a:endCxn xmlns:a="http://schemas.openxmlformats.org/drawingml/2006/main" id="8" idx="0"/>
          </p:cNvCxnSpPr>
          <p:nvPr/>
        </p:nvCxnSpPr>
        <p:spPr>
          <a:xfrm xmlns:a="http://schemas.openxmlformats.org/drawingml/2006/main">
            <a:off x="6000750" y="3286125"/>
            <a:ext cx="3952875" cy="666750"/>
          </a:xfrm>
          <a:prstGeom xmlns:a="http://schemas.openxmlformats.org/drawingml/2006/main" prst="bentConnector4">
            <a:avLst>
              <a:gd name="adj1" fmla="val 0"/>
              <a:gd name="adj2" fmla="val 50000"/>
            </a:avLst>
          </a:prstGeom>
          <a:ln xmlns:a="http://schemas.openxmlformats.org/drawingml/2006/main" w="15240">
            <a:solidFill>
              <a:srgbClr val="999999"/>
            </a:solidFill>
            <a:tailEnd type="triangle" w="sm" len="sm"/>
          </a:ln>
        </p:spPr>
      </p:cxnSp>
      <p:cxnSp>
        <p:nvCxnSpPr>
          <p:cNvPr id="10" name="">
            <a:extLst xmlns:a="http://schemas.openxmlformats.org/drawingml/2006/main">
              <a:ext uri="{FF2B5EF4-FFF2-40B4-BE49-F238E27FC236}">
                <a16:creationId xmlns:a16="http://schemas.microsoft.com/office/drawing/2014/main" id="{E6471582-FB82-4357-8677-1D2E85739D94}"/>
              </a:ext>
            </a:extLst>
          </p:cNvPr>
          <p:cNvCxnSpPr>
            <a:stCxn xmlns:a="http://schemas.openxmlformats.org/drawingml/2006/main" id="5" idx="2"/>
            <a:endCxn xmlns:a="http://schemas.openxmlformats.org/drawingml/2006/main" id="7" idx="0"/>
          </p:cNvCxnSpPr>
          <p:nvPr/>
        </p:nvCxnSpPr>
        <p:spPr>
          <a:xfrm xmlns:a="http://schemas.openxmlformats.org/drawingml/2006/main">
            <a:off x="6000750" y="3286125"/>
            <a:ext cx="95250" cy="666750"/>
          </a:xfrm>
          <a:prstGeom xmlns:a="http://schemas.openxmlformats.org/drawingml/2006/main" prst="bentConnector4">
            <a:avLst>
              <a:gd name="adj1" fmla="val 0"/>
              <a:gd name="adj2" fmla="val 50000"/>
            </a:avLst>
          </a:prstGeom>
          <a:ln xmlns:a="http://schemas.openxmlformats.org/drawingml/2006/main" w="15240">
            <a:solidFill>
              <a:srgbClr val="999999"/>
            </a:solidFill>
            <a:tailEnd type="triangle" w="sm" len="sm"/>
          </a:ln>
        </p:spPr>
      </p:cxnSp>
      <p:cxnSp>
        <p:nvCxnSpPr>
          <p:cNvPr id="9" name="">
            <a:extLst xmlns:a="http://schemas.openxmlformats.org/drawingml/2006/main">
              <a:ext uri="{FF2B5EF4-FFF2-40B4-BE49-F238E27FC236}">
                <a16:creationId xmlns:a16="http://schemas.microsoft.com/office/drawing/2014/main" id="{2E6483E4-AFFC-45EA-AE0B-A24A1CE29964}"/>
              </a:ext>
            </a:extLst>
          </p:cNvPr>
          <p:cNvCxnSpPr>
            <a:stCxn xmlns:a="http://schemas.openxmlformats.org/drawingml/2006/main" id="5" idx="2"/>
            <a:endCxn xmlns:a="http://schemas.openxmlformats.org/drawingml/2006/main" id="6" idx="0"/>
          </p:cNvCxnSpPr>
          <p:nvPr/>
        </p:nvCxnSpPr>
        <p:spPr>
          <a:xfrm xmlns:a="http://schemas.openxmlformats.org/drawingml/2006/main" flipH="1">
            <a:off x="2238375" y="3286125"/>
            <a:ext cx="3762375" cy="666750"/>
          </a:xfrm>
          <a:prstGeom xmlns:a="http://schemas.openxmlformats.org/drawingml/2006/main" prst="bentConnector4">
            <a:avLst>
              <a:gd name="adj1" fmla="val 0"/>
              <a:gd name="adj2" fmla="val 50000"/>
            </a:avLst>
          </a:prstGeom>
          <a:ln xmlns:a="http://schemas.openxmlformats.org/drawingml/2006/main" w="15240">
            <a:solidFill>
              <a:srgbClr val="999999"/>
            </a:solidFill>
            <a:tailEnd type="triangle" w="sm" len="sm"/>
          </a:ln>
        </p:spPr>
      </p:cxnSp>
      <p:sp>
        <p:nvSpPr>
          <p:cNvPr id="2" name="Title 1">
            <a:extLst xmlns:a="http://schemas.openxmlformats.org/drawingml/2006/main">
              <a:ext uri="{FF2B5EF4-FFF2-40B4-BE49-F238E27FC236}">
                <a16:creationId xmlns:a16="http://schemas.microsoft.com/office/drawing/2014/main" id="{E547F508-C267-4F51-81A9-677A24AAAAB8}"/>
              </a:ext>
            </a:extLst>
          </p:cNvPr>
          <p:cNvSpPr>
            <a:spLocks xmlns:a="http://schemas.openxmlformats.org/drawingml/2006/main" noGrp="1"/>
          </p:cNvSpPr>
          <p:nvPr>
            <p:ph type="title" idx="0"/>
          </p:nvPr>
        </p:nvSpPr>
        <p:spPr>
          <a:xfrm xmlns:a="http://schemas.openxmlformats.org/drawingml/2006/main">
            <a:off x="474821" y="998125"/>
            <a:ext cx="11239500" cy="704850"/>
          </a:xfrm>
        </p:spPr>
        <p:txBody>
          <a:bodyPr xmlns:a="http://schemas.openxmlformats.org/drawingml/2006/main" lIns="0" tIns="0" rIns="0" bIns="0">
            <a:normAutofit fontScale="100000"/>
          </a:bodyPr>
          <a:lstStyle xmlns:a="http://schemas.openxmlformats.org/drawingml/2006/main">
            <a:defPPr>
              <a:defRPr sz="3960">
                <a:solidFill>
                  <a:srgbClr val="B81C22"/>
                </a:solidFill>
                <a:latin typeface="Microsoft YaHei"/>
                <a:ea typeface="Microsoft YaHei"/>
                <a:cs typeface="Microsoft YaHei"/>
              </a:defRPr>
            </a:defPPr>
            <a:lvl1pPr>
              <a:defRPr sz="3960">
                <a:solidFill>
                  <a:srgbClr val="B81C22"/>
                </a:solidFill>
                <a:latin typeface="Microsoft YaHei"/>
                <a:ea typeface="Microsoft YaHei"/>
                <a:cs typeface="Microsoft YaHei"/>
              </a:defRPr>
            </a:lvl1pPr>
            <a:lvl2pPr>
              <a:defRPr sz="3960">
                <a:solidFill>
                  <a:srgbClr val="B81C22"/>
                </a:solidFill>
                <a:latin typeface="Microsoft YaHei"/>
                <a:ea typeface="Microsoft YaHei"/>
                <a:cs typeface="Microsoft YaHei"/>
              </a:defRPr>
            </a:lvl2pPr>
            <a:lvl3pPr>
              <a:defRPr sz="3960">
                <a:solidFill>
                  <a:srgbClr val="B81C22"/>
                </a:solidFill>
                <a:latin typeface="Microsoft YaHei"/>
                <a:ea typeface="Microsoft YaHei"/>
                <a:cs typeface="Microsoft YaHei"/>
              </a:defRPr>
            </a:lvl3pPr>
            <a:lvl4pPr>
              <a:defRPr sz="3960">
                <a:solidFill>
                  <a:srgbClr val="B81C22"/>
                </a:solidFill>
                <a:latin typeface="Microsoft YaHei"/>
                <a:ea typeface="Microsoft YaHei"/>
                <a:cs typeface="Microsoft YaHei"/>
              </a:defRPr>
            </a:lvl4pPr>
            <a:lvl5pPr>
              <a:defRPr sz="3960">
                <a:solidFill>
                  <a:srgbClr val="B81C22"/>
                </a:solidFill>
                <a:latin typeface="Microsoft YaHei"/>
                <a:ea typeface="Microsoft YaHei"/>
                <a:cs typeface="Microsoft YaHei"/>
              </a:defRPr>
            </a:lvl5pPr>
            <a:lvl6pPr>
              <a:defRPr sz="3960">
                <a:solidFill>
                  <a:srgbClr val="B81C22"/>
                </a:solidFill>
                <a:latin typeface="Microsoft YaHei"/>
                <a:ea typeface="Microsoft YaHei"/>
                <a:cs typeface="Microsoft YaHei"/>
              </a:defRPr>
            </a:lvl6pPr>
            <a:lvl7pPr>
              <a:defRPr sz="3960">
                <a:solidFill>
                  <a:srgbClr val="B81C22"/>
                </a:solidFill>
                <a:latin typeface="Microsoft YaHei"/>
                <a:ea typeface="Microsoft YaHei"/>
                <a:cs typeface="Microsoft YaHei"/>
              </a:defRPr>
            </a:lvl7pPr>
            <a:lvl8pPr>
              <a:defRPr sz="3960">
                <a:solidFill>
                  <a:srgbClr val="B81C22"/>
                </a:solidFill>
                <a:latin typeface="Microsoft YaHei"/>
                <a:ea typeface="Microsoft YaHei"/>
                <a:cs typeface="Microsoft YaHei"/>
              </a:defRPr>
            </a:lvl8pPr>
            <a:lvl9pPr>
              <a:defRPr sz="3960">
                <a:solidFill>
                  <a:srgbClr val="B81C22"/>
                </a:solidFill>
                <a:latin typeface="Microsoft YaHei"/>
                <a:ea typeface="Microsoft YaHei"/>
                <a:cs typeface="Microsoft YaHei"/>
              </a:defRPr>
            </a:lvl9pPr>
          </a:lstStyle>
          <a:p xmlns:a="http://schemas.openxmlformats.org/drawingml/2006/main">
            <a:pPr>
              <a:defRPr sz="3960">
                <a:solidFill>
                  <a:srgbClr val="B81C22"/>
                </a:solidFill>
                <a:latin typeface="Microsoft YaHei"/>
                <a:ea typeface="Microsoft YaHei"/>
                <a:cs typeface="Microsoft YaHei"/>
              </a:defRPr>
            </a:pPr>
            <a:r>
              <a:rPr sz="3960">
                <a:solidFill>
                  <a:srgbClr val="B81C22"/>
                </a:solidFill>
                <a:latin typeface="Microsoft YaHei"/>
                <a:ea typeface="Microsoft YaHei"/>
                <a:cs typeface="Microsoft YaHei"/>
              </a:rPr>
              <a:t>Research Plan &amp; Method</a:t>
            </a:r>
            <a:endParaRPr/>
          </a:p>
        </p:txBody>
      </p:sp>
      <p:sp>
        <p:nvSpPr>
          <p:cNvPr id="3" name="content-heading">
            <a:extLst xmlns:a="http://schemas.openxmlformats.org/drawingml/2006/main">
              <a:ext uri="{FF2B5EF4-FFF2-40B4-BE49-F238E27FC236}">
                <a16:creationId xmlns:a16="http://schemas.microsoft.com/office/drawing/2014/main" id="{C1F33CD6-BD7C-4C95-831F-CD8F374E2CAD}"/>
              </a:ext>
            </a:extLst>
          </p:cNvPr>
          <p:cNvSpPr>
            <a:spLocks xmlns:a="http://schemas.openxmlformats.org/drawingml/2006/main" noGrp="1"/>
          </p:cNvSpPr>
          <p:nvPr/>
        </p:nvSpPr>
        <p:spPr>
          <a:xfrm xmlns:a="http://schemas.openxmlformats.org/drawingml/2006/main">
            <a:off x="571500" y="1838325"/>
            <a:ext cx="1095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325" b="1">
                <a:solidFill>
                  <a:srgbClr val="303030"/>
                </a:solidFill>
                <a:latin typeface="Microsoft YaHei"/>
                <a:ea typeface="Microsoft YaHei"/>
                <a:cs typeface="Microsoft YaHei"/>
              </a:defRPr>
            </a:defPPr>
            <a:lvl1pPr>
              <a:defRPr sz="2325" b="1">
                <a:solidFill>
                  <a:srgbClr val="303030"/>
                </a:solidFill>
                <a:latin typeface="Microsoft YaHei"/>
                <a:ea typeface="Microsoft YaHei"/>
                <a:cs typeface="Microsoft YaHei"/>
              </a:defRPr>
            </a:lvl1pPr>
            <a:lvl2pPr>
              <a:defRPr sz="2325" b="1">
                <a:solidFill>
                  <a:srgbClr val="303030"/>
                </a:solidFill>
                <a:latin typeface="Microsoft YaHei"/>
                <a:ea typeface="Microsoft YaHei"/>
                <a:cs typeface="Microsoft YaHei"/>
              </a:defRPr>
            </a:lvl2pPr>
            <a:lvl3pPr>
              <a:defRPr sz="2325" b="1">
                <a:solidFill>
                  <a:srgbClr val="303030"/>
                </a:solidFill>
                <a:latin typeface="Microsoft YaHei"/>
                <a:ea typeface="Microsoft YaHei"/>
                <a:cs typeface="Microsoft YaHei"/>
              </a:defRPr>
            </a:lvl3pPr>
            <a:lvl4pPr>
              <a:defRPr sz="2325" b="1">
                <a:solidFill>
                  <a:srgbClr val="303030"/>
                </a:solidFill>
                <a:latin typeface="Microsoft YaHei"/>
                <a:ea typeface="Microsoft YaHei"/>
                <a:cs typeface="Microsoft YaHei"/>
              </a:defRPr>
            </a:lvl4pPr>
            <a:lvl5pPr>
              <a:defRPr sz="2325" b="1">
                <a:solidFill>
                  <a:srgbClr val="303030"/>
                </a:solidFill>
                <a:latin typeface="Microsoft YaHei"/>
                <a:ea typeface="Microsoft YaHei"/>
                <a:cs typeface="Microsoft YaHei"/>
              </a:defRPr>
            </a:lvl5pPr>
            <a:lvl6pPr>
              <a:defRPr sz="2325" b="1">
                <a:solidFill>
                  <a:srgbClr val="303030"/>
                </a:solidFill>
                <a:latin typeface="Microsoft YaHei"/>
                <a:ea typeface="Microsoft YaHei"/>
                <a:cs typeface="Microsoft YaHei"/>
              </a:defRPr>
            </a:lvl6pPr>
            <a:lvl7pPr>
              <a:defRPr sz="2325" b="1">
                <a:solidFill>
                  <a:srgbClr val="303030"/>
                </a:solidFill>
                <a:latin typeface="Microsoft YaHei"/>
                <a:ea typeface="Microsoft YaHei"/>
                <a:cs typeface="Microsoft YaHei"/>
              </a:defRPr>
            </a:lvl7pPr>
            <a:lvl8pPr>
              <a:defRPr sz="2325" b="1">
                <a:solidFill>
                  <a:srgbClr val="303030"/>
                </a:solidFill>
                <a:latin typeface="Microsoft YaHei"/>
                <a:ea typeface="Microsoft YaHei"/>
                <a:cs typeface="Microsoft YaHei"/>
              </a:defRPr>
            </a:lvl8pPr>
            <a:lvl9pPr>
              <a:defRPr sz="2325" b="1">
                <a:solidFill>
                  <a:srgbClr val="303030"/>
                </a:solidFill>
                <a:latin typeface="Microsoft YaHei"/>
                <a:ea typeface="Microsoft YaHei"/>
                <a:cs typeface="Microsoft YaHei"/>
              </a:defRPr>
            </a:lvl9pPr>
          </a:lstStyle>
          <a:p xmlns:a="http://schemas.openxmlformats.org/drawingml/2006/main">
            <a:pPr>
              <a:defRPr sz="2325" b="1">
                <a:solidFill>
                  <a:srgbClr val="303030"/>
                </a:solidFill>
                <a:latin typeface="Microsoft YaHei"/>
                <a:ea typeface="Microsoft YaHei"/>
                <a:cs typeface="Microsoft YaHei"/>
              </a:defRPr>
            </a:pPr>
            <a:r>
              <a:rPr sz="2325" b="1">
                <a:solidFill>
                  <a:srgbClr val="303030"/>
                </a:solidFill>
                <a:latin typeface="Microsoft YaHei"/>
                <a:ea typeface="Microsoft YaHei"/>
                <a:cs typeface="Microsoft YaHei"/>
              </a:rPr>
              <a:t>Hierarchical Multi-Agent System</a:t>
            </a:r>
          </a:p>
        </p:txBody>
      </p:sp>
      <p:sp>
        <p:nvSpPr>
          <p:cNvPr id="4" name="page">
            <a:extLst xmlns:a="http://schemas.openxmlformats.org/drawingml/2006/main">
              <a:ext uri="{FF2B5EF4-FFF2-40B4-BE49-F238E27FC236}">
                <a16:creationId xmlns:a16="http://schemas.microsoft.com/office/drawing/2014/main" id="{A15EF11E-5C76-4D3A-A015-37B883132268}"/>
              </a:ext>
            </a:extLst>
          </p:cNvPr>
          <p:cNvSpPr>
            <a:spLocks xmlns:a="http://schemas.openxmlformats.org/drawingml/2006/main" noGrp="1"/>
          </p:cNvSpPr>
          <p:nvPr/>
        </p:nvSpPr>
        <p:spPr>
          <a:xfrm xmlns:a="http://schemas.openxmlformats.org/drawingml/2006/main">
            <a:off x="10763250" y="6343650"/>
            <a:ext cx="95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0">
                <a:solidFill>
                  <a:srgbClr val="575757"/>
                </a:solidFill>
                <a:latin typeface="Microsoft YaHei"/>
                <a:ea typeface="Microsoft YaHei"/>
                <a:cs typeface="Microsoft YaHei"/>
              </a:defRPr>
            </a:defPPr>
            <a:lvl1pPr>
              <a:defRPr sz="1200" b="0">
                <a:solidFill>
                  <a:srgbClr val="575757"/>
                </a:solidFill>
                <a:latin typeface="Microsoft YaHei"/>
                <a:ea typeface="Microsoft YaHei"/>
                <a:cs typeface="Microsoft YaHei"/>
              </a:defRPr>
            </a:lvl1pPr>
            <a:lvl2pPr>
              <a:defRPr sz="1200" b="0">
                <a:solidFill>
                  <a:srgbClr val="575757"/>
                </a:solidFill>
                <a:latin typeface="Microsoft YaHei"/>
                <a:ea typeface="Microsoft YaHei"/>
                <a:cs typeface="Microsoft YaHei"/>
              </a:defRPr>
            </a:lvl2pPr>
            <a:lvl3pPr>
              <a:defRPr sz="1200" b="0">
                <a:solidFill>
                  <a:srgbClr val="575757"/>
                </a:solidFill>
                <a:latin typeface="Microsoft YaHei"/>
                <a:ea typeface="Microsoft YaHei"/>
                <a:cs typeface="Microsoft YaHei"/>
              </a:defRPr>
            </a:lvl3pPr>
            <a:lvl4pPr>
              <a:defRPr sz="1200" b="0">
                <a:solidFill>
                  <a:srgbClr val="575757"/>
                </a:solidFill>
                <a:latin typeface="Microsoft YaHei"/>
                <a:ea typeface="Microsoft YaHei"/>
                <a:cs typeface="Microsoft YaHei"/>
              </a:defRPr>
            </a:lvl4pPr>
            <a:lvl5pPr>
              <a:defRPr sz="1200" b="0">
                <a:solidFill>
                  <a:srgbClr val="575757"/>
                </a:solidFill>
                <a:latin typeface="Microsoft YaHei"/>
                <a:ea typeface="Microsoft YaHei"/>
                <a:cs typeface="Microsoft YaHei"/>
              </a:defRPr>
            </a:lvl5pPr>
            <a:lvl6pPr>
              <a:defRPr sz="1200" b="0">
                <a:solidFill>
                  <a:srgbClr val="575757"/>
                </a:solidFill>
                <a:latin typeface="Microsoft YaHei"/>
                <a:ea typeface="Microsoft YaHei"/>
                <a:cs typeface="Microsoft YaHei"/>
              </a:defRPr>
            </a:lvl6pPr>
            <a:lvl7pPr>
              <a:defRPr sz="1200" b="0">
                <a:solidFill>
                  <a:srgbClr val="575757"/>
                </a:solidFill>
                <a:latin typeface="Microsoft YaHei"/>
                <a:ea typeface="Microsoft YaHei"/>
                <a:cs typeface="Microsoft YaHei"/>
              </a:defRPr>
            </a:lvl7pPr>
            <a:lvl8pPr>
              <a:defRPr sz="1200" b="0">
                <a:solidFill>
                  <a:srgbClr val="575757"/>
                </a:solidFill>
                <a:latin typeface="Microsoft YaHei"/>
                <a:ea typeface="Microsoft YaHei"/>
                <a:cs typeface="Microsoft YaHei"/>
              </a:defRPr>
            </a:lvl8pPr>
            <a:lvl9pPr>
              <a:defRPr sz="1200" b="0">
                <a:solidFill>
                  <a:srgbClr val="575757"/>
                </a:solidFill>
                <a:latin typeface="Microsoft YaHei"/>
                <a:ea typeface="Microsoft YaHei"/>
                <a:cs typeface="Microsoft YaHei"/>
              </a:defRPr>
            </a:lvl9pPr>
          </a:lstStyle>
          <a:p xmlns:a="http://schemas.openxmlformats.org/drawingml/2006/main">
            <a:pPr>
              <a:defRPr sz="1200" b="0">
                <a:solidFill>
                  <a:srgbClr val="575757"/>
                </a:solidFill>
                <a:latin typeface="Microsoft YaHei"/>
                <a:ea typeface="Microsoft YaHei"/>
                <a:cs typeface="Microsoft YaHei"/>
              </a:defRPr>
            </a:pPr>
            <a:r>
              <a:rPr sz="1200" b="0">
                <a:solidFill>
                  <a:srgbClr val="575757"/>
                </a:solidFill>
                <a:latin typeface="Microsoft YaHei"/>
                <a:ea typeface="Microsoft YaHei"/>
                <a:cs typeface="Microsoft YaHei"/>
              </a:rPr>
              <a:t>7 / 13</a:t>
            </a:r>
          </a:p>
        </p:txBody>
      </p:sp>
      <p:sp>
        <p:nvSpPr>
          <p:cNvPr id="5" name="coordinator">
            <a:extLst xmlns:a="http://schemas.openxmlformats.org/drawingml/2006/main">
              <a:ext uri="{FF2B5EF4-FFF2-40B4-BE49-F238E27FC236}">
                <a16:creationId xmlns:a16="http://schemas.microsoft.com/office/drawing/2014/main" id="{EE309AA6-6F40-4092-9248-BFAF6799E09C}"/>
              </a:ext>
            </a:extLst>
          </p:cNvPr>
          <p:cNvSpPr>
            <a:spLocks xmlns:a="http://schemas.openxmlformats.org/drawingml/2006/main" noGrp="1"/>
          </p:cNvSpPr>
          <p:nvPr/>
        </p:nvSpPr>
        <p:spPr>
          <a:xfrm xmlns:a="http://schemas.openxmlformats.org/drawingml/2006/main">
            <a:off x="4095750" y="2476500"/>
            <a:ext cx="3810000" cy="809625"/>
          </a:xfrm>
          <a:prstGeom xmlns:a="http://schemas.openxmlformats.org/drawingml/2006/main" prst="rect">
            <a:avLst/>
          </a:prstGeom>
          <a:solidFill xmlns:a="http://schemas.openxmlformats.org/drawingml/2006/main">
            <a:srgbClr val="FFFFFF"/>
          </a:solidFill>
          <a:ln xmlns:a="http://schemas.openxmlformats.org/drawingml/2006/main" w="13335">
            <a:solidFill>
              <a:srgbClr val="B81C22"/>
            </a:solidFill>
          </a:ln>
        </p:spPr>
        <p:txBody>
          <a:bodyPr xmlns:a="http://schemas.openxmlformats.org/drawingml/2006/main" lIns="95250" tIns="95250" rIns="95250" bIns="95250" anchor="ctr"/>
          <a:lstStyle xmlns:a="http://schemas.openxmlformats.org/drawingml/2006/main">
            <a:defPPr algn="ctr">
              <a:defRPr sz="2025">
                <a:solidFill>
                  <a:srgbClr val="575757"/>
                </a:solidFill>
                <a:latin typeface="Microsoft YaHei"/>
                <a:ea typeface="Microsoft YaHei"/>
                <a:cs typeface="Microsoft YaHei"/>
              </a:defRPr>
            </a:defPPr>
            <a:lvl1pPr algn="ctr">
              <a:defRPr sz="2025">
                <a:solidFill>
                  <a:srgbClr val="575757"/>
                </a:solidFill>
                <a:latin typeface="Microsoft YaHei"/>
                <a:ea typeface="Microsoft YaHei"/>
                <a:cs typeface="Microsoft YaHei"/>
              </a:defRPr>
            </a:lvl1pPr>
            <a:lvl2pPr algn="ctr">
              <a:defRPr sz="2025">
                <a:solidFill>
                  <a:srgbClr val="575757"/>
                </a:solidFill>
                <a:latin typeface="Microsoft YaHei"/>
                <a:ea typeface="Microsoft YaHei"/>
                <a:cs typeface="Microsoft YaHei"/>
              </a:defRPr>
            </a:lvl2pPr>
            <a:lvl3pPr algn="ctr">
              <a:defRPr sz="2025">
                <a:solidFill>
                  <a:srgbClr val="575757"/>
                </a:solidFill>
                <a:latin typeface="Microsoft YaHei"/>
                <a:ea typeface="Microsoft YaHei"/>
                <a:cs typeface="Microsoft YaHei"/>
              </a:defRPr>
            </a:lvl3pPr>
            <a:lvl4pPr algn="ctr">
              <a:defRPr sz="2025">
                <a:solidFill>
                  <a:srgbClr val="575757"/>
                </a:solidFill>
                <a:latin typeface="Microsoft YaHei"/>
                <a:ea typeface="Microsoft YaHei"/>
                <a:cs typeface="Microsoft YaHei"/>
              </a:defRPr>
            </a:lvl4pPr>
            <a:lvl5pPr algn="ctr">
              <a:defRPr sz="2025">
                <a:solidFill>
                  <a:srgbClr val="575757"/>
                </a:solidFill>
                <a:latin typeface="Microsoft YaHei"/>
                <a:ea typeface="Microsoft YaHei"/>
                <a:cs typeface="Microsoft YaHei"/>
              </a:defRPr>
            </a:lvl5pPr>
            <a:lvl6pPr algn="ctr">
              <a:defRPr sz="2025">
                <a:solidFill>
                  <a:srgbClr val="575757"/>
                </a:solidFill>
                <a:latin typeface="Microsoft YaHei"/>
                <a:ea typeface="Microsoft YaHei"/>
                <a:cs typeface="Microsoft YaHei"/>
              </a:defRPr>
            </a:lvl6pPr>
            <a:lvl7pPr algn="ctr">
              <a:defRPr sz="2025">
                <a:solidFill>
                  <a:srgbClr val="575757"/>
                </a:solidFill>
                <a:latin typeface="Microsoft YaHei"/>
                <a:ea typeface="Microsoft YaHei"/>
                <a:cs typeface="Microsoft YaHei"/>
              </a:defRPr>
            </a:lvl7pPr>
            <a:lvl8pPr algn="ctr">
              <a:defRPr sz="2025">
                <a:solidFill>
                  <a:srgbClr val="575757"/>
                </a:solidFill>
                <a:latin typeface="Microsoft YaHei"/>
                <a:ea typeface="Microsoft YaHei"/>
                <a:cs typeface="Microsoft YaHei"/>
              </a:defRPr>
            </a:lvl8pPr>
            <a:lvl9pPr algn="ctr">
              <a:defRPr sz="2025">
                <a:solidFill>
                  <a:srgbClr val="575757"/>
                </a:solidFill>
                <a:latin typeface="Microsoft YaHei"/>
                <a:ea typeface="Microsoft YaHei"/>
                <a:cs typeface="Microsoft YaHei"/>
              </a:defRPr>
            </a:lvl9pPr>
          </a:lstStyle>
          <a:p xmlns:a="http://schemas.openxmlformats.org/drawingml/2006/main">
            <a:pPr algn="ctr">
              <a:defRPr sz="2025">
                <a:solidFill>
                  <a:srgbClr val="575757"/>
                </a:solidFill>
                <a:latin typeface="Microsoft YaHei"/>
                <a:ea typeface="Microsoft YaHei"/>
                <a:cs typeface="Microsoft YaHei"/>
              </a:defRPr>
            </a:pPr>
            <a:r>
              <a:rPr sz="2025">
                <a:solidFill>
                  <a:srgbClr val="575757"/>
                </a:solidFill>
                <a:latin typeface="Microsoft YaHei"/>
                <a:ea typeface="Microsoft YaHei"/>
                <a:cs typeface="Microsoft YaHei"/>
              </a:rPr>
              <a:t>Main agent</a:t>
            </a:r>
          </a:p>
          <a:p xmlns:a="http://schemas.openxmlformats.org/drawingml/2006/main">
            <a:pPr algn="ctr">
              <a:defRPr sz="2025">
                <a:solidFill>
                  <a:srgbClr val="575757"/>
                </a:solidFill>
                <a:latin typeface="Microsoft YaHei"/>
                <a:ea typeface="Microsoft YaHei"/>
                <a:cs typeface="Microsoft YaHei"/>
              </a:defRPr>
            </a:pPr>
            <a:r>
              <a:rPr sz="2025">
                <a:solidFill>
                  <a:srgbClr val="575757"/>
                </a:solidFill>
                <a:latin typeface="Microsoft YaHei"/>
                <a:ea typeface="Microsoft YaHei"/>
                <a:cs typeface="Microsoft YaHei"/>
              </a:rPr>
              <a:t>Coordinates the task</a:t>
            </a:r>
          </a:p>
        </p:txBody>
      </p:sp>
      <p:sp>
        <p:nvSpPr>
          <p:cNvPr id="6" name="evidence-worker">
            <a:extLst xmlns:a="http://schemas.openxmlformats.org/drawingml/2006/main">
              <a:ext uri="{FF2B5EF4-FFF2-40B4-BE49-F238E27FC236}">
                <a16:creationId xmlns:a16="http://schemas.microsoft.com/office/drawing/2014/main" id="{E82E8773-722E-4169-8F04-801940A15AFB}"/>
              </a:ext>
            </a:extLst>
          </p:cNvPr>
          <p:cNvSpPr>
            <a:spLocks xmlns:a="http://schemas.openxmlformats.org/drawingml/2006/main" noGrp="1"/>
          </p:cNvSpPr>
          <p:nvPr/>
        </p:nvSpPr>
        <p:spPr>
          <a:xfrm xmlns:a="http://schemas.openxmlformats.org/drawingml/2006/main">
            <a:off x="571500" y="3952875"/>
            <a:ext cx="3333750" cy="1000125"/>
          </a:xfrm>
          <a:prstGeom xmlns:a="http://schemas.openxmlformats.org/drawingml/2006/main" prst="rect">
            <a:avLst/>
          </a:prstGeom>
          <a:solidFill xmlns:a="http://schemas.openxmlformats.org/drawingml/2006/main">
            <a:srgbClr val="FFFFFF"/>
          </a:solidFill>
          <a:ln xmlns:a="http://schemas.openxmlformats.org/drawingml/2006/main" w="13335">
            <a:solidFill>
              <a:srgbClr val="B81C22"/>
            </a:solidFill>
          </a:ln>
        </p:spPr>
        <p:txBody>
          <a:bodyPr xmlns:a="http://schemas.openxmlformats.org/drawingml/2006/main" lIns="95250" tIns="95250" rIns="95250" bIns="95250" anchor="ctr"/>
          <a:lstStyle xmlns:a="http://schemas.openxmlformats.org/drawingml/2006/main">
            <a:defPPr algn="ctr">
              <a:defRPr sz="2025">
                <a:solidFill>
                  <a:srgbClr val="575757"/>
                </a:solidFill>
                <a:latin typeface="Microsoft YaHei"/>
                <a:ea typeface="Microsoft YaHei"/>
                <a:cs typeface="Microsoft YaHei"/>
              </a:defRPr>
            </a:defPPr>
            <a:lvl1pPr algn="ctr">
              <a:defRPr sz="2025">
                <a:solidFill>
                  <a:srgbClr val="575757"/>
                </a:solidFill>
                <a:latin typeface="Microsoft YaHei"/>
                <a:ea typeface="Microsoft YaHei"/>
                <a:cs typeface="Microsoft YaHei"/>
              </a:defRPr>
            </a:lvl1pPr>
            <a:lvl2pPr algn="ctr">
              <a:defRPr sz="2025">
                <a:solidFill>
                  <a:srgbClr val="575757"/>
                </a:solidFill>
                <a:latin typeface="Microsoft YaHei"/>
                <a:ea typeface="Microsoft YaHei"/>
                <a:cs typeface="Microsoft YaHei"/>
              </a:defRPr>
            </a:lvl2pPr>
            <a:lvl3pPr algn="ctr">
              <a:defRPr sz="2025">
                <a:solidFill>
                  <a:srgbClr val="575757"/>
                </a:solidFill>
                <a:latin typeface="Microsoft YaHei"/>
                <a:ea typeface="Microsoft YaHei"/>
                <a:cs typeface="Microsoft YaHei"/>
              </a:defRPr>
            </a:lvl3pPr>
            <a:lvl4pPr algn="ctr">
              <a:defRPr sz="2025">
                <a:solidFill>
                  <a:srgbClr val="575757"/>
                </a:solidFill>
                <a:latin typeface="Microsoft YaHei"/>
                <a:ea typeface="Microsoft YaHei"/>
                <a:cs typeface="Microsoft YaHei"/>
              </a:defRPr>
            </a:lvl4pPr>
            <a:lvl5pPr algn="ctr">
              <a:defRPr sz="2025">
                <a:solidFill>
                  <a:srgbClr val="575757"/>
                </a:solidFill>
                <a:latin typeface="Microsoft YaHei"/>
                <a:ea typeface="Microsoft YaHei"/>
                <a:cs typeface="Microsoft YaHei"/>
              </a:defRPr>
            </a:lvl5pPr>
            <a:lvl6pPr algn="ctr">
              <a:defRPr sz="2025">
                <a:solidFill>
                  <a:srgbClr val="575757"/>
                </a:solidFill>
                <a:latin typeface="Microsoft YaHei"/>
                <a:ea typeface="Microsoft YaHei"/>
                <a:cs typeface="Microsoft YaHei"/>
              </a:defRPr>
            </a:lvl6pPr>
            <a:lvl7pPr algn="ctr">
              <a:defRPr sz="2025">
                <a:solidFill>
                  <a:srgbClr val="575757"/>
                </a:solidFill>
                <a:latin typeface="Microsoft YaHei"/>
                <a:ea typeface="Microsoft YaHei"/>
                <a:cs typeface="Microsoft YaHei"/>
              </a:defRPr>
            </a:lvl7pPr>
            <a:lvl8pPr algn="ctr">
              <a:defRPr sz="2025">
                <a:solidFill>
                  <a:srgbClr val="575757"/>
                </a:solidFill>
                <a:latin typeface="Microsoft YaHei"/>
                <a:ea typeface="Microsoft YaHei"/>
                <a:cs typeface="Microsoft YaHei"/>
              </a:defRPr>
            </a:lvl8pPr>
            <a:lvl9pPr algn="ctr">
              <a:defRPr sz="2025">
                <a:solidFill>
                  <a:srgbClr val="575757"/>
                </a:solidFill>
                <a:latin typeface="Microsoft YaHei"/>
                <a:ea typeface="Microsoft YaHei"/>
                <a:cs typeface="Microsoft YaHei"/>
              </a:defRPr>
            </a:lvl9pPr>
          </a:lstStyle>
          <a:p xmlns:a="http://schemas.openxmlformats.org/drawingml/2006/main">
            <a:pPr algn="ctr">
              <a:defRPr sz="2025">
                <a:solidFill>
                  <a:srgbClr val="575757"/>
                </a:solidFill>
                <a:latin typeface="Microsoft YaHei"/>
                <a:ea typeface="Microsoft YaHei"/>
                <a:cs typeface="Microsoft YaHei"/>
              </a:defRPr>
            </a:pPr>
            <a:r>
              <a:rPr sz="2025">
                <a:solidFill>
                  <a:srgbClr val="575757"/>
                </a:solidFill>
                <a:latin typeface="Microsoft YaHei"/>
                <a:ea typeface="Microsoft YaHei"/>
                <a:cs typeface="Microsoft YaHei"/>
              </a:rPr>
              <a:t>Evidence worker</a:t>
            </a:r>
          </a:p>
          <a:p xmlns:a="http://schemas.openxmlformats.org/drawingml/2006/main">
            <a:pPr algn="ctr">
              <a:defRPr sz="2025">
                <a:solidFill>
                  <a:srgbClr val="575757"/>
                </a:solidFill>
                <a:latin typeface="Microsoft YaHei"/>
                <a:ea typeface="Microsoft YaHei"/>
                <a:cs typeface="Microsoft YaHei"/>
              </a:defRPr>
            </a:pPr>
            <a:r>
              <a:rPr sz="2025">
                <a:solidFill>
                  <a:srgbClr val="575757"/>
                </a:solidFill>
                <a:latin typeface="Microsoft YaHei"/>
                <a:ea typeface="Microsoft YaHei"/>
                <a:cs typeface="Microsoft YaHei"/>
              </a:rPr>
              <a:t>Checks retrieved experience</a:t>
            </a:r>
          </a:p>
        </p:txBody>
      </p:sp>
      <p:sp>
        <p:nvSpPr>
          <p:cNvPr id="7" name="analyst">
            <a:extLst xmlns:a="http://schemas.openxmlformats.org/drawingml/2006/main">
              <a:ext uri="{FF2B5EF4-FFF2-40B4-BE49-F238E27FC236}">
                <a16:creationId xmlns:a16="http://schemas.microsoft.com/office/drawing/2014/main" id="{6A58EB3F-3193-46D0-9F67-167DD065E4C1}"/>
              </a:ext>
            </a:extLst>
          </p:cNvPr>
          <p:cNvSpPr>
            <a:spLocks xmlns:a="http://schemas.openxmlformats.org/drawingml/2006/main" noGrp="1"/>
          </p:cNvSpPr>
          <p:nvPr/>
        </p:nvSpPr>
        <p:spPr>
          <a:xfrm xmlns:a="http://schemas.openxmlformats.org/drawingml/2006/main">
            <a:off x="4429125" y="3952875"/>
            <a:ext cx="3333750" cy="1000125"/>
          </a:xfrm>
          <a:prstGeom xmlns:a="http://schemas.openxmlformats.org/drawingml/2006/main" prst="rect">
            <a:avLst/>
          </a:prstGeom>
          <a:solidFill xmlns:a="http://schemas.openxmlformats.org/drawingml/2006/main">
            <a:srgbClr val="FFFFFF"/>
          </a:solidFill>
          <a:ln xmlns:a="http://schemas.openxmlformats.org/drawingml/2006/main" w="13335">
            <a:solidFill>
              <a:srgbClr val="B81C22"/>
            </a:solidFill>
          </a:ln>
        </p:spPr>
        <p:txBody>
          <a:bodyPr xmlns:a="http://schemas.openxmlformats.org/drawingml/2006/main" lIns="95250" tIns="95250" rIns="95250" bIns="95250" anchor="ctr"/>
          <a:lstStyle xmlns:a="http://schemas.openxmlformats.org/drawingml/2006/main">
            <a:defPPr algn="ctr">
              <a:defRPr sz="2025">
                <a:solidFill>
                  <a:srgbClr val="575757"/>
                </a:solidFill>
                <a:latin typeface="Microsoft YaHei"/>
                <a:ea typeface="Microsoft YaHei"/>
                <a:cs typeface="Microsoft YaHei"/>
              </a:defRPr>
            </a:defPPr>
            <a:lvl1pPr algn="ctr">
              <a:defRPr sz="2025">
                <a:solidFill>
                  <a:srgbClr val="575757"/>
                </a:solidFill>
                <a:latin typeface="Microsoft YaHei"/>
                <a:ea typeface="Microsoft YaHei"/>
                <a:cs typeface="Microsoft YaHei"/>
              </a:defRPr>
            </a:lvl1pPr>
            <a:lvl2pPr algn="ctr">
              <a:defRPr sz="2025">
                <a:solidFill>
                  <a:srgbClr val="575757"/>
                </a:solidFill>
                <a:latin typeface="Microsoft YaHei"/>
                <a:ea typeface="Microsoft YaHei"/>
                <a:cs typeface="Microsoft YaHei"/>
              </a:defRPr>
            </a:lvl2pPr>
            <a:lvl3pPr algn="ctr">
              <a:defRPr sz="2025">
                <a:solidFill>
                  <a:srgbClr val="575757"/>
                </a:solidFill>
                <a:latin typeface="Microsoft YaHei"/>
                <a:ea typeface="Microsoft YaHei"/>
                <a:cs typeface="Microsoft YaHei"/>
              </a:defRPr>
            </a:lvl3pPr>
            <a:lvl4pPr algn="ctr">
              <a:defRPr sz="2025">
                <a:solidFill>
                  <a:srgbClr val="575757"/>
                </a:solidFill>
                <a:latin typeface="Microsoft YaHei"/>
                <a:ea typeface="Microsoft YaHei"/>
                <a:cs typeface="Microsoft YaHei"/>
              </a:defRPr>
            </a:lvl4pPr>
            <a:lvl5pPr algn="ctr">
              <a:defRPr sz="2025">
                <a:solidFill>
                  <a:srgbClr val="575757"/>
                </a:solidFill>
                <a:latin typeface="Microsoft YaHei"/>
                <a:ea typeface="Microsoft YaHei"/>
                <a:cs typeface="Microsoft YaHei"/>
              </a:defRPr>
            </a:lvl5pPr>
            <a:lvl6pPr algn="ctr">
              <a:defRPr sz="2025">
                <a:solidFill>
                  <a:srgbClr val="575757"/>
                </a:solidFill>
                <a:latin typeface="Microsoft YaHei"/>
                <a:ea typeface="Microsoft YaHei"/>
                <a:cs typeface="Microsoft YaHei"/>
              </a:defRPr>
            </a:lvl6pPr>
            <a:lvl7pPr algn="ctr">
              <a:defRPr sz="2025">
                <a:solidFill>
                  <a:srgbClr val="575757"/>
                </a:solidFill>
                <a:latin typeface="Microsoft YaHei"/>
                <a:ea typeface="Microsoft YaHei"/>
                <a:cs typeface="Microsoft YaHei"/>
              </a:defRPr>
            </a:lvl7pPr>
            <a:lvl8pPr algn="ctr">
              <a:defRPr sz="2025">
                <a:solidFill>
                  <a:srgbClr val="575757"/>
                </a:solidFill>
                <a:latin typeface="Microsoft YaHei"/>
                <a:ea typeface="Microsoft YaHei"/>
                <a:cs typeface="Microsoft YaHei"/>
              </a:defRPr>
            </a:lvl8pPr>
            <a:lvl9pPr algn="ctr">
              <a:defRPr sz="2025">
                <a:solidFill>
                  <a:srgbClr val="575757"/>
                </a:solidFill>
                <a:latin typeface="Microsoft YaHei"/>
                <a:ea typeface="Microsoft YaHei"/>
                <a:cs typeface="Microsoft YaHei"/>
              </a:defRPr>
            </a:lvl9pPr>
          </a:lstStyle>
          <a:p xmlns:a="http://schemas.openxmlformats.org/drawingml/2006/main">
            <a:pPr algn="ctr">
              <a:defRPr sz="2025">
                <a:solidFill>
                  <a:srgbClr val="575757"/>
                </a:solidFill>
                <a:latin typeface="Microsoft YaHei"/>
                <a:ea typeface="Microsoft YaHei"/>
                <a:cs typeface="Microsoft YaHei"/>
              </a:defRPr>
            </a:pPr>
            <a:r>
              <a:rPr sz="2025">
                <a:solidFill>
                  <a:srgbClr val="575757"/>
                </a:solidFill>
                <a:latin typeface="Microsoft YaHei"/>
                <a:ea typeface="Microsoft YaHei"/>
                <a:cs typeface="Microsoft YaHei"/>
              </a:rPr>
              <a:t>Computational analyst</a:t>
            </a:r>
          </a:p>
          <a:p xmlns:a="http://schemas.openxmlformats.org/drawingml/2006/main">
            <a:pPr algn="ctr">
              <a:defRPr sz="2025">
                <a:solidFill>
                  <a:srgbClr val="575757"/>
                </a:solidFill>
                <a:latin typeface="Microsoft YaHei"/>
                <a:ea typeface="Microsoft YaHei"/>
                <a:cs typeface="Microsoft YaHei"/>
              </a:defRPr>
            </a:pPr>
            <a:r>
              <a:rPr sz="2025">
                <a:solidFill>
                  <a:srgbClr val="575757"/>
                </a:solidFill>
                <a:latin typeface="Microsoft YaHei"/>
                <a:ea typeface="Microsoft YaHei"/>
                <a:cs typeface="Microsoft YaHei"/>
              </a:rPr>
              <a:t>Runs the calculation</a:t>
            </a:r>
          </a:p>
        </p:txBody>
      </p:sp>
      <p:sp>
        <p:nvSpPr>
          <p:cNvPr id="8" name="reviewer">
            <a:extLst xmlns:a="http://schemas.openxmlformats.org/drawingml/2006/main">
              <a:ext uri="{FF2B5EF4-FFF2-40B4-BE49-F238E27FC236}">
                <a16:creationId xmlns:a16="http://schemas.microsoft.com/office/drawing/2014/main" id="{D62A7D03-A6A8-4189-9504-5E9363DB8710}"/>
              </a:ext>
            </a:extLst>
          </p:cNvPr>
          <p:cNvSpPr>
            <a:spLocks xmlns:a="http://schemas.openxmlformats.org/drawingml/2006/main" noGrp="1"/>
          </p:cNvSpPr>
          <p:nvPr/>
        </p:nvSpPr>
        <p:spPr>
          <a:xfrm xmlns:a="http://schemas.openxmlformats.org/drawingml/2006/main">
            <a:off x="8286750" y="3952875"/>
            <a:ext cx="3333750" cy="1000125"/>
          </a:xfrm>
          <a:prstGeom xmlns:a="http://schemas.openxmlformats.org/drawingml/2006/main" prst="rect">
            <a:avLst/>
          </a:prstGeom>
          <a:solidFill xmlns:a="http://schemas.openxmlformats.org/drawingml/2006/main">
            <a:srgbClr val="FFFFFF"/>
          </a:solidFill>
          <a:ln xmlns:a="http://schemas.openxmlformats.org/drawingml/2006/main" w="13335">
            <a:solidFill>
              <a:srgbClr val="B81C22"/>
            </a:solidFill>
          </a:ln>
        </p:spPr>
        <p:txBody>
          <a:bodyPr xmlns:a="http://schemas.openxmlformats.org/drawingml/2006/main" lIns="95250" tIns="95250" rIns="95250" bIns="95250" anchor="ctr"/>
          <a:lstStyle xmlns:a="http://schemas.openxmlformats.org/drawingml/2006/main">
            <a:defPPr algn="ctr">
              <a:defRPr sz="2025">
                <a:solidFill>
                  <a:srgbClr val="575757"/>
                </a:solidFill>
                <a:latin typeface="Microsoft YaHei"/>
                <a:ea typeface="Microsoft YaHei"/>
                <a:cs typeface="Microsoft YaHei"/>
              </a:defRPr>
            </a:defPPr>
            <a:lvl1pPr algn="ctr">
              <a:defRPr sz="2025">
                <a:solidFill>
                  <a:srgbClr val="575757"/>
                </a:solidFill>
                <a:latin typeface="Microsoft YaHei"/>
                <a:ea typeface="Microsoft YaHei"/>
                <a:cs typeface="Microsoft YaHei"/>
              </a:defRPr>
            </a:lvl1pPr>
            <a:lvl2pPr algn="ctr">
              <a:defRPr sz="2025">
                <a:solidFill>
                  <a:srgbClr val="575757"/>
                </a:solidFill>
                <a:latin typeface="Microsoft YaHei"/>
                <a:ea typeface="Microsoft YaHei"/>
                <a:cs typeface="Microsoft YaHei"/>
              </a:defRPr>
            </a:lvl2pPr>
            <a:lvl3pPr algn="ctr">
              <a:defRPr sz="2025">
                <a:solidFill>
                  <a:srgbClr val="575757"/>
                </a:solidFill>
                <a:latin typeface="Microsoft YaHei"/>
                <a:ea typeface="Microsoft YaHei"/>
                <a:cs typeface="Microsoft YaHei"/>
              </a:defRPr>
            </a:lvl3pPr>
            <a:lvl4pPr algn="ctr">
              <a:defRPr sz="2025">
                <a:solidFill>
                  <a:srgbClr val="575757"/>
                </a:solidFill>
                <a:latin typeface="Microsoft YaHei"/>
                <a:ea typeface="Microsoft YaHei"/>
                <a:cs typeface="Microsoft YaHei"/>
              </a:defRPr>
            </a:lvl4pPr>
            <a:lvl5pPr algn="ctr">
              <a:defRPr sz="2025">
                <a:solidFill>
                  <a:srgbClr val="575757"/>
                </a:solidFill>
                <a:latin typeface="Microsoft YaHei"/>
                <a:ea typeface="Microsoft YaHei"/>
                <a:cs typeface="Microsoft YaHei"/>
              </a:defRPr>
            </a:lvl5pPr>
            <a:lvl6pPr algn="ctr">
              <a:defRPr sz="2025">
                <a:solidFill>
                  <a:srgbClr val="575757"/>
                </a:solidFill>
                <a:latin typeface="Microsoft YaHei"/>
                <a:ea typeface="Microsoft YaHei"/>
                <a:cs typeface="Microsoft YaHei"/>
              </a:defRPr>
            </a:lvl6pPr>
            <a:lvl7pPr algn="ctr">
              <a:defRPr sz="2025">
                <a:solidFill>
                  <a:srgbClr val="575757"/>
                </a:solidFill>
                <a:latin typeface="Microsoft YaHei"/>
                <a:ea typeface="Microsoft YaHei"/>
                <a:cs typeface="Microsoft YaHei"/>
              </a:defRPr>
            </a:lvl7pPr>
            <a:lvl8pPr algn="ctr">
              <a:defRPr sz="2025">
                <a:solidFill>
                  <a:srgbClr val="575757"/>
                </a:solidFill>
                <a:latin typeface="Microsoft YaHei"/>
                <a:ea typeface="Microsoft YaHei"/>
                <a:cs typeface="Microsoft YaHei"/>
              </a:defRPr>
            </a:lvl8pPr>
            <a:lvl9pPr algn="ctr">
              <a:defRPr sz="2025">
                <a:solidFill>
                  <a:srgbClr val="575757"/>
                </a:solidFill>
                <a:latin typeface="Microsoft YaHei"/>
                <a:ea typeface="Microsoft YaHei"/>
                <a:cs typeface="Microsoft YaHei"/>
              </a:defRPr>
            </a:lvl9pPr>
          </a:lstStyle>
          <a:p xmlns:a="http://schemas.openxmlformats.org/drawingml/2006/main">
            <a:pPr algn="ctr">
              <a:defRPr sz="2025">
                <a:solidFill>
                  <a:srgbClr val="575757"/>
                </a:solidFill>
                <a:latin typeface="Microsoft YaHei"/>
                <a:ea typeface="Microsoft YaHei"/>
                <a:cs typeface="Microsoft YaHei"/>
              </a:defRPr>
            </a:pPr>
            <a:r>
              <a:rPr sz="2025">
                <a:solidFill>
                  <a:srgbClr val="575757"/>
                </a:solidFill>
                <a:latin typeface="Microsoft YaHei"/>
                <a:ea typeface="Microsoft YaHei"/>
                <a:cs typeface="Microsoft YaHei"/>
              </a:rPr>
              <a:t>Reviewer</a:t>
            </a:r>
          </a:p>
          <a:p xmlns:a="http://schemas.openxmlformats.org/drawingml/2006/main">
            <a:pPr algn="ctr">
              <a:defRPr sz="2025">
                <a:solidFill>
                  <a:srgbClr val="575757"/>
                </a:solidFill>
                <a:latin typeface="Microsoft YaHei"/>
                <a:ea typeface="Microsoft YaHei"/>
                <a:cs typeface="Microsoft YaHei"/>
              </a:defRPr>
            </a:pPr>
            <a:r>
              <a:rPr sz="2025">
                <a:solidFill>
                  <a:srgbClr val="575757"/>
                </a:solidFill>
                <a:latin typeface="Microsoft YaHei"/>
                <a:ea typeface="Microsoft YaHei"/>
                <a:cs typeface="Microsoft YaHei"/>
              </a:rPr>
              <a:t>Challenges the interpretation</a:t>
            </a:r>
          </a:p>
        </p:txBody>
      </p:sp>
      <p:sp>
        <p:nvSpPr>
          <p:cNvPr id="12" name="context">
            <a:extLst xmlns:a="http://schemas.openxmlformats.org/drawingml/2006/main">
              <a:ext uri="{FF2B5EF4-FFF2-40B4-BE49-F238E27FC236}">
                <a16:creationId xmlns:a16="http://schemas.microsoft.com/office/drawing/2014/main" id="{24BF1484-608D-45B5-ABC4-B195F853216F}"/>
              </a:ext>
            </a:extLst>
          </p:cNvPr>
          <p:cNvSpPr>
            <a:spLocks xmlns:a="http://schemas.openxmlformats.org/drawingml/2006/main" noGrp="1"/>
          </p:cNvSpPr>
          <p:nvPr/>
        </p:nvSpPr>
        <p:spPr>
          <a:xfrm xmlns:a="http://schemas.openxmlformats.org/drawingml/2006/main">
            <a:off x="571500" y="5276850"/>
            <a:ext cx="10953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950" b="0">
                <a:solidFill>
                  <a:srgbClr val="575757"/>
                </a:solidFill>
                <a:latin typeface="Microsoft YaHei"/>
                <a:ea typeface="Microsoft YaHei"/>
                <a:cs typeface="Microsoft YaHei"/>
              </a:defRPr>
            </a:defPPr>
            <a:lvl1pPr>
              <a:defRPr sz="1950" b="0">
                <a:solidFill>
                  <a:srgbClr val="575757"/>
                </a:solidFill>
                <a:latin typeface="Microsoft YaHei"/>
                <a:ea typeface="Microsoft YaHei"/>
                <a:cs typeface="Microsoft YaHei"/>
              </a:defRPr>
            </a:lvl1pPr>
            <a:lvl2pPr>
              <a:defRPr sz="1950" b="0">
                <a:solidFill>
                  <a:srgbClr val="575757"/>
                </a:solidFill>
                <a:latin typeface="Microsoft YaHei"/>
                <a:ea typeface="Microsoft YaHei"/>
                <a:cs typeface="Microsoft YaHei"/>
              </a:defRPr>
            </a:lvl2pPr>
            <a:lvl3pPr>
              <a:defRPr sz="1950" b="0">
                <a:solidFill>
                  <a:srgbClr val="575757"/>
                </a:solidFill>
                <a:latin typeface="Microsoft YaHei"/>
                <a:ea typeface="Microsoft YaHei"/>
                <a:cs typeface="Microsoft YaHei"/>
              </a:defRPr>
            </a:lvl3pPr>
            <a:lvl4pPr>
              <a:defRPr sz="1950" b="0">
                <a:solidFill>
                  <a:srgbClr val="575757"/>
                </a:solidFill>
                <a:latin typeface="Microsoft YaHei"/>
                <a:ea typeface="Microsoft YaHei"/>
                <a:cs typeface="Microsoft YaHei"/>
              </a:defRPr>
            </a:lvl4pPr>
            <a:lvl5pPr>
              <a:defRPr sz="1950" b="0">
                <a:solidFill>
                  <a:srgbClr val="575757"/>
                </a:solidFill>
                <a:latin typeface="Microsoft YaHei"/>
                <a:ea typeface="Microsoft YaHei"/>
                <a:cs typeface="Microsoft YaHei"/>
              </a:defRPr>
            </a:lvl5pPr>
            <a:lvl6pPr>
              <a:defRPr sz="1950" b="0">
                <a:solidFill>
                  <a:srgbClr val="575757"/>
                </a:solidFill>
                <a:latin typeface="Microsoft YaHei"/>
                <a:ea typeface="Microsoft YaHei"/>
                <a:cs typeface="Microsoft YaHei"/>
              </a:defRPr>
            </a:lvl6pPr>
            <a:lvl7pPr>
              <a:defRPr sz="1950" b="0">
                <a:solidFill>
                  <a:srgbClr val="575757"/>
                </a:solidFill>
                <a:latin typeface="Microsoft YaHei"/>
                <a:ea typeface="Microsoft YaHei"/>
                <a:cs typeface="Microsoft YaHei"/>
              </a:defRPr>
            </a:lvl7pPr>
            <a:lvl8pPr>
              <a:defRPr sz="1950" b="0">
                <a:solidFill>
                  <a:srgbClr val="575757"/>
                </a:solidFill>
                <a:latin typeface="Microsoft YaHei"/>
                <a:ea typeface="Microsoft YaHei"/>
                <a:cs typeface="Microsoft YaHei"/>
              </a:defRPr>
            </a:lvl8pPr>
            <a:lvl9pPr>
              <a:defRPr sz="1950" b="0">
                <a:solidFill>
                  <a:srgbClr val="575757"/>
                </a:solidFill>
                <a:latin typeface="Microsoft YaHei"/>
                <a:ea typeface="Microsoft YaHei"/>
                <a:cs typeface="Microsoft YaHei"/>
              </a:defRPr>
            </a:lvl9pPr>
          </a:lstStyle>
          <a:p xmlns:a="http://schemas.openxmlformats.org/drawingml/2006/main">
            <a:pPr>
              <a:defRPr sz="1950" b="0">
                <a:solidFill>
                  <a:srgbClr val="575757"/>
                </a:solidFill>
                <a:latin typeface="Microsoft YaHei"/>
                <a:ea typeface="Microsoft YaHei"/>
                <a:cs typeface="Microsoft YaHei"/>
              </a:defRPr>
            </a:pPr>
            <a:r>
              <a:rPr sz="1950" b="0">
                <a:solidFill>
                  <a:srgbClr val="575757"/>
                </a:solidFill>
                <a:latin typeface="Microsoft YaHei"/>
                <a:ea typeface="Microsoft YaHei"/>
                <a:cs typeface="Microsoft YaHei"/>
              </a:rPr>
              <a:t>Distinct child contexts and observable transfers</a:t>
            </a:r>
          </a:p>
          <a:p xmlns:a="http://schemas.openxmlformats.org/drawingml/2006/main">
            <a:pPr>
              <a:defRPr sz="1950" b="0">
                <a:solidFill>
                  <a:srgbClr val="575757"/>
                </a:solidFill>
                <a:latin typeface="Microsoft YaHei"/>
                <a:ea typeface="Microsoft YaHei"/>
                <a:cs typeface="Microsoft YaHei"/>
              </a:defRPr>
            </a:pPr>
            <a:r>
              <a:rPr sz="1950" b="0">
                <a:solidFill>
                  <a:srgbClr val="575757"/>
                </a:solidFill>
                <a:latin typeface="Microsoft YaHei"/>
                <a:ea typeface="Microsoft YaHei"/>
                <a:cs typeface="Microsoft YaHei"/>
              </a:rPr>
              <a:t>One public-engine adaptation, with the same hierarchy in all MAS conditions</a:t>
            </a:r>
          </a:p>
        </p:txBody>
      </p:sp>
      <p:sp>
        <p:nvSpPr>
          <p:cNvPr id="13" name="sources">
            <a:extLst xmlns:a="http://schemas.openxmlformats.org/drawingml/2006/main">
              <a:ext uri="{FF2B5EF4-FFF2-40B4-BE49-F238E27FC236}">
                <a16:creationId xmlns:a16="http://schemas.microsoft.com/office/drawing/2014/main" id="{F87F02DB-EAFC-4C19-9ABB-7A5577C3E14F}"/>
              </a:ext>
            </a:extLst>
          </p:cNvPr>
          <p:cNvSpPr>
            <a:spLocks xmlns:a="http://schemas.openxmlformats.org/drawingml/2006/main" noGrp="1"/>
          </p:cNvSpPr>
          <p:nvPr/>
        </p:nvSpPr>
        <p:spPr>
          <a:xfrm xmlns:a="http://schemas.openxmlformats.org/drawingml/2006/main">
            <a:off x="571500" y="6019800"/>
            <a:ext cx="10953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125" b="0">
                <a:solidFill>
                  <a:srgbClr val="575757"/>
                </a:solidFill>
                <a:latin typeface="Microsoft YaHei"/>
                <a:ea typeface="Microsoft YaHei"/>
                <a:cs typeface="Microsoft YaHei"/>
              </a:defRPr>
            </a:defPPr>
            <a:lvl1pPr>
              <a:defRPr sz="1125" b="0">
                <a:solidFill>
                  <a:srgbClr val="575757"/>
                </a:solidFill>
                <a:latin typeface="Microsoft YaHei"/>
                <a:ea typeface="Microsoft YaHei"/>
                <a:cs typeface="Microsoft YaHei"/>
              </a:defRPr>
            </a:lvl1pPr>
            <a:lvl2pPr>
              <a:defRPr sz="1125" b="0">
                <a:solidFill>
                  <a:srgbClr val="575757"/>
                </a:solidFill>
                <a:latin typeface="Microsoft YaHei"/>
                <a:ea typeface="Microsoft YaHei"/>
                <a:cs typeface="Microsoft YaHei"/>
              </a:defRPr>
            </a:lvl2pPr>
            <a:lvl3pPr>
              <a:defRPr sz="1125" b="0">
                <a:solidFill>
                  <a:srgbClr val="575757"/>
                </a:solidFill>
                <a:latin typeface="Microsoft YaHei"/>
                <a:ea typeface="Microsoft YaHei"/>
                <a:cs typeface="Microsoft YaHei"/>
              </a:defRPr>
            </a:lvl3pPr>
            <a:lvl4pPr>
              <a:defRPr sz="1125" b="0">
                <a:solidFill>
                  <a:srgbClr val="575757"/>
                </a:solidFill>
                <a:latin typeface="Microsoft YaHei"/>
                <a:ea typeface="Microsoft YaHei"/>
                <a:cs typeface="Microsoft YaHei"/>
              </a:defRPr>
            </a:lvl4pPr>
            <a:lvl5pPr>
              <a:defRPr sz="1125" b="0">
                <a:solidFill>
                  <a:srgbClr val="575757"/>
                </a:solidFill>
                <a:latin typeface="Microsoft YaHei"/>
                <a:ea typeface="Microsoft YaHei"/>
                <a:cs typeface="Microsoft YaHei"/>
              </a:defRPr>
            </a:lvl5pPr>
            <a:lvl6pPr>
              <a:defRPr sz="1125" b="0">
                <a:solidFill>
                  <a:srgbClr val="575757"/>
                </a:solidFill>
                <a:latin typeface="Microsoft YaHei"/>
                <a:ea typeface="Microsoft YaHei"/>
                <a:cs typeface="Microsoft YaHei"/>
              </a:defRPr>
            </a:lvl6pPr>
            <a:lvl7pPr>
              <a:defRPr sz="1125" b="0">
                <a:solidFill>
                  <a:srgbClr val="575757"/>
                </a:solidFill>
                <a:latin typeface="Microsoft YaHei"/>
                <a:ea typeface="Microsoft YaHei"/>
                <a:cs typeface="Microsoft YaHei"/>
              </a:defRPr>
            </a:lvl7pPr>
            <a:lvl8pPr>
              <a:defRPr sz="1125" b="0">
                <a:solidFill>
                  <a:srgbClr val="575757"/>
                </a:solidFill>
                <a:latin typeface="Microsoft YaHei"/>
                <a:ea typeface="Microsoft YaHei"/>
                <a:cs typeface="Microsoft YaHei"/>
              </a:defRPr>
            </a:lvl8pPr>
            <a:lvl9pPr>
              <a:defRPr sz="1125" b="0">
                <a:solidFill>
                  <a:srgbClr val="575757"/>
                </a:solidFill>
                <a:latin typeface="Microsoft YaHei"/>
                <a:ea typeface="Microsoft YaHei"/>
                <a:cs typeface="Microsoft YaHei"/>
              </a:defRPr>
            </a:lvl9pPr>
          </a:lstStyle>
          <a:p xmlns:a="http://schemas.openxmlformats.org/drawingml/2006/main">
            <a:pPr>
              <a:defRPr sz="1125" b="0">
                <a:solidFill>
                  <a:srgbClr val="575757"/>
                </a:solidFill>
                <a:latin typeface="Microsoft YaHei"/>
                <a:ea typeface="Microsoft YaHei"/>
                <a:cs typeface="Microsoft YaHei"/>
              </a:defRPr>
            </a:pPr>
            <a:r>
              <a:rPr sz="1125" b="0">
                <a:solidFill>
                  <a:srgbClr val="575757"/>
                </a:solidFill>
                <a:latin typeface="Microsoft YaHei"/>
                <a:ea typeface="Microsoft YaHei"/>
                <a:cs typeface="Microsoft YaHei"/>
              </a:rPr>
              <a:t>FinHelm; Scaling Agent Systems v3; Strong Single Agent Baseline</a:t>
            </a:r>
          </a:p>
        </p:txBody>
      </p:sp>
    </p:spTree>
    <p:extLst>
      <p:ext uri="{BB962C8B-B14F-4D97-AF65-F5344CB8AC3E}">
        <p14:creationId xmlns:p14="http://schemas.microsoft.com/office/powerpoint/2010/main" val="910577282"/>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cxnSp>
        <p:nvCxnSpPr>
          <p:cNvPr id="9" name="">
            <a:extLst xmlns:a="http://schemas.openxmlformats.org/drawingml/2006/main">
              <a:ext uri="{FF2B5EF4-FFF2-40B4-BE49-F238E27FC236}">
                <a16:creationId xmlns:a16="http://schemas.microsoft.com/office/drawing/2014/main" id="{F864C29D-FB28-4B25-A351-E8F9287352C6}"/>
              </a:ext>
            </a:extLst>
          </p:cNvPr>
          <p:cNvCxnSpPr>
            <a:stCxn xmlns:a="http://schemas.openxmlformats.org/drawingml/2006/main" id="6" idx="3"/>
            <a:endCxn xmlns:a="http://schemas.openxmlformats.org/drawingml/2006/main" id="7" idx="1"/>
          </p:cNvCxnSpPr>
          <p:nvPr/>
        </p:nvCxnSpPr>
        <p:spPr>
          <a:xfrm xmlns:a="http://schemas.openxmlformats.org/drawingml/2006/main">
            <a:off x="7620000" y="3276600"/>
            <a:ext cx="571500" cy="0"/>
          </a:xfrm>
          <a:prstGeom xmlns:a="http://schemas.openxmlformats.org/drawingml/2006/main" prst="straightConnector1">
            <a:avLst/>
          </a:prstGeom>
          <a:ln xmlns:a="http://schemas.openxmlformats.org/drawingml/2006/main" w="15240">
            <a:solidFill>
              <a:srgbClr val="999999"/>
            </a:solidFill>
            <a:tailEnd type="triangle" w="sm" len="sm"/>
          </a:ln>
        </p:spPr>
      </p:cxnSp>
      <p:cxnSp>
        <p:nvCxnSpPr>
          <p:cNvPr id="8" name="">
            <a:extLst xmlns:a="http://schemas.openxmlformats.org/drawingml/2006/main">
              <a:ext uri="{FF2B5EF4-FFF2-40B4-BE49-F238E27FC236}">
                <a16:creationId xmlns:a16="http://schemas.microsoft.com/office/drawing/2014/main" id="{746E6D60-F9F1-4528-8E07-A343161EBDAA}"/>
              </a:ext>
            </a:extLst>
          </p:cNvPr>
          <p:cNvCxnSpPr>
            <a:stCxn xmlns:a="http://schemas.openxmlformats.org/drawingml/2006/main" id="5" idx="3"/>
            <a:endCxn xmlns:a="http://schemas.openxmlformats.org/drawingml/2006/main" id="6" idx="1"/>
          </p:cNvCxnSpPr>
          <p:nvPr/>
        </p:nvCxnSpPr>
        <p:spPr>
          <a:xfrm xmlns:a="http://schemas.openxmlformats.org/drawingml/2006/main">
            <a:off x="3810000" y="3276600"/>
            <a:ext cx="571500" cy="0"/>
          </a:xfrm>
          <a:prstGeom xmlns:a="http://schemas.openxmlformats.org/drawingml/2006/main" prst="straightConnector1">
            <a:avLst/>
          </a:prstGeom>
          <a:ln xmlns:a="http://schemas.openxmlformats.org/drawingml/2006/main" w="15240">
            <a:solidFill>
              <a:srgbClr val="999999"/>
            </a:solidFill>
            <a:tailEnd type="triangle" w="sm" len="sm"/>
          </a:ln>
        </p:spPr>
      </p:cxnSp>
      <p:sp>
        <p:nvSpPr>
          <p:cNvPr id="2" name="Title 1">
            <a:extLst xmlns:a="http://schemas.openxmlformats.org/drawingml/2006/main">
              <a:ext uri="{FF2B5EF4-FFF2-40B4-BE49-F238E27FC236}">
                <a16:creationId xmlns:a16="http://schemas.microsoft.com/office/drawing/2014/main" id="{E547F508-C267-4F51-81A9-677A24AAAAB8}"/>
              </a:ext>
            </a:extLst>
          </p:cNvPr>
          <p:cNvSpPr>
            <a:spLocks xmlns:a="http://schemas.openxmlformats.org/drawingml/2006/main" noGrp="1"/>
          </p:cNvSpPr>
          <p:nvPr>
            <p:ph type="title" idx="0"/>
          </p:nvPr>
        </p:nvSpPr>
        <p:spPr>
          <a:xfrm xmlns:a="http://schemas.openxmlformats.org/drawingml/2006/main">
            <a:off x="474821" y="998125"/>
            <a:ext cx="11239500" cy="704850"/>
          </a:xfrm>
        </p:spPr>
        <p:txBody>
          <a:bodyPr xmlns:a="http://schemas.openxmlformats.org/drawingml/2006/main" lIns="0" tIns="0" rIns="0" bIns="0">
            <a:normAutofit fontScale="100000"/>
          </a:bodyPr>
          <a:lstStyle xmlns:a="http://schemas.openxmlformats.org/drawingml/2006/main">
            <a:defPPr>
              <a:defRPr sz="3960">
                <a:solidFill>
                  <a:srgbClr val="B81C22"/>
                </a:solidFill>
                <a:latin typeface="Microsoft YaHei"/>
                <a:ea typeface="Microsoft YaHei"/>
                <a:cs typeface="Microsoft YaHei"/>
              </a:defRPr>
            </a:defPPr>
            <a:lvl1pPr>
              <a:defRPr sz="3960">
                <a:solidFill>
                  <a:srgbClr val="B81C22"/>
                </a:solidFill>
                <a:latin typeface="Microsoft YaHei"/>
                <a:ea typeface="Microsoft YaHei"/>
                <a:cs typeface="Microsoft YaHei"/>
              </a:defRPr>
            </a:lvl1pPr>
            <a:lvl2pPr>
              <a:defRPr sz="3960">
                <a:solidFill>
                  <a:srgbClr val="B81C22"/>
                </a:solidFill>
                <a:latin typeface="Microsoft YaHei"/>
                <a:ea typeface="Microsoft YaHei"/>
                <a:cs typeface="Microsoft YaHei"/>
              </a:defRPr>
            </a:lvl2pPr>
            <a:lvl3pPr>
              <a:defRPr sz="3960">
                <a:solidFill>
                  <a:srgbClr val="B81C22"/>
                </a:solidFill>
                <a:latin typeface="Microsoft YaHei"/>
                <a:ea typeface="Microsoft YaHei"/>
                <a:cs typeface="Microsoft YaHei"/>
              </a:defRPr>
            </a:lvl3pPr>
            <a:lvl4pPr>
              <a:defRPr sz="3960">
                <a:solidFill>
                  <a:srgbClr val="B81C22"/>
                </a:solidFill>
                <a:latin typeface="Microsoft YaHei"/>
                <a:ea typeface="Microsoft YaHei"/>
                <a:cs typeface="Microsoft YaHei"/>
              </a:defRPr>
            </a:lvl4pPr>
            <a:lvl5pPr>
              <a:defRPr sz="3960">
                <a:solidFill>
                  <a:srgbClr val="B81C22"/>
                </a:solidFill>
                <a:latin typeface="Microsoft YaHei"/>
                <a:ea typeface="Microsoft YaHei"/>
                <a:cs typeface="Microsoft YaHei"/>
              </a:defRPr>
            </a:lvl5pPr>
            <a:lvl6pPr>
              <a:defRPr sz="3960">
                <a:solidFill>
                  <a:srgbClr val="B81C22"/>
                </a:solidFill>
                <a:latin typeface="Microsoft YaHei"/>
                <a:ea typeface="Microsoft YaHei"/>
                <a:cs typeface="Microsoft YaHei"/>
              </a:defRPr>
            </a:lvl6pPr>
            <a:lvl7pPr>
              <a:defRPr sz="3960">
                <a:solidFill>
                  <a:srgbClr val="B81C22"/>
                </a:solidFill>
                <a:latin typeface="Microsoft YaHei"/>
                <a:ea typeface="Microsoft YaHei"/>
                <a:cs typeface="Microsoft YaHei"/>
              </a:defRPr>
            </a:lvl7pPr>
            <a:lvl8pPr>
              <a:defRPr sz="3960">
                <a:solidFill>
                  <a:srgbClr val="B81C22"/>
                </a:solidFill>
                <a:latin typeface="Microsoft YaHei"/>
                <a:ea typeface="Microsoft YaHei"/>
                <a:cs typeface="Microsoft YaHei"/>
              </a:defRPr>
            </a:lvl8pPr>
            <a:lvl9pPr>
              <a:defRPr sz="3960">
                <a:solidFill>
                  <a:srgbClr val="B81C22"/>
                </a:solidFill>
                <a:latin typeface="Microsoft YaHei"/>
                <a:ea typeface="Microsoft YaHei"/>
                <a:cs typeface="Microsoft YaHei"/>
              </a:defRPr>
            </a:lvl9pPr>
          </a:lstStyle>
          <a:p xmlns:a="http://schemas.openxmlformats.org/drawingml/2006/main">
            <a:pPr>
              <a:defRPr sz="3960">
                <a:solidFill>
                  <a:srgbClr val="B81C22"/>
                </a:solidFill>
                <a:latin typeface="Microsoft YaHei"/>
                <a:ea typeface="Microsoft YaHei"/>
                <a:cs typeface="Microsoft YaHei"/>
              </a:defRPr>
            </a:pPr>
            <a:r>
              <a:rPr sz="3960">
                <a:solidFill>
                  <a:srgbClr val="B81C22"/>
                </a:solidFill>
                <a:latin typeface="Microsoft YaHei"/>
                <a:ea typeface="Microsoft YaHei"/>
                <a:cs typeface="Microsoft YaHei"/>
              </a:rPr>
              <a:t>Research Plan &amp; Method</a:t>
            </a:r>
            <a:endParaRPr/>
          </a:p>
        </p:txBody>
      </p:sp>
      <p:sp>
        <p:nvSpPr>
          <p:cNvPr id="3" name="content-heading">
            <a:extLst xmlns:a="http://schemas.openxmlformats.org/drawingml/2006/main">
              <a:ext uri="{FF2B5EF4-FFF2-40B4-BE49-F238E27FC236}">
                <a16:creationId xmlns:a16="http://schemas.microsoft.com/office/drawing/2014/main" id="{3265013B-2574-4BD7-B790-FBFFEE96638A}"/>
              </a:ext>
            </a:extLst>
          </p:cNvPr>
          <p:cNvSpPr>
            <a:spLocks xmlns:a="http://schemas.openxmlformats.org/drawingml/2006/main" noGrp="1"/>
          </p:cNvSpPr>
          <p:nvPr/>
        </p:nvSpPr>
        <p:spPr>
          <a:xfrm xmlns:a="http://schemas.openxmlformats.org/drawingml/2006/main">
            <a:off x="571500" y="1838325"/>
            <a:ext cx="1095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325" b="1">
                <a:solidFill>
                  <a:srgbClr val="303030"/>
                </a:solidFill>
                <a:latin typeface="Microsoft YaHei"/>
                <a:ea typeface="Microsoft YaHei"/>
                <a:cs typeface="Microsoft YaHei"/>
              </a:defRPr>
            </a:defPPr>
            <a:lvl1pPr>
              <a:defRPr sz="2325" b="1">
                <a:solidFill>
                  <a:srgbClr val="303030"/>
                </a:solidFill>
                <a:latin typeface="Microsoft YaHei"/>
                <a:ea typeface="Microsoft YaHei"/>
                <a:cs typeface="Microsoft YaHei"/>
              </a:defRPr>
            </a:lvl1pPr>
            <a:lvl2pPr>
              <a:defRPr sz="2325" b="1">
                <a:solidFill>
                  <a:srgbClr val="303030"/>
                </a:solidFill>
                <a:latin typeface="Microsoft YaHei"/>
                <a:ea typeface="Microsoft YaHei"/>
                <a:cs typeface="Microsoft YaHei"/>
              </a:defRPr>
            </a:lvl2pPr>
            <a:lvl3pPr>
              <a:defRPr sz="2325" b="1">
                <a:solidFill>
                  <a:srgbClr val="303030"/>
                </a:solidFill>
                <a:latin typeface="Microsoft YaHei"/>
                <a:ea typeface="Microsoft YaHei"/>
                <a:cs typeface="Microsoft YaHei"/>
              </a:defRPr>
            </a:lvl3pPr>
            <a:lvl4pPr>
              <a:defRPr sz="2325" b="1">
                <a:solidFill>
                  <a:srgbClr val="303030"/>
                </a:solidFill>
                <a:latin typeface="Microsoft YaHei"/>
                <a:ea typeface="Microsoft YaHei"/>
                <a:cs typeface="Microsoft YaHei"/>
              </a:defRPr>
            </a:lvl4pPr>
            <a:lvl5pPr>
              <a:defRPr sz="2325" b="1">
                <a:solidFill>
                  <a:srgbClr val="303030"/>
                </a:solidFill>
                <a:latin typeface="Microsoft YaHei"/>
                <a:ea typeface="Microsoft YaHei"/>
                <a:cs typeface="Microsoft YaHei"/>
              </a:defRPr>
            </a:lvl5pPr>
            <a:lvl6pPr>
              <a:defRPr sz="2325" b="1">
                <a:solidFill>
                  <a:srgbClr val="303030"/>
                </a:solidFill>
                <a:latin typeface="Microsoft YaHei"/>
                <a:ea typeface="Microsoft YaHei"/>
                <a:cs typeface="Microsoft YaHei"/>
              </a:defRPr>
            </a:lvl6pPr>
            <a:lvl7pPr>
              <a:defRPr sz="2325" b="1">
                <a:solidFill>
                  <a:srgbClr val="303030"/>
                </a:solidFill>
                <a:latin typeface="Microsoft YaHei"/>
                <a:ea typeface="Microsoft YaHei"/>
                <a:cs typeface="Microsoft YaHei"/>
              </a:defRPr>
            </a:lvl7pPr>
            <a:lvl8pPr>
              <a:defRPr sz="2325" b="1">
                <a:solidFill>
                  <a:srgbClr val="303030"/>
                </a:solidFill>
                <a:latin typeface="Microsoft YaHei"/>
                <a:ea typeface="Microsoft YaHei"/>
                <a:cs typeface="Microsoft YaHei"/>
              </a:defRPr>
            </a:lvl8pPr>
            <a:lvl9pPr>
              <a:defRPr sz="2325" b="1">
                <a:solidFill>
                  <a:srgbClr val="303030"/>
                </a:solidFill>
                <a:latin typeface="Microsoft YaHei"/>
                <a:ea typeface="Microsoft YaHei"/>
                <a:cs typeface="Microsoft YaHei"/>
              </a:defRPr>
            </a:lvl9pPr>
          </a:lstStyle>
          <a:p xmlns:a="http://schemas.openxmlformats.org/drawingml/2006/main">
            <a:pPr>
              <a:defRPr sz="2325" b="1">
                <a:solidFill>
                  <a:srgbClr val="303030"/>
                </a:solidFill>
                <a:latin typeface="Microsoft YaHei"/>
                <a:ea typeface="Microsoft YaHei"/>
                <a:cs typeface="Microsoft YaHei"/>
              </a:defRPr>
            </a:pPr>
            <a:r>
              <a:rPr sz="2325" b="1">
                <a:solidFill>
                  <a:srgbClr val="303030"/>
                </a:solidFill>
                <a:latin typeface="Microsoft YaHei"/>
                <a:ea typeface="Microsoft YaHei"/>
                <a:cs typeface="Microsoft YaHei"/>
              </a:rPr>
              <a:t>Evidence-checked experience reuse</a:t>
            </a:r>
          </a:p>
        </p:txBody>
      </p:sp>
      <p:sp>
        <p:nvSpPr>
          <p:cNvPr id="4" name="page">
            <a:extLst xmlns:a="http://schemas.openxmlformats.org/drawingml/2006/main">
              <a:ext uri="{FF2B5EF4-FFF2-40B4-BE49-F238E27FC236}">
                <a16:creationId xmlns:a16="http://schemas.microsoft.com/office/drawing/2014/main" id="{E032E56E-5FFB-4920-8EC3-6CFBEF814EA6}"/>
              </a:ext>
            </a:extLst>
          </p:cNvPr>
          <p:cNvSpPr>
            <a:spLocks xmlns:a="http://schemas.openxmlformats.org/drawingml/2006/main" noGrp="1"/>
          </p:cNvSpPr>
          <p:nvPr/>
        </p:nvSpPr>
        <p:spPr>
          <a:xfrm xmlns:a="http://schemas.openxmlformats.org/drawingml/2006/main">
            <a:off x="10763250" y="6343650"/>
            <a:ext cx="95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0">
                <a:solidFill>
                  <a:srgbClr val="575757"/>
                </a:solidFill>
                <a:latin typeface="Microsoft YaHei"/>
                <a:ea typeface="Microsoft YaHei"/>
                <a:cs typeface="Microsoft YaHei"/>
              </a:defRPr>
            </a:defPPr>
            <a:lvl1pPr>
              <a:defRPr sz="1200" b="0">
                <a:solidFill>
                  <a:srgbClr val="575757"/>
                </a:solidFill>
                <a:latin typeface="Microsoft YaHei"/>
                <a:ea typeface="Microsoft YaHei"/>
                <a:cs typeface="Microsoft YaHei"/>
              </a:defRPr>
            </a:lvl1pPr>
            <a:lvl2pPr>
              <a:defRPr sz="1200" b="0">
                <a:solidFill>
                  <a:srgbClr val="575757"/>
                </a:solidFill>
                <a:latin typeface="Microsoft YaHei"/>
                <a:ea typeface="Microsoft YaHei"/>
                <a:cs typeface="Microsoft YaHei"/>
              </a:defRPr>
            </a:lvl2pPr>
            <a:lvl3pPr>
              <a:defRPr sz="1200" b="0">
                <a:solidFill>
                  <a:srgbClr val="575757"/>
                </a:solidFill>
                <a:latin typeface="Microsoft YaHei"/>
                <a:ea typeface="Microsoft YaHei"/>
                <a:cs typeface="Microsoft YaHei"/>
              </a:defRPr>
            </a:lvl3pPr>
            <a:lvl4pPr>
              <a:defRPr sz="1200" b="0">
                <a:solidFill>
                  <a:srgbClr val="575757"/>
                </a:solidFill>
                <a:latin typeface="Microsoft YaHei"/>
                <a:ea typeface="Microsoft YaHei"/>
                <a:cs typeface="Microsoft YaHei"/>
              </a:defRPr>
            </a:lvl4pPr>
            <a:lvl5pPr>
              <a:defRPr sz="1200" b="0">
                <a:solidFill>
                  <a:srgbClr val="575757"/>
                </a:solidFill>
                <a:latin typeface="Microsoft YaHei"/>
                <a:ea typeface="Microsoft YaHei"/>
                <a:cs typeface="Microsoft YaHei"/>
              </a:defRPr>
            </a:lvl5pPr>
            <a:lvl6pPr>
              <a:defRPr sz="1200" b="0">
                <a:solidFill>
                  <a:srgbClr val="575757"/>
                </a:solidFill>
                <a:latin typeface="Microsoft YaHei"/>
                <a:ea typeface="Microsoft YaHei"/>
                <a:cs typeface="Microsoft YaHei"/>
              </a:defRPr>
            </a:lvl6pPr>
            <a:lvl7pPr>
              <a:defRPr sz="1200" b="0">
                <a:solidFill>
                  <a:srgbClr val="575757"/>
                </a:solidFill>
                <a:latin typeface="Microsoft YaHei"/>
                <a:ea typeface="Microsoft YaHei"/>
                <a:cs typeface="Microsoft YaHei"/>
              </a:defRPr>
            </a:lvl7pPr>
            <a:lvl8pPr>
              <a:defRPr sz="1200" b="0">
                <a:solidFill>
                  <a:srgbClr val="575757"/>
                </a:solidFill>
                <a:latin typeface="Microsoft YaHei"/>
                <a:ea typeface="Microsoft YaHei"/>
                <a:cs typeface="Microsoft YaHei"/>
              </a:defRPr>
            </a:lvl8pPr>
            <a:lvl9pPr>
              <a:defRPr sz="1200" b="0">
                <a:solidFill>
                  <a:srgbClr val="575757"/>
                </a:solidFill>
                <a:latin typeface="Microsoft YaHei"/>
                <a:ea typeface="Microsoft YaHei"/>
                <a:cs typeface="Microsoft YaHei"/>
              </a:defRPr>
            </a:lvl9pPr>
          </a:lstStyle>
          <a:p xmlns:a="http://schemas.openxmlformats.org/drawingml/2006/main">
            <a:pPr>
              <a:defRPr sz="1200" b="0">
                <a:solidFill>
                  <a:srgbClr val="575757"/>
                </a:solidFill>
                <a:latin typeface="Microsoft YaHei"/>
                <a:ea typeface="Microsoft YaHei"/>
                <a:cs typeface="Microsoft YaHei"/>
              </a:defRPr>
            </a:pPr>
            <a:r>
              <a:rPr sz="1200" b="0">
                <a:solidFill>
                  <a:srgbClr val="575757"/>
                </a:solidFill>
                <a:latin typeface="Microsoft YaHei"/>
                <a:ea typeface="Microsoft YaHei"/>
                <a:cs typeface="Microsoft YaHei"/>
              </a:rPr>
              <a:t>8 / 13</a:t>
            </a:r>
          </a:p>
        </p:txBody>
      </p:sp>
      <p:sp>
        <p:nvSpPr>
          <p:cNvPr id="5" name="retrieved">
            <a:extLst xmlns:a="http://schemas.openxmlformats.org/drawingml/2006/main">
              <a:ext uri="{FF2B5EF4-FFF2-40B4-BE49-F238E27FC236}">
                <a16:creationId xmlns:a16="http://schemas.microsoft.com/office/drawing/2014/main" id="{94200041-A341-40BC-A5CE-DBF074C38C69}"/>
              </a:ext>
            </a:extLst>
          </p:cNvPr>
          <p:cNvSpPr>
            <a:spLocks xmlns:a="http://schemas.openxmlformats.org/drawingml/2006/main" noGrp="1"/>
          </p:cNvSpPr>
          <p:nvPr/>
        </p:nvSpPr>
        <p:spPr>
          <a:xfrm xmlns:a="http://schemas.openxmlformats.org/drawingml/2006/main">
            <a:off x="571500" y="2762250"/>
            <a:ext cx="3238500" cy="1028700"/>
          </a:xfrm>
          <a:prstGeom xmlns:a="http://schemas.openxmlformats.org/drawingml/2006/main" prst="rect">
            <a:avLst/>
          </a:prstGeom>
          <a:solidFill xmlns:a="http://schemas.openxmlformats.org/drawingml/2006/main">
            <a:srgbClr val="FFFFFF"/>
          </a:solidFill>
          <a:ln xmlns:a="http://schemas.openxmlformats.org/drawingml/2006/main" w="13335">
            <a:solidFill>
              <a:srgbClr val="B81C22"/>
            </a:solidFill>
          </a:ln>
        </p:spPr>
        <p:txBody>
          <a:bodyPr xmlns:a="http://schemas.openxmlformats.org/drawingml/2006/main" lIns="95250" tIns="95250" rIns="95250" bIns="95250" anchor="ctr"/>
          <a:lstStyle xmlns:a="http://schemas.openxmlformats.org/drawingml/2006/main">
            <a:defPPr algn="ctr">
              <a:defRPr sz="2025">
                <a:solidFill>
                  <a:srgbClr val="575757"/>
                </a:solidFill>
                <a:latin typeface="Microsoft YaHei"/>
                <a:ea typeface="Microsoft YaHei"/>
                <a:cs typeface="Microsoft YaHei"/>
              </a:defRPr>
            </a:defPPr>
            <a:lvl1pPr algn="ctr">
              <a:defRPr sz="2025">
                <a:solidFill>
                  <a:srgbClr val="575757"/>
                </a:solidFill>
                <a:latin typeface="Microsoft YaHei"/>
                <a:ea typeface="Microsoft YaHei"/>
                <a:cs typeface="Microsoft YaHei"/>
              </a:defRPr>
            </a:lvl1pPr>
            <a:lvl2pPr algn="ctr">
              <a:defRPr sz="2025">
                <a:solidFill>
                  <a:srgbClr val="575757"/>
                </a:solidFill>
                <a:latin typeface="Microsoft YaHei"/>
                <a:ea typeface="Microsoft YaHei"/>
                <a:cs typeface="Microsoft YaHei"/>
              </a:defRPr>
            </a:lvl2pPr>
            <a:lvl3pPr algn="ctr">
              <a:defRPr sz="2025">
                <a:solidFill>
                  <a:srgbClr val="575757"/>
                </a:solidFill>
                <a:latin typeface="Microsoft YaHei"/>
                <a:ea typeface="Microsoft YaHei"/>
                <a:cs typeface="Microsoft YaHei"/>
              </a:defRPr>
            </a:lvl3pPr>
            <a:lvl4pPr algn="ctr">
              <a:defRPr sz="2025">
                <a:solidFill>
                  <a:srgbClr val="575757"/>
                </a:solidFill>
                <a:latin typeface="Microsoft YaHei"/>
                <a:ea typeface="Microsoft YaHei"/>
                <a:cs typeface="Microsoft YaHei"/>
              </a:defRPr>
            </a:lvl4pPr>
            <a:lvl5pPr algn="ctr">
              <a:defRPr sz="2025">
                <a:solidFill>
                  <a:srgbClr val="575757"/>
                </a:solidFill>
                <a:latin typeface="Microsoft YaHei"/>
                <a:ea typeface="Microsoft YaHei"/>
                <a:cs typeface="Microsoft YaHei"/>
              </a:defRPr>
            </a:lvl5pPr>
            <a:lvl6pPr algn="ctr">
              <a:defRPr sz="2025">
                <a:solidFill>
                  <a:srgbClr val="575757"/>
                </a:solidFill>
                <a:latin typeface="Microsoft YaHei"/>
                <a:ea typeface="Microsoft YaHei"/>
                <a:cs typeface="Microsoft YaHei"/>
              </a:defRPr>
            </a:lvl6pPr>
            <a:lvl7pPr algn="ctr">
              <a:defRPr sz="2025">
                <a:solidFill>
                  <a:srgbClr val="575757"/>
                </a:solidFill>
                <a:latin typeface="Microsoft YaHei"/>
                <a:ea typeface="Microsoft YaHei"/>
                <a:cs typeface="Microsoft YaHei"/>
              </a:defRPr>
            </a:lvl7pPr>
            <a:lvl8pPr algn="ctr">
              <a:defRPr sz="2025">
                <a:solidFill>
                  <a:srgbClr val="575757"/>
                </a:solidFill>
                <a:latin typeface="Microsoft YaHei"/>
                <a:ea typeface="Microsoft YaHei"/>
                <a:cs typeface="Microsoft YaHei"/>
              </a:defRPr>
            </a:lvl8pPr>
            <a:lvl9pPr algn="ctr">
              <a:defRPr sz="2025">
                <a:solidFill>
                  <a:srgbClr val="575757"/>
                </a:solidFill>
                <a:latin typeface="Microsoft YaHei"/>
                <a:ea typeface="Microsoft YaHei"/>
                <a:cs typeface="Microsoft YaHei"/>
              </a:defRPr>
            </a:lvl9pPr>
          </a:lstStyle>
          <a:p xmlns:a="http://schemas.openxmlformats.org/drawingml/2006/main">
            <a:pPr algn="ctr">
              <a:defRPr sz="2025">
                <a:solidFill>
                  <a:srgbClr val="575757"/>
                </a:solidFill>
                <a:latin typeface="Microsoft YaHei"/>
                <a:ea typeface="Microsoft YaHei"/>
                <a:cs typeface="Microsoft YaHei"/>
              </a:defRPr>
            </a:pPr>
            <a:r>
              <a:rPr sz="2025">
                <a:solidFill>
                  <a:srgbClr val="575757"/>
                </a:solidFill>
                <a:latin typeface="Microsoft YaHei"/>
                <a:ea typeface="Microsoft YaHei"/>
                <a:cs typeface="Microsoft YaHei"/>
              </a:rPr>
              <a:t>Retrieved procedure</a:t>
            </a:r>
          </a:p>
          <a:p xmlns:a="http://schemas.openxmlformats.org/drawingml/2006/main">
            <a:pPr algn="ctr">
              <a:defRPr sz="2025">
                <a:solidFill>
                  <a:srgbClr val="575757"/>
                </a:solidFill>
                <a:latin typeface="Microsoft YaHei"/>
                <a:ea typeface="Microsoft YaHei"/>
                <a:cs typeface="Microsoft YaHei"/>
              </a:defRPr>
            </a:pPr>
            <a:r>
              <a:rPr sz="2025">
                <a:solidFill>
                  <a:srgbClr val="575757"/>
                </a:solidFill>
                <a:latin typeface="Microsoft YaHei"/>
                <a:ea typeface="Microsoft YaHei"/>
                <a:cs typeface="Microsoft YaHei"/>
              </a:rPr>
              <a:t>and applicability conditions</a:t>
            </a:r>
          </a:p>
        </p:txBody>
      </p:sp>
      <p:sp>
        <p:nvSpPr>
          <p:cNvPr id="6" name="source-check">
            <a:extLst xmlns:a="http://schemas.openxmlformats.org/drawingml/2006/main">
              <a:ext uri="{FF2B5EF4-FFF2-40B4-BE49-F238E27FC236}">
                <a16:creationId xmlns:a16="http://schemas.microsoft.com/office/drawing/2014/main" id="{661C5274-6AAB-4D6D-B88B-798A5254A1BC}"/>
              </a:ext>
            </a:extLst>
          </p:cNvPr>
          <p:cNvSpPr>
            <a:spLocks xmlns:a="http://schemas.openxmlformats.org/drawingml/2006/main" noGrp="1"/>
          </p:cNvSpPr>
          <p:nvPr/>
        </p:nvSpPr>
        <p:spPr>
          <a:xfrm xmlns:a="http://schemas.openxmlformats.org/drawingml/2006/main">
            <a:off x="4381500" y="2762250"/>
            <a:ext cx="3238500" cy="1028700"/>
          </a:xfrm>
          <a:prstGeom xmlns:a="http://schemas.openxmlformats.org/drawingml/2006/main" prst="rect">
            <a:avLst/>
          </a:prstGeom>
          <a:solidFill xmlns:a="http://schemas.openxmlformats.org/drawingml/2006/main">
            <a:srgbClr val="FFFFFF"/>
          </a:solidFill>
          <a:ln xmlns:a="http://schemas.openxmlformats.org/drawingml/2006/main" w="13335">
            <a:solidFill>
              <a:srgbClr val="B81C22"/>
            </a:solidFill>
          </a:ln>
        </p:spPr>
        <p:txBody>
          <a:bodyPr xmlns:a="http://schemas.openxmlformats.org/drawingml/2006/main" lIns="95250" tIns="95250" rIns="95250" bIns="95250" anchor="ctr"/>
          <a:lstStyle xmlns:a="http://schemas.openxmlformats.org/drawingml/2006/main">
            <a:defPPr algn="ctr">
              <a:defRPr sz="2025">
                <a:solidFill>
                  <a:srgbClr val="575757"/>
                </a:solidFill>
                <a:latin typeface="Microsoft YaHei"/>
                <a:ea typeface="Microsoft YaHei"/>
                <a:cs typeface="Microsoft YaHei"/>
              </a:defRPr>
            </a:defPPr>
            <a:lvl1pPr algn="ctr">
              <a:defRPr sz="2025">
                <a:solidFill>
                  <a:srgbClr val="575757"/>
                </a:solidFill>
                <a:latin typeface="Microsoft YaHei"/>
                <a:ea typeface="Microsoft YaHei"/>
                <a:cs typeface="Microsoft YaHei"/>
              </a:defRPr>
            </a:lvl1pPr>
            <a:lvl2pPr algn="ctr">
              <a:defRPr sz="2025">
                <a:solidFill>
                  <a:srgbClr val="575757"/>
                </a:solidFill>
                <a:latin typeface="Microsoft YaHei"/>
                <a:ea typeface="Microsoft YaHei"/>
                <a:cs typeface="Microsoft YaHei"/>
              </a:defRPr>
            </a:lvl2pPr>
            <a:lvl3pPr algn="ctr">
              <a:defRPr sz="2025">
                <a:solidFill>
                  <a:srgbClr val="575757"/>
                </a:solidFill>
                <a:latin typeface="Microsoft YaHei"/>
                <a:ea typeface="Microsoft YaHei"/>
                <a:cs typeface="Microsoft YaHei"/>
              </a:defRPr>
            </a:lvl3pPr>
            <a:lvl4pPr algn="ctr">
              <a:defRPr sz="2025">
                <a:solidFill>
                  <a:srgbClr val="575757"/>
                </a:solidFill>
                <a:latin typeface="Microsoft YaHei"/>
                <a:ea typeface="Microsoft YaHei"/>
                <a:cs typeface="Microsoft YaHei"/>
              </a:defRPr>
            </a:lvl4pPr>
            <a:lvl5pPr algn="ctr">
              <a:defRPr sz="2025">
                <a:solidFill>
                  <a:srgbClr val="575757"/>
                </a:solidFill>
                <a:latin typeface="Microsoft YaHei"/>
                <a:ea typeface="Microsoft YaHei"/>
                <a:cs typeface="Microsoft YaHei"/>
              </a:defRPr>
            </a:lvl5pPr>
            <a:lvl6pPr algn="ctr">
              <a:defRPr sz="2025">
                <a:solidFill>
                  <a:srgbClr val="575757"/>
                </a:solidFill>
                <a:latin typeface="Microsoft YaHei"/>
                <a:ea typeface="Microsoft YaHei"/>
                <a:cs typeface="Microsoft YaHei"/>
              </a:defRPr>
            </a:lvl6pPr>
            <a:lvl7pPr algn="ctr">
              <a:defRPr sz="2025">
                <a:solidFill>
                  <a:srgbClr val="575757"/>
                </a:solidFill>
                <a:latin typeface="Microsoft YaHei"/>
                <a:ea typeface="Microsoft YaHei"/>
                <a:cs typeface="Microsoft YaHei"/>
              </a:defRPr>
            </a:lvl7pPr>
            <a:lvl8pPr algn="ctr">
              <a:defRPr sz="2025">
                <a:solidFill>
                  <a:srgbClr val="575757"/>
                </a:solidFill>
                <a:latin typeface="Microsoft YaHei"/>
                <a:ea typeface="Microsoft YaHei"/>
                <a:cs typeface="Microsoft YaHei"/>
              </a:defRPr>
            </a:lvl8pPr>
            <a:lvl9pPr algn="ctr">
              <a:defRPr sz="2025">
                <a:solidFill>
                  <a:srgbClr val="575757"/>
                </a:solidFill>
                <a:latin typeface="Microsoft YaHei"/>
                <a:ea typeface="Microsoft YaHei"/>
                <a:cs typeface="Microsoft YaHei"/>
              </a:defRPr>
            </a:lvl9pPr>
          </a:lstStyle>
          <a:p xmlns:a="http://schemas.openxmlformats.org/drawingml/2006/main">
            <a:pPr algn="ctr">
              <a:defRPr sz="2025">
                <a:solidFill>
                  <a:srgbClr val="575757"/>
                </a:solidFill>
                <a:latin typeface="Microsoft YaHei"/>
                <a:ea typeface="Microsoft YaHei"/>
                <a:cs typeface="Microsoft YaHei"/>
              </a:defRPr>
            </a:pPr>
            <a:r>
              <a:rPr sz="2025">
                <a:solidFill>
                  <a:srgbClr val="575757"/>
                </a:solidFill>
                <a:latin typeface="Microsoft YaHei"/>
                <a:ea typeface="Microsoft YaHei"/>
                <a:cs typeface="Microsoft YaHei"/>
              </a:rPr>
              <a:t>Check against</a:t>
            </a:r>
          </a:p>
          <a:p xmlns:a="http://schemas.openxmlformats.org/drawingml/2006/main">
            <a:pPr algn="ctr">
              <a:defRPr sz="2025">
                <a:solidFill>
                  <a:srgbClr val="575757"/>
                </a:solidFill>
                <a:latin typeface="Microsoft YaHei"/>
                <a:ea typeface="Microsoft YaHei"/>
                <a:cs typeface="Microsoft YaHei"/>
              </a:defRPr>
            </a:pPr>
            <a:r>
              <a:rPr sz="2025">
                <a:solidFill>
                  <a:srgbClr val="575757"/>
                </a:solidFill>
                <a:latin typeface="Microsoft YaHei"/>
                <a:ea typeface="Microsoft YaHei"/>
                <a:cs typeface="Microsoft YaHei"/>
              </a:rPr>
              <a:t>current source documents</a:t>
            </a:r>
          </a:p>
        </p:txBody>
      </p:sp>
      <p:sp>
        <p:nvSpPr>
          <p:cNvPr id="7" name="decision">
            <a:extLst xmlns:a="http://schemas.openxmlformats.org/drawingml/2006/main">
              <a:ext uri="{FF2B5EF4-FFF2-40B4-BE49-F238E27FC236}">
                <a16:creationId xmlns:a16="http://schemas.microsoft.com/office/drawing/2014/main" id="{268B1ED1-A595-4F3A-A112-882BD886F3E8}"/>
              </a:ext>
            </a:extLst>
          </p:cNvPr>
          <p:cNvSpPr>
            <a:spLocks xmlns:a="http://schemas.openxmlformats.org/drawingml/2006/main" noGrp="1"/>
          </p:cNvSpPr>
          <p:nvPr/>
        </p:nvSpPr>
        <p:spPr>
          <a:xfrm xmlns:a="http://schemas.openxmlformats.org/drawingml/2006/main">
            <a:off x="8191500" y="2762250"/>
            <a:ext cx="3429000" cy="1028700"/>
          </a:xfrm>
          <a:prstGeom xmlns:a="http://schemas.openxmlformats.org/drawingml/2006/main" prst="rect">
            <a:avLst/>
          </a:prstGeom>
          <a:solidFill xmlns:a="http://schemas.openxmlformats.org/drawingml/2006/main">
            <a:srgbClr val="FFFFFF"/>
          </a:solidFill>
          <a:ln xmlns:a="http://schemas.openxmlformats.org/drawingml/2006/main" w="13335">
            <a:solidFill>
              <a:srgbClr val="B81C22"/>
            </a:solidFill>
          </a:ln>
        </p:spPr>
        <p:txBody>
          <a:bodyPr xmlns:a="http://schemas.openxmlformats.org/drawingml/2006/main" lIns="95250" tIns="95250" rIns="95250" bIns="95250" anchor="ctr"/>
          <a:lstStyle xmlns:a="http://schemas.openxmlformats.org/drawingml/2006/main">
            <a:defPPr algn="ctr">
              <a:defRPr sz="2025">
                <a:solidFill>
                  <a:srgbClr val="575757"/>
                </a:solidFill>
                <a:latin typeface="Microsoft YaHei"/>
                <a:ea typeface="Microsoft YaHei"/>
                <a:cs typeface="Microsoft YaHei"/>
              </a:defRPr>
            </a:defPPr>
            <a:lvl1pPr algn="ctr">
              <a:defRPr sz="2025">
                <a:solidFill>
                  <a:srgbClr val="575757"/>
                </a:solidFill>
                <a:latin typeface="Microsoft YaHei"/>
                <a:ea typeface="Microsoft YaHei"/>
                <a:cs typeface="Microsoft YaHei"/>
              </a:defRPr>
            </a:lvl1pPr>
            <a:lvl2pPr algn="ctr">
              <a:defRPr sz="2025">
                <a:solidFill>
                  <a:srgbClr val="575757"/>
                </a:solidFill>
                <a:latin typeface="Microsoft YaHei"/>
                <a:ea typeface="Microsoft YaHei"/>
                <a:cs typeface="Microsoft YaHei"/>
              </a:defRPr>
            </a:lvl2pPr>
            <a:lvl3pPr algn="ctr">
              <a:defRPr sz="2025">
                <a:solidFill>
                  <a:srgbClr val="575757"/>
                </a:solidFill>
                <a:latin typeface="Microsoft YaHei"/>
                <a:ea typeface="Microsoft YaHei"/>
                <a:cs typeface="Microsoft YaHei"/>
              </a:defRPr>
            </a:lvl3pPr>
            <a:lvl4pPr algn="ctr">
              <a:defRPr sz="2025">
                <a:solidFill>
                  <a:srgbClr val="575757"/>
                </a:solidFill>
                <a:latin typeface="Microsoft YaHei"/>
                <a:ea typeface="Microsoft YaHei"/>
                <a:cs typeface="Microsoft YaHei"/>
              </a:defRPr>
            </a:lvl4pPr>
            <a:lvl5pPr algn="ctr">
              <a:defRPr sz="2025">
                <a:solidFill>
                  <a:srgbClr val="575757"/>
                </a:solidFill>
                <a:latin typeface="Microsoft YaHei"/>
                <a:ea typeface="Microsoft YaHei"/>
                <a:cs typeface="Microsoft YaHei"/>
              </a:defRPr>
            </a:lvl5pPr>
            <a:lvl6pPr algn="ctr">
              <a:defRPr sz="2025">
                <a:solidFill>
                  <a:srgbClr val="575757"/>
                </a:solidFill>
                <a:latin typeface="Microsoft YaHei"/>
                <a:ea typeface="Microsoft YaHei"/>
                <a:cs typeface="Microsoft YaHei"/>
              </a:defRPr>
            </a:lvl6pPr>
            <a:lvl7pPr algn="ctr">
              <a:defRPr sz="2025">
                <a:solidFill>
                  <a:srgbClr val="575757"/>
                </a:solidFill>
                <a:latin typeface="Microsoft YaHei"/>
                <a:ea typeface="Microsoft YaHei"/>
                <a:cs typeface="Microsoft YaHei"/>
              </a:defRPr>
            </a:lvl7pPr>
            <a:lvl8pPr algn="ctr">
              <a:defRPr sz="2025">
                <a:solidFill>
                  <a:srgbClr val="575757"/>
                </a:solidFill>
                <a:latin typeface="Microsoft YaHei"/>
                <a:ea typeface="Microsoft YaHei"/>
                <a:cs typeface="Microsoft YaHei"/>
              </a:defRPr>
            </a:lvl8pPr>
            <a:lvl9pPr algn="ctr">
              <a:defRPr sz="2025">
                <a:solidFill>
                  <a:srgbClr val="575757"/>
                </a:solidFill>
                <a:latin typeface="Microsoft YaHei"/>
                <a:ea typeface="Microsoft YaHei"/>
                <a:cs typeface="Microsoft YaHei"/>
              </a:defRPr>
            </a:lvl9pPr>
          </a:lstStyle>
          <a:p xmlns:a="http://schemas.openxmlformats.org/drawingml/2006/main">
            <a:pPr algn="ctr">
              <a:defRPr sz="2025">
                <a:solidFill>
                  <a:srgbClr val="575757"/>
                </a:solidFill>
                <a:latin typeface="Microsoft YaHei"/>
                <a:ea typeface="Microsoft YaHei"/>
                <a:cs typeface="Microsoft YaHei"/>
              </a:defRPr>
            </a:pPr>
            <a:r>
              <a:rPr sz="2025">
                <a:solidFill>
                  <a:srgbClr val="575757"/>
                </a:solidFill>
                <a:latin typeface="Microsoft YaHei"/>
                <a:ea typeface="Microsoft YaHei"/>
                <a:cs typeface="Microsoft YaHei"/>
              </a:rPr>
              <a:t>Supported: admit</a:t>
            </a:r>
          </a:p>
          <a:p xmlns:a="http://schemas.openxmlformats.org/drawingml/2006/main">
            <a:pPr algn="ctr">
              <a:defRPr sz="2025">
                <a:solidFill>
                  <a:srgbClr val="575757"/>
                </a:solidFill>
                <a:latin typeface="Microsoft YaHei"/>
                <a:ea typeface="Microsoft YaHei"/>
                <a:cs typeface="Microsoft YaHei"/>
              </a:defRPr>
            </a:pPr>
            <a:r>
              <a:rPr sz="2025">
                <a:solidFill>
                  <a:srgbClr val="575757"/>
                </a:solidFill>
                <a:latin typeface="Microsoft YaHei"/>
                <a:ea typeface="Microsoft YaHei"/>
                <a:cs typeface="Microsoft YaHei"/>
              </a:rPr>
              <a:t>Unresolved / contradicted: withhold</a:t>
            </a:r>
          </a:p>
        </p:txBody>
      </p:sp>
      <p:sp>
        <p:nvSpPr>
          <p:cNvPr id="10" name="example">
            <a:extLst xmlns:a="http://schemas.openxmlformats.org/drawingml/2006/main">
              <a:ext uri="{FF2B5EF4-FFF2-40B4-BE49-F238E27FC236}">
                <a16:creationId xmlns:a16="http://schemas.microsoft.com/office/drawing/2014/main" id="{DC37F8DC-9642-4D25-9C7C-59DEE07DAB5D}"/>
              </a:ext>
            </a:extLst>
          </p:cNvPr>
          <p:cNvSpPr>
            <a:spLocks xmlns:a="http://schemas.openxmlformats.org/drawingml/2006/main" noGrp="1"/>
          </p:cNvSpPr>
          <p:nvPr/>
        </p:nvSpPr>
        <p:spPr>
          <a:xfrm xmlns:a="http://schemas.openxmlformats.org/drawingml/2006/main">
            <a:off x="571500" y="4286250"/>
            <a:ext cx="108585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325" b="0">
                <a:solidFill>
                  <a:srgbClr val="575757"/>
                </a:solidFill>
                <a:latin typeface="Microsoft YaHei"/>
                <a:ea typeface="Microsoft YaHei"/>
                <a:cs typeface="Microsoft YaHei"/>
              </a:defRPr>
            </a:defPPr>
            <a:lvl1pPr>
              <a:defRPr sz="2325" b="0">
                <a:solidFill>
                  <a:srgbClr val="575757"/>
                </a:solidFill>
                <a:latin typeface="Microsoft YaHei"/>
                <a:ea typeface="Microsoft YaHei"/>
                <a:cs typeface="Microsoft YaHei"/>
              </a:defRPr>
            </a:lvl1pPr>
            <a:lvl2pPr>
              <a:defRPr sz="2325" b="0">
                <a:solidFill>
                  <a:srgbClr val="575757"/>
                </a:solidFill>
                <a:latin typeface="Microsoft YaHei"/>
                <a:ea typeface="Microsoft YaHei"/>
                <a:cs typeface="Microsoft YaHei"/>
              </a:defRPr>
            </a:lvl2pPr>
            <a:lvl3pPr>
              <a:defRPr sz="2325" b="0">
                <a:solidFill>
                  <a:srgbClr val="575757"/>
                </a:solidFill>
                <a:latin typeface="Microsoft YaHei"/>
                <a:ea typeface="Microsoft YaHei"/>
                <a:cs typeface="Microsoft YaHei"/>
              </a:defRPr>
            </a:lvl3pPr>
            <a:lvl4pPr>
              <a:defRPr sz="2325" b="0">
                <a:solidFill>
                  <a:srgbClr val="575757"/>
                </a:solidFill>
                <a:latin typeface="Microsoft YaHei"/>
                <a:ea typeface="Microsoft YaHei"/>
                <a:cs typeface="Microsoft YaHei"/>
              </a:defRPr>
            </a:lvl4pPr>
            <a:lvl5pPr>
              <a:defRPr sz="2325" b="0">
                <a:solidFill>
                  <a:srgbClr val="575757"/>
                </a:solidFill>
                <a:latin typeface="Microsoft YaHei"/>
                <a:ea typeface="Microsoft YaHei"/>
                <a:cs typeface="Microsoft YaHei"/>
              </a:defRPr>
            </a:lvl5pPr>
            <a:lvl6pPr>
              <a:defRPr sz="2325" b="0">
                <a:solidFill>
                  <a:srgbClr val="575757"/>
                </a:solidFill>
                <a:latin typeface="Microsoft YaHei"/>
                <a:ea typeface="Microsoft YaHei"/>
                <a:cs typeface="Microsoft YaHei"/>
              </a:defRPr>
            </a:lvl6pPr>
            <a:lvl7pPr>
              <a:defRPr sz="2325" b="0">
                <a:solidFill>
                  <a:srgbClr val="575757"/>
                </a:solidFill>
                <a:latin typeface="Microsoft YaHei"/>
                <a:ea typeface="Microsoft YaHei"/>
                <a:cs typeface="Microsoft YaHei"/>
              </a:defRPr>
            </a:lvl7pPr>
            <a:lvl8pPr>
              <a:defRPr sz="2325" b="0">
                <a:solidFill>
                  <a:srgbClr val="575757"/>
                </a:solidFill>
                <a:latin typeface="Microsoft YaHei"/>
                <a:ea typeface="Microsoft YaHei"/>
                <a:cs typeface="Microsoft YaHei"/>
              </a:defRPr>
            </a:lvl8pPr>
            <a:lvl9pPr>
              <a:defRPr sz="2325" b="0">
                <a:solidFill>
                  <a:srgbClr val="575757"/>
                </a:solidFill>
                <a:latin typeface="Microsoft YaHei"/>
                <a:ea typeface="Microsoft YaHei"/>
                <a:cs typeface="Microsoft YaHei"/>
              </a:defRPr>
            </a:lvl9pPr>
          </a:lstStyle>
          <a:p xmlns:a="http://schemas.openxmlformats.org/drawingml/2006/main">
            <a:pPr>
              <a:defRPr sz="2325" b="0">
                <a:solidFill>
                  <a:srgbClr val="575757"/>
                </a:solidFill>
                <a:latin typeface="Microsoft YaHei"/>
                <a:ea typeface="Microsoft YaHei"/>
                <a:cs typeface="Microsoft YaHei"/>
              </a:defRPr>
            </a:pPr>
            <a:r>
              <a:rPr sz="2325" b="0">
                <a:solidFill>
                  <a:srgbClr val="575757"/>
                </a:solidFill>
                <a:latin typeface="Microsoft YaHei"/>
                <a:ea typeface="Microsoft YaHei"/>
                <a:cs typeface="Microsoft YaHei"/>
              </a:rPr>
              <a:t>Example: the old procedure includes all orders.</a:t>
            </a:r>
          </a:p>
          <a:p xmlns:a="http://schemas.openxmlformats.org/drawingml/2006/main">
            <a:pPr>
              <a:defRPr sz="2325" b="0">
                <a:solidFill>
                  <a:srgbClr val="575757"/>
                </a:solidFill>
                <a:latin typeface="Microsoft YaHei"/>
                <a:ea typeface="Microsoft YaHei"/>
                <a:cs typeface="Microsoft YaHei"/>
              </a:defRPr>
            </a:pPr>
            <a:r>
              <a:rPr sz="2325" b="0">
                <a:solidFill>
                  <a:srgbClr val="575757"/>
                </a:solidFill>
                <a:latin typeface="Microsoft YaHei"/>
                <a:ea typeface="Microsoft YaHei"/>
                <a:cs typeface="Microsoft YaHei"/>
              </a:rPr>
              <a:t>The current definition requires completed sales only.</a:t>
            </a:r>
          </a:p>
        </p:txBody>
      </p:sp>
      <p:sp>
        <p:nvSpPr>
          <p:cNvPr id="11" name="tradeoff">
            <a:extLst xmlns:a="http://schemas.openxmlformats.org/drawingml/2006/main">
              <a:ext uri="{FF2B5EF4-FFF2-40B4-BE49-F238E27FC236}">
                <a16:creationId xmlns:a16="http://schemas.microsoft.com/office/drawing/2014/main" id="{C23E6F35-E308-4C7C-9AEC-5356B3023AC8}"/>
              </a:ext>
            </a:extLst>
          </p:cNvPr>
          <p:cNvSpPr>
            <a:spLocks xmlns:a="http://schemas.openxmlformats.org/drawingml/2006/main" noGrp="1"/>
          </p:cNvSpPr>
          <p:nvPr/>
        </p:nvSpPr>
        <p:spPr>
          <a:xfrm xmlns:a="http://schemas.openxmlformats.org/drawingml/2006/main">
            <a:off x="571500" y="5429250"/>
            <a:ext cx="10953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950" b="1">
                <a:solidFill>
                  <a:srgbClr val="B81C22"/>
                </a:solidFill>
                <a:latin typeface="Microsoft YaHei"/>
                <a:ea typeface="Microsoft YaHei"/>
                <a:cs typeface="Microsoft YaHei"/>
              </a:defRPr>
            </a:defPPr>
            <a:lvl1pPr>
              <a:defRPr sz="1950" b="1">
                <a:solidFill>
                  <a:srgbClr val="B81C22"/>
                </a:solidFill>
                <a:latin typeface="Microsoft YaHei"/>
                <a:ea typeface="Microsoft YaHei"/>
                <a:cs typeface="Microsoft YaHei"/>
              </a:defRPr>
            </a:lvl1pPr>
            <a:lvl2pPr>
              <a:defRPr sz="1950" b="1">
                <a:solidFill>
                  <a:srgbClr val="B81C22"/>
                </a:solidFill>
                <a:latin typeface="Microsoft YaHei"/>
                <a:ea typeface="Microsoft YaHei"/>
                <a:cs typeface="Microsoft YaHei"/>
              </a:defRPr>
            </a:lvl2pPr>
            <a:lvl3pPr>
              <a:defRPr sz="1950" b="1">
                <a:solidFill>
                  <a:srgbClr val="B81C22"/>
                </a:solidFill>
                <a:latin typeface="Microsoft YaHei"/>
                <a:ea typeface="Microsoft YaHei"/>
                <a:cs typeface="Microsoft YaHei"/>
              </a:defRPr>
            </a:lvl3pPr>
            <a:lvl4pPr>
              <a:defRPr sz="1950" b="1">
                <a:solidFill>
                  <a:srgbClr val="B81C22"/>
                </a:solidFill>
                <a:latin typeface="Microsoft YaHei"/>
                <a:ea typeface="Microsoft YaHei"/>
                <a:cs typeface="Microsoft YaHei"/>
              </a:defRPr>
            </a:lvl4pPr>
            <a:lvl5pPr>
              <a:defRPr sz="1950" b="1">
                <a:solidFill>
                  <a:srgbClr val="B81C22"/>
                </a:solidFill>
                <a:latin typeface="Microsoft YaHei"/>
                <a:ea typeface="Microsoft YaHei"/>
                <a:cs typeface="Microsoft YaHei"/>
              </a:defRPr>
            </a:lvl5pPr>
            <a:lvl6pPr>
              <a:defRPr sz="1950" b="1">
                <a:solidFill>
                  <a:srgbClr val="B81C22"/>
                </a:solidFill>
                <a:latin typeface="Microsoft YaHei"/>
                <a:ea typeface="Microsoft YaHei"/>
                <a:cs typeface="Microsoft YaHei"/>
              </a:defRPr>
            </a:lvl6pPr>
            <a:lvl7pPr>
              <a:defRPr sz="1950" b="1">
                <a:solidFill>
                  <a:srgbClr val="B81C22"/>
                </a:solidFill>
                <a:latin typeface="Microsoft YaHei"/>
                <a:ea typeface="Microsoft YaHei"/>
                <a:cs typeface="Microsoft YaHei"/>
              </a:defRPr>
            </a:lvl7pPr>
            <a:lvl8pPr>
              <a:defRPr sz="1950" b="1">
                <a:solidFill>
                  <a:srgbClr val="B81C22"/>
                </a:solidFill>
                <a:latin typeface="Microsoft YaHei"/>
                <a:ea typeface="Microsoft YaHei"/>
                <a:cs typeface="Microsoft YaHei"/>
              </a:defRPr>
            </a:lvl8pPr>
            <a:lvl9pPr>
              <a:defRPr sz="1950" b="1">
                <a:solidFill>
                  <a:srgbClr val="B81C22"/>
                </a:solidFill>
                <a:latin typeface="Microsoft YaHei"/>
                <a:ea typeface="Microsoft YaHei"/>
                <a:cs typeface="Microsoft YaHei"/>
              </a:defRPr>
            </a:lvl9pPr>
          </a:lstStyle>
          <a:p xmlns:a="http://schemas.openxmlformats.org/drawingml/2006/main">
            <a:pPr>
              <a:defRPr sz="1950" b="1">
                <a:solidFill>
                  <a:srgbClr val="B81C22"/>
                </a:solidFill>
                <a:latin typeface="Microsoft YaHei"/>
                <a:ea typeface="Microsoft YaHei"/>
                <a:cs typeface="Microsoft YaHei"/>
              </a:defRPr>
            </a:pPr>
            <a:r>
              <a:rPr sz="1950" b="1">
                <a:solidFill>
                  <a:srgbClr val="B81C22"/>
                </a:solidFill>
                <a:latin typeface="Microsoft YaHei"/>
                <a:ea typeface="Microsoft YaHei"/>
                <a:cs typeface="Microsoft YaHei"/>
              </a:rPr>
              <a:t>Measure inappropriate reuse and retention of useful experience.</a:t>
            </a:r>
          </a:p>
        </p:txBody>
      </p:sp>
      <p:sp>
        <p:nvSpPr>
          <p:cNvPr id="12" name="sources">
            <a:extLst xmlns:a="http://schemas.openxmlformats.org/drawingml/2006/main">
              <a:ext uri="{FF2B5EF4-FFF2-40B4-BE49-F238E27FC236}">
                <a16:creationId xmlns:a16="http://schemas.microsoft.com/office/drawing/2014/main" id="{C32298E2-30B0-4F66-BE57-F506BF5F3589}"/>
              </a:ext>
            </a:extLst>
          </p:cNvPr>
          <p:cNvSpPr>
            <a:spLocks xmlns:a="http://schemas.openxmlformats.org/drawingml/2006/main" noGrp="1"/>
          </p:cNvSpPr>
          <p:nvPr/>
        </p:nvSpPr>
        <p:spPr>
          <a:xfrm xmlns:a="http://schemas.openxmlformats.org/drawingml/2006/main">
            <a:off x="571500" y="6019800"/>
            <a:ext cx="10953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125" b="0">
                <a:solidFill>
                  <a:srgbClr val="575757"/>
                </a:solidFill>
                <a:latin typeface="Microsoft YaHei"/>
                <a:ea typeface="Microsoft YaHei"/>
                <a:cs typeface="Microsoft YaHei"/>
              </a:defRPr>
            </a:defPPr>
            <a:lvl1pPr>
              <a:defRPr sz="1125" b="0">
                <a:solidFill>
                  <a:srgbClr val="575757"/>
                </a:solidFill>
                <a:latin typeface="Microsoft YaHei"/>
                <a:ea typeface="Microsoft YaHei"/>
                <a:cs typeface="Microsoft YaHei"/>
              </a:defRPr>
            </a:lvl1pPr>
            <a:lvl2pPr>
              <a:defRPr sz="1125" b="0">
                <a:solidFill>
                  <a:srgbClr val="575757"/>
                </a:solidFill>
                <a:latin typeface="Microsoft YaHei"/>
                <a:ea typeface="Microsoft YaHei"/>
                <a:cs typeface="Microsoft YaHei"/>
              </a:defRPr>
            </a:lvl2pPr>
            <a:lvl3pPr>
              <a:defRPr sz="1125" b="0">
                <a:solidFill>
                  <a:srgbClr val="575757"/>
                </a:solidFill>
                <a:latin typeface="Microsoft YaHei"/>
                <a:ea typeface="Microsoft YaHei"/>
                <a:cs typeface="Microsoft YaHei"/>
              </a:defRPr>
            </a:lvl3pPr>
            <a:lvl4pPr>
              <a:defRPr sz="1125" b="0">
                <a:solidFill>
                  <a:srgbClr val="575757"/>
                </a:solidFill>
                <a:latin typeface="Microsoft YaHei"/>
                <a:ea typeface="Microsoft YaHei"/>
                <a:cs typeface="Microsoft YaHei"/>
              </a:defRPr>
            </a:lvl4pPr>
            <a:lvl5pPr>
              <a:defRPr sz="1125" b="0">
                <a:solidFill>
                  <a:srgbClr val="575757"/>
                </a:solidFill>
                <a:latin typeface="Microsoft YaHei"/>
                <a:ea typeface="Microsoft YaHei"/>
                <a:cs typeface="Microsoft YaHei"/>
              </a:defRPr>
            </a:lvl5pPr>
            <a:lvl6pPr>
              <a:defRPr sz="1125" b="0">
                <a:solidFill>
                  <a:srgbClr val="575757"/>
                </a:solidFill>
                <a:latin typeface="Microsoft YaHei"/>
                <a:ea typeface="Microsoft YaHei"/>
                <a:cs typeface="Microsoft YaHei"/>
              </a:defRPr>
            </a:lvl6pPr>
            <a:lvl7pPr>
              <a:defRPr sz="1125" b="0">
                <a:solidFill>
                  <a:srgbClr val="575757"/>
                </a:solidFill>
                <a:latin typeface="Microsoft YaHei"/>
                <a:ea typeface="Microsoft YaHei"/>
                <a:cs typeface="Microsoft YaHei"/>
              </a:defRPr>
            </a:lvl7pPr>
            <a:lvl8pPr>
              <a:defRPr sz="1125" b="0">
                <a:solidFill>
                  <a:srgbClr val="575757"/>
                </a:solidFill>
                <a:latin typeface="Microsoft YaHei"/>
                <a:ea typeface="Microsoft YaHei"/>
                <a:cs typeface="Microsoft YaHei"/>
              </a:defRPr>
            </a:lvl8pPr>
            <a:lvl9pPr>
              <a:defRPr sz="1125" b="0">
                <a:solidFill>
                  <a:srgbClr val="575757"/>
                </a:solidFill>
                <a:latin typeface="Microsoft YaHei"/>
                <a:ea typeface="Microsoft YaHei"/>
                <a:cs typeface="Microsoft YaHei"/>
              </a:defRPr>
            </a:lvl9pPr>
          </a:lstStyle>
          <a:p xmlns:a="http://schemas.openxmlformats.org/drawingml/2006/main">
            <a:pPr>
              <a:defRPr sz="1125" b="0">
                <a:solidFill>
                  <a:srgbClr val="575757"/>
                </a:solidFill>
                <a:latin typeface="Microsoft YaHei"/>
                <a:ea typeface="Microsoft YaHei"/>
                <a:cs typeface="Microsoft YaHei"/>
              </a:defRPr>
            </a:pPr>
            <a:r>
              <a:rPr sz="1125" b="0">
                <a:solidFill>
                  <a:srgbClr val="575757"/>
                </a:solidFill>
                <a:latin typeface="Microsoft YaHei"/>
                <a:ea typeface="Microsoft YaHei"/>
                <a:cs typeface="Microsoft YaHei"/>
              </a:rPr>
              <a:t>DataPilot; ReasoningBank v2</a:t>
            </a:r>
          </a:p>
        </p:txBody>
      </p:sp>
    </p:spTree>
    <p:extLst>
      <p:ext uri="{BB962C8B-B14F-4D97-AF65-F5344CB8AC3E}">
        <p14:creationId xmlns:p14="http://schemas.microsoft.com/office/powerpoint/2010/main" val="910577282"/>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E547F508-C267-4F51-81A9-677A24AAAAB8}"/>
              </a:ext>
            </a:extLst>
          </p:cNvPr>
          <p:cNvSpPr>
            <a:spLocks xmlns:a="http://schemas.openxmlformats.org/drawingml/2006/main" noGrp="1"/>
          </p:cNvSpPr>
          <p:nvPr>
            <p:ph type="title" idx="0"/>
          </p:nvPr>
        </p:nvSpPr>
        <p:spPr>
          <a:xfrm xmlns:a="http://schemas.openxmlformats.org/drawingml/2006/main">
            <a:off x="474821" y="998125"/>
            <a:ext cx="11239500" cy="704850"/>
          </a:xfrm>
        </p:spPr>
        <p:txBody>
          <a:bodyPr xmlns:a="http://schemas.openxmlformats.org/drawingml/2006/main" lIns="0" tIns="0" rIns="0" bIns="0">
            <a:normAutofit fontScale="100000"/>
          </a:bodyPr>
          <a:lstStyle xmlns:a="http://schemas.openxmlformats.org/drawingml/2006/main">
            <a:defPPr>
              <a:defRPr sz="3960">
                <a:solidFill>
                  <a:srgbClr val="B81C22"/>
                </a:solidFill>
                <a:latin typeface="Microsoft YaHei"/>
                <a:ea typeface="Microsoft YaHei"/>
                <a:cs typeface="Microsoft YaHei"/>
              </a:defRPr>
            </a:defPPr>
            <a:lvl1pPr>
              <a:defRPr sz="3960">
                <a:solidFill>
                  <a:srgbClr val="B81C22"/>
                </a:solidFill>
                <a:latin typeface="Microsoft YaHei"/>
                <a:ea typeface="Microsoft YaHei"/>
                <a:cs typeface="Microsoft YaHei"/>
              </a:defRPr>
            </a:lvl1pPr>
            <a:lvl2pPr>
              <a:defRPr sz="3960">
                <a:solidFill>
                  <a:srgbClr val="B81C22"/>
                </a:solidFill>
                <a:latin typeface="Microsoft YaHei"/>
                <a:ea typeface="Microsoft YaHei"/>
                <a:cs typeface="Microsoft YaHei"/>
              </a:defRPr>
            </a:lvl2pPr>
            <a:lvl3pPr>
              <a:defRPr sz="3960">
                <a:solidFill>
                  <a:srgbClr val="B81C22"/>
                </a:solidFill>
                <a:latin typeface="Microsoft YaHei"/>
                <a:ea typeface="Microsoft YaHei"/>
                <a:cs typeface="Microsoft YaHei"/>
              </a:defRPr>
            </a:lvl3pPr>
            <a:lvl4pPr>
              <a:defRPr sz="3960">
                <a:solidFill>
                  <a:srgbClr val="B81C22"/>
                </a:solidFill>
                <a:latin typeface="Microsoft YaHei"/>
                <a:ea typeface="Microsoft YaHei"/>
                <a:cs typeface="Microsoft YaHei"/>
              </a:defRPr>
            </a:lvl4pPr>
            <a:lvl5pPr>
              <a:defRPr sz="3960">
                <a:solidFill>
                  <a:srgbClr val="B81C22"/>
                </a:solidFill>
                <a:latin typeface="Microsoft YaHei"/>
                <a:ea typeface="Microsoft YaHei"/>
                <a:cs typeface="Microsoft YaHei"/>
              </a:defRPr>
            </a:lvl5pPr>
            <a:lvl6pPr>
              <a:defRPr sz="3960">
                <a:solidFill>
                  <a:srgbClr val="B81C22"/>
                </a:solidFill>
                <a:latin typeface="Microsoft YaHei"/>
                <a:ea typeface="Microsoft YaHei"/>
                <a:cs typeface="Microsoft YaHei"/>
              </a:defRPr>
            </a:lvl6pPr>
            <a:lvl7pPr>
              <a:defRPr sz="3960">
                <a:solidFill>
                  <a:srgbClr val="B81C22"/>
                </a:solidFill>
                <a:latin typeface="Microsoft YaHei"/>
                <a:ea typeface="Microsoft YaHei"/>
                <a:cs typeface="Microsoft YaHei"/>
              </a:defRPr>
            </a:lvl7pPr>
            <a:lvl8pPr>
              <a:defRPr sz="3960">
                <a:solidFill>
                  <a:srgbClr val="B81C22"/>
                </a:solidFill>
                <a:latin typeface="Microsoft YaHei"/>
                <a:ea typeface="Microsoft YaHei"/>
                <a:cs typeface="Microsoft YaHei"/>
              </a:defRPr>
            </a:lvl8pPr>
            <a:lvl9pPr>
              <a:defRPr sz="3960">
                <a:solidFill>
                  <a:srgbClr val="B81C22"/>
                </a:solidFill>
                <a:latin typeface="Microsoft YaHei"/>
                <a:ea typeface="Microsoft YaHei"/>
                <a:cs typeface="Microsoft YaHei"/>
              </a:defRPr>
            </a:lvl9pPr>
          </a:lstStyle>
          <a:p xmlns:a="http://schemas.openxmlformats.org/drawingml/2006/main">
            <a:pPr>
              <a:defRPr sz="3960">
                <a:solidFill>
                  <a:srgbClr val="B81C22"/>
                </a:solidFill>
                <a:latin typeface="Microsoft YaHei"/>
                <a:ea typeface="Microsoft YaHei"/>
                <a:cs typeface="Microsoft YaHei"/>
              </a:defRPr>
            </a:pPr>
            <a:r>
              <a:rPr sz="3960">
                <a:solidFill>
                  <a:srgbClr val="B81C22"/>
                </a:solidFill>
                <a:latin typeface="Microsoft YaHei"/>
                <a:ea typeface="Microsoft YaHei"/>
                <a:cs typeface="Microsoft YaHei"/>
              </a:rPr>
              <a:t>Research Plan &amp; Method</a:t>
            </a:r>
            <a:endParaRPr/>
          </a:p>
        </p:txBody>
      </p:sp>
      <p:sp>
        <p:nvSpPr>
          <p:cNvPr id="3" name="content-heading">
            <a:extLst xmlns:a="http://schemas.openxmlformats.org/drawingml/2006/main">
              <a:ext uri="{FF2B5EF4-FFF2-40B4-BE49-F238E27FC236}">
                <a16:creationId xmlns:a16="http://schemas.microsoft.com/office/drawing/2014/main" id="{1E898634-4CF7-45D0-BCF3-C8AE2105E981}"/>
              </a:ext>
            </a:extLst>
          </p:cNvPr>
          <p:cNvSpPr>
            <a:spLocks xmlns:a="http://schemas.openxmlformats.org/drawingml/2006/main" noGrp="1"/>
          </p:cNvSpPr>
          <p:nvPr/>
        </p:nvSpPr>
        <p:spPr>
          <a:xfrm xmlns:a="http://schemas.openxmlformats.org/drawingml/2006/main">
            <a:off x="571500" y="1838325"/>
            <a:ext cx="1095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325" b="1">
                <a:solidFill>
                  <a:srgbClr val="303030"/>
                </a:solidFill>
                <a:latin typeface="Microsoft YaHei"/>
                <a:ea typeface="Microsoft YaHei"/>
                <a:cs typeface="Microsoft YaHei"/>
              </a:defRPr>
            </a:defPPr>
            <a:lvl1pPr>
              <a:defRPr sz="2325" b="1">
                <a:solidFill>
                  <a:srgbClr val="303030"/>
                </a:solidFill>
                <a:latin typeface="Microsoft YaHei"/>
                <a:ea typeface="Microsoft YaHei"/>
                <a:cs typeface="Microsoft YaHei"/>
              </a:defRPr>
            </a:lvl1pPr>
            <a:lvl2pPr>
              <a:defRPr sz="2325" b="1">
                <a:solidFill>
                  <a:srgbClr val="303030"/>
                </a:solidFill>
                <a:latin typeface="Microsoft YaHei"/>
                <a:ea typeface="Microsoft YaHei"/>
                <a:cs typeface="Microsoft YaHei"/>
              </a:defRPr>
            </a:lvl2pPr>
            <a:lvl3pPr>
              <a:defRPr sz="2325" b="1">
                <a:solidFill>
                  <a:srgbClr val="303030"/>
                </a:solidFill>
                <a:latin typeface="Microsoft YaHei"/>
                <a:ea typeface="Microsoft YaHei"/>
                <a:cs typeface="Microsoft YaHei"/>
              </a:defRPr>
            </a:lvl3pPr>
            <a:lvl4pPr>
              <a:defRPr sz="2325" b="1">
                <a:solidFill>
                  <a:srgbClr val="303030"/>
                </a:solidFill>
                <a:latin typeface="Microsoft YaHei"/>
                <a:ea typeface="Microsoft YaHei"/>
                <a:cs typeface="Microsoft YaHei"/>
              </a:defRPr>
            </a:lvl4pPr>
            <a:lvl5pPr>
              <a:defRPr sz="2325" b="1">
                <a:solidFill>
                  <a:srgbClr val="303030"/>
                </a:solidFill>
                <a:latin typeface="Microsoft YaHei"/>
                <a:ea typeface="Microsoft YaHei"/>
                <a:cs typeface="Microsoft YaHei"/>
              </a:defRPr>
            </a:lvl5pPr>
            <a:lvl6pPr>
              <a:defRPr sz="2325" b="1">
                <a:solidFill>
                  <a:srgbClr val="303030"/>
                </a:solidFill>
                <a:latin typeface="Microsoft YaHei"/>
                <a:ea typeface="Microsoft YaHei"/>
                <a:cs typeface="Microsoft YaHei"/>
              </a:defRPr>
            </a:lvl6pPr>
            <a:lvl7pPr>
              <a:defRPr sz="2325" b="1">
                <a:solidFill>
                  <a:srgbClr val="303030"/>
                </a:solidFill>
                <a:latin typeface="Microsoft YaHei"/>
                <a:ea typeface="Microsoft YaHei"/>
                <a:cs typeface="Microsoft YaHei"/>
              </a:defRPr>
            </a:lvl7pPr>
            <a:lvl8pPr>
              <a:defRPr sz="2325" b="1">
                <a:solidFill>
                  <a:srgbClr val="303030"/>
                </a:solidFill>
                <a:latin typeface="Microsoft YaHei"/>
                <a:ea typeface="Microsoft YaHei"/>
                <a:cs typeface="Microsoft YaHei"/>
              </a:defRPr>
            </a:lvl8pPr>
            <a:lvl9pPr>
              <a:defRPr sz="2325" b="1">
                <a:solidFill>
                  <a:srgbClr val="303030"/>
                </a:solidFill>
                <a:latin typeface="Microsoft YaHei"/>
                <a:ea typeface="Microsoft YaHei"/>
                <a:cs typeface="Microsoft YaHei"/>
              </a:defRPr>
            </a:lvl9pPr>
          </a:lstStyle>
          <a:p xmlns:a="http://schemas.openxmlformats.org/drawingml/2006/main">
            <a:pPr>
              <a:defRPr sz="2325" b="1">
                <a:solidFill>
                  <a:srgbClr val="303030"/>
                </a:solidFill>
                <a:latin typeface="Microsoft YaHei"/>
                <a:ea typeface="Microsoft YaHei"/>
                <a:cs typeface="Microsoft YaHei"/>
              </a:defRPr>
            </a:pPr>
            <a:r>
              <a:rPr sz="2325" b="1">
                <a:solidFill>
                  <a:srgbClr val="303030"/>
                </a:solidFill>
                <a:latin typeface="Microsoft YaHei"/>
                <a:ea typeface="Microsoft YaHei"/>
                <a:cs typeface="Microsoft YaHei"/>
              </a:rPr>
              <a:t>Source-grounded counterexample review</a:t>
            </a:r>
          </a:p>
        </p:txBody>
      </p:sp>
      <p:sp>
        <p:nvSpPr>
          <p:cNvPr id="4" name="page">
            <a:extLst xmlns:a="http://schemas.openxmlformats.org/drawingml/2006/main">
              <a:ext uri="{FF2B5EF4-FFF2-40B4-BE49-F238E27FC236}">
                <a16:creationId xmlns:a16="http://schemas.microsoft.com/office/drawing/2014/main" id="{394FAA25-2DEB-44DF-AD31-EE3943358811}"/>
              </a:ext>
            </a:extLst>
          </p:cNvPr>
          <p:cNvSpPr>
            <a:spLocks xmlns:a="http://schemas.openxmlformats.org/drawingml/2006/main" noGrp="1"/>
          </p:cNvSpPr>
          <p:nvPr/>
        </p:nvSpPr>
        <p:spPr>
          <a:xfrm xmlns:a="http://schemas.openxmlformats.org/drawingml/2006/main">
            <a:off x="10763250" y="6343650"/>
            <a:ext cx="95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0">
                <a:solidFill>
                  <a:srgbClr val="575757"/>
                </a:solidFill>
                <a:latin typeface="Microsoft YaHei"/>
                <a:ea typeface="Microsoft YaHei"/>
                <a:cs typeface="Microsoft YaHei"/>
              </a:defRPr>
            </a:defPPr>
            <a:lvl1pPr>
              <a:defRPr sz="1200" b="0">
                <a:solidFill>
                  <a:srgbClr val="575757"/>
                </a:solidFill>
                <a:latin typeface="Microsoft YaHei"/>
                <a:ea typeface="Microsoft YaHei"/>
                <a:cs typeface="Microsoft YaHei"/>
              </a:defRPr>
            </a:lvl1pPr>
            <a:lvl2pPr>
              <a:defRPr sz="1200" b="0">
                <a:solidFill>
                  <a:srgbClr val="575757"/>
                </a:solidFill>
                <a:latin typeface="Microsoft YaHei"/>
                <a:ea typeface="Microsoft YaHei"/>
                <a:cs typeface="Microsoft YaHei"/>
              </a:defRPr>
            </a:lvl2pPr>
            <a:lvl3pPr>
              <a:defRPr sz="1200" b="0">
                <a:solidFill>
                  <a:srgbClr val="575757"/>
                </a:solidFill>
                <a:latin typeface="Microsoft YaHei"/>
                <a:ea typeface="Microsoft YaHei"/>
                <a:cs typeface="Microsoft YaHei"/>
              </a:defRPr>
            </a:lvl3pPr>
            <a:lvl4pPr>
              <a:defRPr sz="1200" b="0">
                <a:solidFill>
                  <a:srgbClr val="575757"/>
                </a:solidFill>
                <a:latin typeface="Microsoft YaHei"/>
                <a:ea typeface="Microsoft YaHei"/>
                <a:cs typeface="Microsoft YaHei"/>
              </a:defRPr>
            </a:lvl4pPr>
            <a:lvl5pPr>
              <a:defRPr sz="1200" b="0">
                <a:solidFill>
                  <a:srgbClr val="575757"/>
                </a:solidFill>
                <a:latin typeface="Microsoft YaHei"/>
                <a:ea typeface="Microsoft YaHei"/>
                <a:cs typeface="Microsoft YaHei"/>
              </a:defRPr>
            </a:lvl5pPr>
            <a:lvl6pPr>
              <a:defRPr sz="1200" b="0">
                <a:solidFill>
                  <a:srgbClr val="575757"/>
                </a:solidFill>
                <a:latin typeface="Microsoft YaHei"/>
                <a:ea typeface="Microsoft YaHei"/>
                <a:cs typeface="Microsoft YaHei"/>
              </a:defRPr>
            </a:lvl6pPr>
            <a:lvl7pPr>
              <a:defRPr sz="1200" b="0">
                <a:solidFill>
                  <a:srgbClr val="575757"/>
                </a:solidFill>
                <a:latin typeface="Microsoft YaHei"/>
                <a:ea typeface="Microsoft YaHei"/>
                <a:cs typeface="Microsoft YaHei"/>
              </a:defRPr>
            </a:lvl7pPr>
            <a:lvl8pPr>
              <a:defRPr sz="1200" b="0">
                <a:solidFill>
                  <a:srgbClr val="575757"/>
                </a:solidFill>
                <a:latin typeface="Microsoft YaHei"/>
                <a:ea typeface="Microsoft YaHei"/>
                <a:cs typeface="Microsoft YaHei"/>
              </a:defRPr>
            </a:lvl8pPr>
            <a:lvl9pPr>
              <a:defRPr sz="1200" b="0">
                <a:solidFill>
                  <a:srgbClr val="575757"/>
                </a:solidFill>
                <a:latin typeface="Microsoft YaHei"/>
                <a:ea typeface="Microsoft YaHei"/>
                <a:cs typeface="Microsoft YaHei"/>
              </a:defRPr>
            </a:lvl9pPr>
          </a:lstStyle>
          <a:p xmlns:a="http://schemas.openxmlformats.org/drawingml/2006/main">
            <a:pPr>
              <a:defRPr sz="1200" b="0">
                <a:solidFill>
                  <a:srgbClr val="575757"/>
                </a:solidFill>
                <a:latin typeface="Microsoft YaHei"/>
                <a:ea typeface="Microsoft YaHei"/>
                <a:cs typeface="Microsoft YaHei"/>
              </a:defRPr>
            </a:pPr>
            <a:r>
              <a:rPr sz="1200" b="0">
                <a:solidFill>
                  <a:srgbClr val="575757"/>
                </a:solidFill>
                <a:latin typeface="Microsoft YaHei"/>
                <a:ea typeface="Microsoft YaHei"/>
                <a:cs typeface="Microsoft YaHei"/>
              </a:rPr>
              <a:t>9 / 13</a:t>
            </a:r>
          </a:p>
        </p:txBody>
      </p:sp>
      <p:sp>
        <p:nvSpPr>
          <p:cNvPr id="5" name="steps">
            <a:extLst xmlns:a="http://schemas.openxmlformats.org/drawingml/2006/main">
              <a:ext uri="{FF2B5EF4-FFF2-40B4-BE49-F238E27FC236}">
                <a16:creationId xmlns:a16="http://schemas.microsoft.com/office/drawing/2014/main" id="{27C4815E-8169-4124-AEB0-0B449ED1F053}"/>
              </a:ext>
            </a:extLst>
          </p:cNvPr>
          <p:cNvSpPr>
            <a:spLocks xmlns:a="http://schemas.openxmlformats.org/drawingml/2006/main" noGrp="1"/>
          </p:cNvSpPr>
          <p:nvPr/>
        </p:nvSpPr>
        <p:spPr>
          <a:xfrm xmlns:a="http://schemas.openxmlformats.org/drawingml/2006/main">
            <a:off x="571500" y="2514600"/>
            <a:ext cx="109537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575757"/>
                </a:solidFill>
                <a:latin typeface="Microsoft YaHei"/>
                <a:ea typeface="Microsoft YaHei"/>
                <a:cs typeface="Microsoft YaHei"/>
              </a:defRPr>
            </a:defPPr>
            <a:lvl1pPr>
              <a:defRPr sz="2175" b="0">
                <a:solidFill>
                  <a:srgbClr val="575757"/>
                </a:solidFill>
                <a:latin typeface="Microsoft YaHei"/>
                <a:ea typeface="Microsoft YaHei"/>
                <a:cs typeface="Microsoft YaHei"/>
              </a:defRPr>
            </a:lvl1pPr>
            <a:lvl2pPr>
              <a:defRPr sz="2175" b="0">
                <a:solidFill>
                  <a:srgbClr val="575757"/>
                </a:solidFill>
                <a:latin typeface="Microsoft YaHei"/>
                <a:ea typeface="Microsoft YaHei"/>
                <a:cs typeface="Microsoft YaHei"/>
              </a:defRPr>
            </a:lvl2pPr>
            <a:lvl3pPr>
              <a:defRPr sz="2175" b="0">
                <a:solidFill>
                  <a:srgbClr val="575757"/>
                </a:solidFill>
                <a:latin typeface="Microsoft YaHei"/>
                <a:ea typeface="Microsoft YaHei"/>
                <a:cs typeface="Microsoft YaHei"/>
              </a:defRPr>
            </a:lvl3pPr>
            <a:lvl4pPr>
              <a:defRPr sz="2175" b="0">
                <a:solidFill>
                  <a:srgbClr val="575757"/>
                </a:solidFill>
                <a:latin typeface="Microsoft YaHei"/>
                <a:ea typeface="Microsoft YaHei"/>
                <a:cs typeface="Microsoft YaHei"/>
              </a:defRPr>
            </a:lvl4pPr>
            <a:lvl5pPr>
              <a:defRPr sz="2175" b="0">
                <a:solidFill>
                  <a:srgbClr val="575757"/>
                </a:solidFill>
                <a:latin typeface="Microsoft YaHei"/>
                <a:ea typeface="Microsoft YaHei"/>
                <a:cs typeface="Microsoft YaHei"/>
              </a:defRPr>
            </a:lvl5pPr>
            <a:lvl6pPr>
              <a:defRPr sz="2175" b="0">
                <a:solidFill>
                  <a:srgbClr val="575757"/>
                </a:solidFill>
                <a:latin typeface="Microsoft YaHei"/>
                <a:ea typeface="Microsoft YaHei"/>
                <a:cs typeface="Microsoft YaHei"/>
              </a:defRPr>
            </a:lvl6pPr>
            <a:lvl7pPr>
              <a:defRPr sz="2175" b="0">
                <a:solidFill>
                  <a:srgbClr val="575757"/>
                </a:solidFill>
                <a:latin typeface="Microsoft YaHei"/>
                <a:ea typeface="Microsoft YaHei"/>
                <a:cs typeface="Microsoft YaHei"/>
              </a:defRPr>
            </a:lvl7pPr>
            <a:lvl8pPr>
              <a:defRPr sz="2175" b="0">
                <a:solidFill>
                  <a:srgbClr val="575757"/>
                </a:solidFill>
                <a:latin typeface="Microsoft YaHei"/>
                <a:ea typeface="Microsoft YaHei"/>
                <a:cs typeface="Microsoft YaHei"/>
              </a:defRPr>
            </a:lvl8pPr>
            <a:lvl9pPr>
              <a:defRPr sz="2175" b="0">
                <a:solidFill>
                  <a:srgbClr val="575757"/>
                </a:solidFill>
                <a:latin typeface="Microsoft YaHei"/>
                <a:ea typeface="Microsoft YaHei"/>
                <a:cs typeface="Microsoft YaHei"/>
              </a:defRPr>
            </a:lvl9pPr>
          </a:lstStyle>
          <a:p xmlns:a="http://schemas.openxmlformats.org/drawingml/2006/main">
            <a:pPr>
              <a:defRPr sz="2175" b="0">
                <a:solidFill>
                  <a:srgbClr val="575757"/>
                </a:solidFill>
                <a:latin typeface="Microsoft YaHei"/>
                <a:ea typeface="Microsoft YaHei"/>
                <a:cs typeface="Microsoft YaHei"/>
              </a:defRPr>
            </a:pPr>
            <a:r>
              <a:rPr sz="2175" b="0">
                <a:solidFill>
                  <a:srgbClr val="575757"/>
                </a:solidFill>
                <a:latin typeface="Microsoft YaHei"/>
                <a:ea typeface="Microsoft YaHei"/>
                <a:cs typeface="Microsoft YaHei"/>
              </a:rPr>
              <a:t>1. Read the question and sources before the candidate solution.</a:t>
            </a:r>
          </a:p>
          <a:p xmlns:a="http://schemas.openxmlformats.org/drawingml/2006/main">
            <a:pPr>
              <a:defRPr sz="2175" b="0">
                <a:solidFill>
                  <a:srgbClr val="575757"/>
                </a:solidFill>
                <a:latin typeface="Microsoft YaHei"/>
                <a:ea typeface="Microsoft YaHei"/>
                <a:cs typeface="Microsoft YaHei"/>
              </a:defRPr>
            </a:pPr>
            <a:r>
              <a:rPr sz="2175" b="0">
                <a:solidFill>
                  <a:srgbClr val="575757"/>
                </a:solidFill>
                <a:latin typeface="Microsoft YaHei"/>
                <a:ea typeface="Microsoft YaHei"/>
                <a:cs typeface="Microsoft YaHei"/>
              </a:rPr>
              <a:t>2. Construct a small case that separates competing interpretations.</a:t>
            </a:r>
          </a:p>
          <a:p xmlns:a="http://schemas.openxmlformats.org/drawingml/2006/main">
            <a:pPr>
              <a:defRPr sz="2175" b="0">
                <a:solidFill>
                  <a:srgbClr val="575757"/>
                </a:solidFill>
                <a:latin typeface="Microsoft YaHei"/>
                <a:ea typeface="Microsoft YaHei"/>
                <a:cs typeface="Microsoft YaHei"/>
              </a:defRPr>
            </a:pPr>
            <a:r>
              <a:rPr sz="2175" b="0">
                <a:solidFill>
                  <a:srgbClr val="575757"/>
                </a:solidFill>
                <a:latin typeface="Microsoft YaHei"/>
                <a:ea typeface="Microsoft YaHei"/>
                <a:cs typeface="Microsoft YaHei"/>
              </a:rPr>
              <a:t>3. Judge the candidate using source-defined expected behaviour.</a:t>
            </a:r>
          </a:p>
        </p:txBody>
      </p:sp>
      <p:graphicFrame>
        <p:nvGraphicFramePr>
          <p:cNvPr id="6" name="">
            <a:extLst xmlns:a="http://schemas.openxmlformats.org/drawingml/2006/main">
              <a:ext uri="{FF2B5EF4-FFF2-40B4-BE49-F238E27FC236}">
                <a16:creationId xmlns:a16="http://schemas.microsoft.com/office/drawing/2014/main" id="{1F70E8CE-7C3C-4689-8EBA-082BCD42FAF5}"/>
              </a:ext>
            </a:extLst>
          </p:cNvPr>
          <p:cNvGraphicFramePr/>
          <p:nvPr/>
        </p:nvGraphicFramePr>
        <p:xfrm>
          <a:off xmlns:a="http://schemas.openxmlformats.org/drawingml/2006/main" x="571500" y="4210050"/>
          <a:ext xmlns:a="http://schemas.openxmlformats.org/drawingml/2006/main" cx="10953750" cy="1266825"/>
        </p:xfrm>
        <a:graphic xmlns:a="http://schemas.openxmlformats.org/drawingml/2006/main">
          <a:graphicData uri="http://schemas.openxmlformats.org/drawingml/2006/table">
            <a:tbl>
              <a:tblPr/>
              <a:tblGrid>
                <a:gridCol w="6477000"/>
                <a:gridCol w="4476750"/>
              </a:tblGrid>
              <a:tr h="422275">
                <a:tc>
                  <a:txBody>
                    <a:bodyPr/>
                    <a:lstStyle/>
                    <a:p>
                      <a:r>
                        <a:rPr sz="1800" b="1">
                          <a:solidFill>
                            <a:srgbClr val="FFFFFF"/>
                          </a:solidFill>
                          <a:latin typeface="Microsoft YaHei"/>
                          <a:ea typeface="Microsoft YaHei"/>
                          <a:cs typeface="Microsoft YaHei"/>
                        </a:rPr>
                        <a:t>Interpretation</a:t>
                      </a:r>
                    </a:p>
                  </a:txBody>
                  <a:tcPr marL="114300" marR="114300" marT="76200" marB="76200" anchor="ctr">
                    <a:lnL w="6668">
                      <a:solidFill>
                        <a:srgbClr val="D8D1C9"/>
                      </a:solidFill>
                      <a:prstDash val="solid"/>
                    </a:lnL>
                    <a:lnR w="6668">
                      <a:solidFill>
                        <a:srgbClr val="D8D1C9"/>
                      </a:solidFill>
                      <a:prstDash val="solid"/>
                    </a:lnR>
                    <a:lnT w="6668">
                      <a:solidFill>
                        <a:srgbClr val="D8D1C9"/>
                      </a:solidFill>
                      <a:prstDash val="solid"/>
                    </a:lnT>
                    <a:lnB w="6668">
                      <a:solidFill>
                        <a:srgbClr val="D8D1C9"/>
                      </a:solidFill>
                      <a:prstDash val="solid"/>
                    </a:lnB>
                    <a:solidFill>
                      <a:srgbClr val="B81C22"/>
                    </a:solidFill>
                  </a:tcPr>
                </a:tc>
                <a:tc>
                  <a:txBody>
                    <a:bodyPr/>
                    <a:lstStyle/>
                    <a:p>
                      <a:r>
                        <a:rPr sz="1800" b="1">
                          <a:solidFill>
                            <a:srgbClr val="FFFFFF"/>
                          </a:solidFill>
                          <a:latin typeface="Microsoft YaHei"/>
                          <a:ea typeface="Microsoft YaHei"/>
                          <a:cs typeface="Microsoft YaHei"/>
                        </a:rPr>
                        <a:t>Result on the illustrative sales case</a:t>
                      </a:r>
                    </a:p>
                  </a:txBody>
                  <a:tcPr marL="114300" marR="114300" marT="76200" marB="76200" anchor="ctr">
                    <a:lnR w="6668">
                      <a:solidFill>
                        <a:srgbClr val="D8D1C9"/>
                      </a:solidFill>
                      <a:prstDash val="solid"/>
                    </a:lnR>
                    <a:lnT w="6668">
                      <a:solidFill>
                        <a:srgbClr val="D8D1C9"/>
                      </a:solidFill>
                      <a:prstDash val="solid"/>
                    </a:lnT>
                    <a:lnB w="6668">
                      <a:solidFill>
                        <a:srgbClr val="D8D1C9"/>
                      </a:solidFill>
                      <a:prstDash val="solid"/>
                    </a:lnB>
                    <a:solidFill>
                      <a:srgbClr val="B81C22"/>
                    </a:solidFill>
                  </a:tcPr>
                </a:tc>
              </a:tr>
              <a:tr h="422275">
                <a:tc>
                  <a:txBody>
                    <a:bodyPr/>
                    <a:lstStyle/>
                    <a:p>
                      <a:r>
                        <a:rPr sz="1800" b="0">
                          <a:solidFill>
                            <a:srgbClr val="575757"/>
                          </a:solidFill>
                          <a:latin typeface="Microsoft YaHei"/>
                          <a:ea typeface="Microsoft YaHei"/>
                          <a:cs typeface="Microsoft YaHei"/>
                        </a:rPr>
                        <a:t>All orders and all customers</a:t>
                      </a:r>
                    </a:p>
                  </a:txBody>
                  <a:tcPr marL="114300" marR="114300" marT="76200" marB="76200" anchor="ctr">
                    <a:lnL w="6668">
                      <a:solidFill>
                        <a:srgbClr val="D8D1C9"/>
                      </a:solidFill>
                      <a:prstDash val="solid"/>
                    </a:lnL>
                    <a:lnR w="6668">
                      <a:solidFill>
                        <a:srgbClr val="D8D1C9"/>
                      </a:solidFill>
                      <a:prstDash val="solid"/>
                    </a:lnR>
                    <a:lnB w="6668">
                      <a:solidFill>
                        <a:srgbClr val="D8D1C9"/>
                      </a:solidFill>
                      <a:prstDash val="solid"/>
                    </a:lnB>
                    <a:solidFill>
                      <a:srgbClr val="FFFFFF"/>
                    </a:solidFill>
                  </a:tcPr>
                </a:tc>
                <a:tc>
                  <a:txBody>
                    <a:bodyPr/>
                    <a:lstStyle/>
                    <a:p>
                      <a:r>
                        <a:rPr sz="1800" b="0">
                          <a:solidFill>
                            <a:srgbClr val="575757"/>
                          </a:solidFill>
                          <a:latin typeface="Microsoft YaHei"/>
                          <a:ea typeface="Microsoft YaHei"/>
                          <a:cs typeface="Microsoft YaHei"/>
                        </a:rPr>
                        <a:t>60</a:t>
                      </a:r>
                    </a:p>
                  </a:txBody>
                  <a:tcPr marL="114300" marR="114300" marT="76200" marB="76200" anchor="ctr">
                    <a:lnR w="6668">
                      <a:solidFill>
                        <a:srgbClr val="D8D1C9"/>
                      </a:solidFill>
                      <a:prstDash val="solid"/>
                    </a:lnR>
                    <a:lnB w="6668">
                      <a:solidFill>
                        <a:srgbClr val="D8D1C9"/>
                      </a:solidFill>
                      <a:prstDash val="solid"/>
                    </a:lnB>
                    <a:solidFill>
                      <a:srgbClr val="FFFFFF"/>
                    </a:solidFill>
                  </a:tcPr>
                </a:tc>
              </a:tr>
              <a:tr h="422275">
                <a:tc>
                  <a:txBody>
                    <a:bodyPr/>
                    <a:lstStyle/>
                    <a:p>
                      <a:r>
                        <a:rPr sz="1800" b="0">
                          <a:solidFill>
                            <a:srgbClr val="575757"/>
                          </a:solidFill>
                          <a:latin typeface="Microsoft YaHei"/>
                          <a:ea typeface="Microsoft YaHei"/>
                          <a:cs typeface="Microsoft YaHei"/>
                        </a:rPr>
                        <a:t>Completed sales and their customers</a:t>
                      </a:r>
                    </a:p>
                  </a:txBody>
                  <a:tcPr marL="114300" marR="114300" marT="76200" marB="76200" anchor="ctr">
                    <a:lnL w="6668">
                      <a:solidFill>
                        <a:srgbClr val="D8D1C9"/>
                      </a:solidFill>
                      <a:prstDash val="solid"/>
                    </a:lnL>
                    <a:lnR w="6668">
                      <a:solidFill>
                        <a:srgbClr val="D8D1C9"/>
                      </a:solidFill>
                      <a:prstDash val="solid"/>
                    </a:lnR>
                    <a:lnB w="6668">
                      <a:solidFill>
                        <a:srgbClr val="D8D1C9"/>
                      </a:solidFill>
                      <a:prstDash val="solid"/>
                    </a:lnB>
                    <a:solidFill>
                      <a:srgbClr val="F7F3EE"/>
                    </a:solidFill>
                  </a:tcPr>
                </a:tc>
                <a:tc>
                  <a:txBody>
                    <a:bodyPr/>
                    <a:lstStyle/>
                    <a:p>
                      <a:r>
                        <a:rPr sz="1800" b="0">
                          <a:solidFill>
                            <a:srgbClr val="575757"/>
                          </a:solidFill>
                          <a:latin typeface="Microsoft YaHei"/>
                          <a:ea typeface="Microsoft YaHei"/>
                          <a:cs typeface="Microsoft YaHei"/>
                        </a:rPr>
                        <a:t>80</a:t>
                      </a:r>
                    </a:p>
                  </a:txBody>
                  <a:tcPr marL="114300" marR="114300" marT="76200" marB="76200" anchor="ctr">
                    <a:lnR w="6668">
                      <a:solidFill>
                        <a:srgbClr val="D8D1C9"/>
                      </a:solidFill>
                      <a:prstDash val="solid"/>
                    </a:lnR>
                    <a:lnB w="6668">
                      <a:solidFill>
                        <a:srgbClr val="D8D1C9"/>
                      </a:solidFill>
                      <a:prstDash val="solid"/>
                    </a:lnB>
                    <a:solidFill>
                      <a:srgbClr val="F7F3EE"/>
                    </a:solidFill>
                  </a:tcPr>
                </a:tc>
              </a:tr>
            </a:tbl>
          </a:graphicData>
        </a:graphic>
      </p:graphicFrame>
      <p:sp>
        <p:nvSpPr>
          <p:cNvPr id="7" name="oracle">
            <a:extLst xmlns:a="http://schemas.openxmlformats.org/drawingml/2006/main">
              <a:ext uri="{FF2B5EF4-FFF2-40B4-BE49-F238E27FC236}">
                <a16:creationId xmlns:a16="http://schemas.microsoft.com/office/drawing/2014/main" id="{0D4AF60F-7C8E-4157-B6E2-CF0A6AD02DFD}"/>
              </a:ext>
            </a:extLst>
          </p:cNvPr>
          <p:cNvSpPr>
            <a:spLocks xmlns:a="http://schemas.openxmlformats.org/drawingml/2006/main" noGrp="1"/>
          </p:cNvSpPr>
          <p:nvPr/>
        </p:nvSpPr>
        <p:spPr>
          <a:xfrm xmlns:a="http://schemas.openxmlformats.org/drawingml/2006/main">
            <a:off x="571500" y="5619750"/>
            <a:ext cx="10858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950" b="1">
                <a:solidFill>
                  <a:srgbClr val="B81C22"/>
                </a:solidFill>
                <a:latin typeface="Microsoft YaHei"/>
                <a:ea typeface="Microsoft YaHei"/>
                <a:cs typeface="Microsoft YaHei"/>
              </a:defRPr>
            </a:defPPr>
            <a:lvl1pPr>
              <a:defRPr sz="1950" b="1">
                <a:solidFill>
                  <a:srgbClr val="B81C22"/>
                </a:solidFill>
                <a:latin typeface="Microsoft YaHei"/>
                <a:ea typeface="Microsoft YaHei"/>
                <a:cs typeface="Microsoft YaHei"/>
              </a:defRPr>
            </a:lvl1pPr>
            <a:lvl2pPr>
              <a:defRPr sz="1950" b="1">
                <a:solidFill>
                  <a:srgbClr val="B81C22"/>
                </a:solidFill>
                <a:latin typeface="Microsoft YaHei"/>
                <a:ea typeface="Microsoft YaHei"/>
                <a:cs typeface="Microsoft YaHei"/>
              </a:defRPr>
            </a:lvl2pPr>
            <a:lvl3pPr>
              <a:defRPr sz="1950" b="1">
                <a:solidFill>
                  <a:srgbClr val="B81C22"/>
                </a:solidFill>
                <a:latin typeface="Microsoft YaHei"/>
                <a:ea typeface="Microsoft YaHei"/>
                <a:cs typeface="Microsoft YaHei"/>
              </a:defRPr>
            </a:lvl3pPr>
            <a:lvl4pPr>
              <a:defRPr sz="1950" b="1">
                <a:solidFill>
                  <a:srgbClr val="B81C22"/>
                </a:solidFill>
                <a:latin typeface="Microsoft YaHei"/>
                <a:ea typeface="Microsoft YaHei"/>
                <a:cs typeface="Microsoft YaHei"/>
              </a:defRPr>
            </a:lvl4pPr>
            <a:lvl5pPr>
              <a:defRPr sz="1950" b="1">
                <a:solidFill>
                  <a:srgbClr val="B81C22"/>
                </a:solidFill>
                <a:latin typeface="Microsoft YaHei"/>
                <a:ea typeface="Microsoft YaHei"/>
                <a:cs typeface="Microsoft YaHei"/>
              </a:defRPr>
            </a:lvl5pPr>
            <a:lvl6pPr>
              <a:defRPr sz="1950" b="1">
                <a:solidFill>
                  <a:srgbClr val="B81C22"/>
                </a:solidFill>
                <a:latin typeface="Microsoft YaHei"/>
                <a:ea typeface="Microsoft YaHei"/>
                <a:cs typeface="Microsoft YaHei"/>
              </a:defRPr>
            </a:lvl6pPr>
            <a:lvl7pPr>
              <a:defRPr sz="1950" b="1">
                <a:solidFill>
                  <a:srgbClr val="B81C22"/>
                </a:solidFill>
                <a:latin typeface="Microsoft YaHei"/>
                <a:ea typeface="Microsoft YaHei"/>
                <a:cs typeface="Microsoft YaHei"/>
              </a:defRPr>
            </a:lvl7pPr>
            <a:lvl8pPr>
              <a:defRPr sz="1950" b="1">
                <a:solidFill>
                  <a:srgbClr val="B81C22"/>
                </a:solidFill>
                <a:latin typeface="Microsoft YaHei"/>
                <a:ea typeface="Microsoft YaHei"/>
                <a:cs typeface="Microsoft YaHei"/>
              </a:defRPr>
            </a:lvl8pPr>
            <a:lvl9pPr>
              <a:defRPr sz="1950" b="1">
                <a:solidFill>
                  <a:srgbClr val="B81C22"/>
                </a:solidFill>
                <a:latin typeface="Microsoft YaHei"/>
                <a:ea typeface="Microsoft YaHei"/>
                <a:cs typeface="Microsoft YaHei"/>
              </a:defRPr>
            </a:lvl9pPr>
          </a:lstStyle>
          <a:p xmlns:a="http://schemas.openxmlformats.org/drawingml/2006/main">
            <a:pPr>
              <a:defRPr sz="1950" b="1">
                <a:solidFill>
                  <a:srgbClr val="B81C22"/>
                </a:solidFill>
                <a:latin typeface="Microsoft YaHei"/>
                <a:ea typeface="Microsoft YaHei"/>
                <a:cs typeface="Microsoft YaHei"/>
              </a:defRPr>
            </a:pPr>
            <a:r>
              <a:rPr sz="1950" b="1">
                <a:solidFill>
                  <a:srgbClr val="B81C22"/>
                </a:solidFill>
                <a:latin typeface="Microsoft YaHei"/>
                <a:ea typeface="Microsoft YaHei"/>
                <a:cs typeface="Microsoft YaHei"/>
              </a:rPr>
              <a:t>Source-defined expectations determine correctness.</a:t>
            </a:r>
          </a:p>
        </p:txBody>
      </p:sp>
      <p:sp>
        <p:nvSpPr>
          <p:cNvPr id="8" name="sources">
            <a:extLst xmlns:a="http://schemas.openxmlformats.org/drawingml/2006/main">
              <a:ext uri="{FF2B5EF4-FFF2-40B4-BE49-F238E27FC236}">
                <a16:creationId xmlns:a16="http://schemas.microsoft.com/office/drawing/2014/main" id="{E214AFE5-14CF-4537-9618-56FABF771EB0}"/>
              </a:ext>
            </a:extLst>
          </p:cNvPr>
          <p:cNvSpPr>
            <a:spLocks xmlns:a="http://schemas.openxmlformats.org/drawingml/2006/main" noGrp="1"/>
          </p:cNvSpPr>
          <p:nvPr/>
        </p:nvSpPr>
        <p:spPr>
          <a:xfrm xmlns:a="http://schemas.openxmlformats.org/drawingml/2006/main">
            <a:off x="571500" y="6019800"/>
            <a:ext cx="10953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125" b="0">
                <a:solidFill>
                  <a:srgbClr val="575757"/>
                </a:solidFill>
                <a:latin typeface="Microsoft YaHei"/>
                <a:ea typeface="Microsoft YaHei"/>
                <a:cs typeface="Microsoft YaHei"/>
              </a:defRPr>
            </a:defPPr>
            <a:lvl1pPr>
              <a:defRPr sz="1125" b="0">
                <a:solidFill>
                  <a:srgbClr val="575757"/>
                </a:solidFill>
                <a:latin typeface="Microsoft YaHei"/>
                <a:ea typeface="Microsoft YaHei"/>
                <a:cs typeface="Microsoft YaHei"/>
              </a:defRPr>
            </a:lvl1pPr>
            <a:lvl2pPr>
              <a:defRPr sz="1125" b="0">
                <a:solidFill>
                  <a:srgbClr val="575757"/>
                </a:solidFill>
                <a:latin typeface="Microsoft YaHei"/>
                <a:ea typeface="Microsoft YaHei"/>
                <a:cs typeface="Microsoft YaHei"/>
              </a:defRPr>
            </a:lvl2pPr>
            <a:lvl3pPr>
              <a:defRPr sz="1125" b="0">
                <a:solidFill>
                  <a:srgbClr val="575757"/>
                </a:solidFill>
                <a:latin typeface="Microsoft YaHei"/>
                <a:ea typeface="Microsoft YaHei"/>
                <a:cs typeface="Microsoft YaHei"/>
              </a:defRPr>
            </a:lvl3pPr>
            <a:lvl4pPr>
              <a:defRPr sz="1125" b="0">
                <a:solidFill>
                  <a:srgbClr val="575757"/>
                </a:solidFill>
                <a:latin typeface="Microsoft YaHei"/>
                <a:ea typeface="Microsoft YaHei"/>
                <a:cs typeface="Microsoft YaHei"/>
              </a:defRPr>
            </a:lvl4pPr>
            <a:lvl5pPr>
              <a:defRPr sz="1125" b="0">
                <a:solidFill>
                  <a:srgbClr val="575757"/>
                </a:solidFill>
                <a:latin typeface="Microsoft YaHei"/>
                <a:ea typeface="Microsoft YaHei"/>
                <a:cs typeface="Microsoft YaHei"/>
              </a:defRPr>
            </a:lvl5pPr>
            <a:lvl6pPr>
              <a:defRPr sz="1125" b="0">
                <a:solidFill>
                  <a:srgbClr val="575757"/>
                </a:solidFill>
                <a:latin typeface="Microsoft YaHei"/>
                <a:ea typeface="Microsoft YaHei"/>
                <a:cs typeface="Microsoft YaHei"/>
              </a:defRPr>
            </a:lvl6pPr>
            <a:lvl7pPr>
              <a:defRPr sz="1125" b="0">
                <a:solidFill>
                  <a:srgbClr val="575757"/>
                </a:solidFill>
                <a:latin typeface="Microsoft YaHei"/>
                <a:ea typeface="Microsoft YaHei"/>
                <a:cs typeface="Microsoft YaHei"/>
              </a:defRPr>
            </a:lvl7pPr>
            <a:lvl8pPr>
              <a:defRPr sz="1125" b="0">
                <a:solidFill>
                  <a:srgbClr val="575757"/>
                </a:solidFill>
                <a:latin typeface="Microsoft YaHei"/>
                <a:ea typeface="Microsoft YaHei"/>
                <a:cs typeface="Microsoft YaHei"/>
              </a:defRPr>
            </a:lvl8pPr>
            <a:lvl9pPr>
              <a:defRPr sz="1125" b="0">
                <a:solidFill>
                  <a:srgbClr val="575757"/>
                </a:solidFill>
                <a:latin typeface="Microsoft YaHei"/>
                <a:ea typeface="Microsoft YaHei"/>
                <a:cs typeface="Microsoft YaHei"/>
              </a:defRPr>
            </a:lvl9pPr>
          </a:lstStyle>
          <a:p xmlns:a="http://schemas.openxmlformats.org/drawingml/2006/main">
            <a:pPr>
              <a:defRPr sz="1125" b="0">
                <a:solidFill>
                  <a:srgbClr val="575757"/>
                </a:solidFill>
                <a:latin typeface="Microsoft YaHei"/>
                <a:ea typeface="Microsoft YaHei"/>
                <a:cs typeface="Microsoft YaHei"/>
              </a:defRPr>
            </a:pPr>
            <a:r>
              <a:rPr sz="1125" b="0">
                <a:solidFill>
                  <a:srgbClr val="575757"/>
                </a:solidFill>
                <a:latin typeface="Microsoft YaHei"/>
                <a:ea typeface="Microsoft YaHei"/>
                <a:cs typeface="Microsoft YaHei"/>
              </a:rPr>
              <a:t>SQLDriller; TS-SQL; QueryProof v1</a:t>
            </a:r>
          </a:p>
        </p:txBody>
      </p:sp>
    </p:spTree>
    <p:extLst>
      <p:ext uri="{BB962C8B-B14F-4D97-AF65-F5344CB8AC3E}">
        <p14:creationId xmlns:p14="http://schemas.microsoft.com/office/powerpoint/2010/main" val="910577282"/>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E547F508-C267-4F51-81A9-677A24AAAAB8}"/>
              </a:ext>
            </a:extLst>
          </p:cNvPr>
          <p:cNvSpPr>
            <a:spLocks xmlns:a="http://schemas.openxmlformats.org/drawingml/2006/main" noGrp="1"/>
          </p:cNvSpPr>
          <p:nvPr>
            <p:ph type="title" idx="0"/>
          </p:nvPr>
        </p:nvSpPr>
        <p:spPr>
          <a:xfrm xmlns:a="http://schemas.openxmlformats.org/drawingml/2006/main">
            <a:off x="474821" y="998125"/>
            <a:ext cx="11239500" cy="704850"/>
          </a:xfrm>
        </p:spPr>
        <p:txBody>
          <a:bodyPr xmlns:a="http://schemas.openxmlformats.org/drawingml/2006/main" lIns="0" tIns="0" rIns="0" bIns="0">
            <a:normAutofit fontScale="100000"/>
          </a:bodyPr>
          <a:lstStyle xmlns:a="http://schemas.openxmlformats.org/drawingml/2006/main">
            <a:defPPr>
              <a:defRPr sz="3960">
                <a:solidFill>
                  <a:srgbClr val="B81C22"/>
                </a:solidFill>
                <a:latin typeface="Microsoft YaHei"/>
                <a:ea typeface="Microsoft YaHei"/>
                <a:cs typeface="Microsoft YaHei"/>
              </a:defRPr>
            </a:defPPr>
            <a:lvl1pPr>
              <a:defRPr sz="3960">
                <a:solidFill>
                  <a:srgbClr val="B81C22"/>
                </a:solidFill>
                <a:latin typeface="Microsoft YaHei"/>
                <a:ea typeface="Microsoft YaHei"/>
                <a:cs typeface="Microsoft YaHei"/>
              </a:defRPr>
            </a:lvl1pPr>
            <a:lvl2pPr>
              <a:defRPr sz="3960">
                <a:solidFill>
                  <a:srgbClr val="B81C22"/>
                </a:solidFill>
                <a:latin typeface="Microsoft YaHei"/>
                <a:ea typeface="Microsoft YaHei"/>
                <a:cs typeface="Microsoft YaHei"/>
              </a:defRPr>
            </a:lvl2pPr>
            <a:lvl3pPr>
              <a:defRPr sz="3960">
                <a:solidFill>
                  <a:srgbClr val="B81C22"/>
                </a:solidFill>
                <a:latin typeface="Microsoft YaHei"/>
                <a:ea typeface="Microsoft YaHei"/>
                <a:cs typeface="Microsoft YaHei"/>
              </a:defRPr>
            </a:lvl3pPr>
            <a:lvl4pPr>
              <a:defRPr sz="3960">
                <a:solidFill>
                  <a:srgbClr val="B81C22"/>
                </a:solidFill>
                <a:latin typeface="Microsoft YaHei"/>
                <a:ea typeface="Microsoft YaHei"/>
                <a:cs typeface="Microsoft YaHei"/>
              </a:defRPr>
            </a:lvl4pPr>
            <a:lvl5pPr>
              <a:defRPr sz="3960">
                <a:solidFill>
                  <a:srgbClr val="B81C22"/>
                </a:solidFill>
                <a:latin typeface="Microsoft YaHei"/>
                <a:ea typeface="Microsoft YaHei"/>
                <a:cs typeface="Microsoft YaHei"/>
              </a:defRPr>
            </a:lvl5pPr>
            <a:lvl6pPr>
              <a:defRPr sz="3960">
                <a:solidFill>
                  <a:srgbClr val="B81C22"/>
                </a:solidFill>
                <a:latin typeface="Microsoft YaHei"/>
                <a:ea typeface="Microsoft YaHei"/>
                <a:cs typeface="Microsoft YaHei"/>
              </a:defRPr>
            </a:lvl6pPr>
            <a:lvl7pPr>
              <a:defRPr sz="3960">
                <a:solidFill>
                  <a:srgbClr val="B81C22"/>
                </a:solidFill>
                <a:latin typeface="Microsoft YaHei"/>
                <a:ea typeface="Microsoft YaHei"/>
                <a:cs typeface="Microsoft YaHei"/>
              </a:defRPr>
            </a:lvl7pPr>
            <a:lvl8pPr>
              <a:defRPr sz="3960">
                <a:solidFill>
                  <a:srgbClr val="B81C22"/>
                </a:solidFill>
                <a:latin typeface="Microsoft YaHei"/>
                <a:ea typeface="Microsoft YaHei"/>
                <a:cs typeface="Microsoft YaHei"/>
              </a:defRPr>
            </a:lvl8pPr>
            <a:lvl9pPr>
              <a:defRPr sz="3960">
                <a:solidFill>
                  <a:srgbClr val="B81C22"/>
                </a:solidFill>
                <a:latin typeface="Microsoft YaHei"/>
                <a:ea typeface="Microsoft YaHei"/>
                <a:cs typeface="Microsoft YaHei"/>
              </a:defRPr>
            </a:lvl9pPr>
          </a:lstStyle>
          <a:p xmlns:a="http://schemas.openxmlformats.org/drawingml/2006/main">
            <a:pPr>
              <a:defRPr sz="3960">
                <a:solidFill>
                  <a:srgbClr val="B81C22"/>
                </a:solidFill>
                <a:latin typeface="Microsoft YaHei"/>
                <a:ea typeface="Microsoft YaHei"/>
                <a:cs typeface="Microsoft YaHei"/>
              </a:defRPr>
            </a:pPr>
            <a:r>
              <a:rPr sz="3960">
                <a:solidFill>
                  <a:srgbClr val="B81C22"/>
                </a:solidFill>
                <a:latin typeface="Microsoft YaHei"/>
                <a:ea typeface="Microsoft YaHei"/>
                <a:cs typeface="Microsoft YaHei"/>
              </a:rPr>
              <a:t>Research Plan &amp; Method</a:t>
            </a:r>
            <a:endParaRPr/>
          </a:p>
        </p:txBody>
      </p:sp>
      <p:sp>
        <p:nvSpPr>
          <p:cNvPr id="3" name="content-heading">
            <a:extLst xmlns:a="http://schemas.openxmlformats.org/drawingml/2006/main">
              <a:ext uri="{FF2B5EF4-FFF2-40B4-BE49-F238E27FC236}">
                <a16:creationId xmlns:a16="http://schemas.microsoft.com/office/drawing/2014/main" id="{5F363A07-573D-46F6-AC61-8785A584FF21}"/>
              </a:ext>
            </a:extLst>
          </p:cNvPr>
          <p:cNvSpPr>
            <a:spLocks xmlns:a="http://schemas.openxmlformats.org/drawingml/2006/main" noGrp="1"/>
          </p:cNvSpPr>
          <p:nvPr/>
        </p:nvSpPr>
        <p:spPr>
          <a:xfrm xmlns:a="http://schemas.openxmlformats.org/drawingml/2006/main">
            <a:off x="571500" y="1838325"/>
            <a:ext cx="1095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325" b="1">
                <a:solidFill>
                  <a:srgbClr val="303030"/>
                </a:solidFill>
                <a:latin typeface="Microsoft YaHei"/>
                <a:ea typeface="Microsoft YaHei"/>
                <a:cs typeface="Microsoft YaHei"/>
              </a:defRPr>
            </a:defPPr>
            <a:lvl1pPr>
              <a:defRPr sz="2325" b="1">
                <a:solidFill>
                  <a:srgbClr val="303030"/>
                </a:solidFill>
                <a:latin typeface="Microsoft YaHei"/>
                <a:ea typeface="Microsoft YaHei"/>
                <a:cs typeface="Microsoft YaHei"/>
              </a:defRPr>
            </a:lvl1pPr>
            <a:lvl2pPr>
              <a:defRPr sz="2325" b="1">
                <a:solidFill>
                  <a:srgbClr val="303030"/>
                </a:solidFill>
                <a:latin typeface="Microsoft YaHei"/>
                <a:ea typeface="Microsoft YaHei"/>
                <a:cs typeface="Microsoft YaHei"/>
              </a:defRPr>
            </a:lvl2pPr>
            <a:lvl3pPr>
              <a:defRPr sz="2325" b="1">
                <a:solidFill>
                  <a:srgbClr val="303030"/>
                </a:solidFill>
                <a:latin typeface="Microsoft YaHei"/>
                <a:ea typeface="Microsoft YaHei"/>
                <a:cs typeface="Microsoft YaHei"/>
              </a:defRPr>
            </a:lvl3pPr>
            <a:lvl4pPr>
              <a:defRPr sz="2325" b="1">
                <a:solidFill>
                  <a:srgbClr val="303030"/>
                </a:solidFill>
                <a:latin typeface="Microsoft YaHei"/>
                <a:ea typeface="Microsoft YaHei"/>
                <a:cs typeface="Microsoft YaHei"/>
              </a:defRPr>
            </a:lvl4pPr>
            <a:lvl5pPr>
              <a:defRPr sz="2325" b="1">
                <a:solidFill>
                  <a:srgbClr val="303030"/>
                </a:solidFill>
                <a:latin typeface="Microsoft YaHei"/>
                <a:ea typeface="Microsoft YaHei"/>
                <a:cs typeface="Microsoft YaHei"/>
              </a:defRPr>
            </a:lvl5pPr>
            <a:lvl6pPr>
              <a:defRPr sz="2325" b="1">
                <a:solidFill>
                  <a:srgbClr val="303030"/>
                </a:solidFill>
                <a:latin typeface="Microsoft YaHei"/>
                <a:ea typeface="Microsoft YaHei"/>
                <a:cs typeface="Microsoft YaHei"/>
              </a:defRPr>
            </a:lvl6pPr>
            <a:lvl7pPr>
              <a:defRPr sz="2325" b="1">
                <a:solidFill>
                  <a:srgbClr val="303030"/>
                </a:solidFill>
                <a:latin typeface="Microsoft YaHei"/>
                <a:ea typeface="Microsoft YaHei"/>
                <a:cs typeface="Microsoft YaHei"/>
              </a:defRPr>
            </a:lvl7pPr>
            <a:lvl8pPr>
              <a:defRPr sz="2325" b="1">
                <a:solidFill>
                  <a:srgbClr val="303030"/>
                </a:solidFill>
                <a:latin typeface="Microsoft YaHei"/>
                <a:ea typeface="Microsoft YaHei"/>
                <a:cs typeface="Microsoft YaHei"/>
              </a:defRPr>
            </a:lvl8pPr>
            <a:lvl9pPr>
              <a:defRPr sz="2325" b="1">
                <a:solidFill>
                  <a:srgbClr val="303030"/>
                </a:solidFill>
                <a:latin typeface="Microsoft YaHei"/>
                <a:ea typeface="Microsoft YaHei"/>
                <a:cs typeface="Microsoft YaHei"/>
              </a:defRPr>
            </a:lvl9pPr>
          </a:lstStyle>
          <a:p xmlns:a="http://schemas.openxmlformats.org/drawingml/2006/main">
            <a:pPr>
              <a:defRPr sz="2325" b="1">
                <a:solidFill>
                  <a:srgbClr val="303030"/>
                </a:solidFill>
                <a:latin typeface="Microsoft YaHei"/>
                <a:ea typeface="Microsoft YaHei"/>
                <a:cs typeface="Microsoft YaHei"/>
              </a:defRPr>
            </a:pPr>
            <a:r>
              <a:rPr sz="2325" b="1">
                <a:solidFill>
                  <a:srgbClr val="303030"/>
                </a:solidFill>
                <a:latin typeface="Microsoft YaHei"/>
                <a:ea typeface="Microsoft YaHei"/>
                <a:cs typeface="Microsoft YaHei"/>
              </a:rPr>
              <a:t>Controlled Experiment and Evaluation</a:t>
            </a:r>
          </a:p>
        </p:txBody>
      </p:sp>
      <p:sp>
        <p:nvSpPr>
          <p:cNvPr id="4" name="page">
            <a:extLst xmlns:a="http://schemas.openxmlformats.org/drawingml/2006/main">
              <a:ext uri="{FF2B5EF4-FFF2-40B4-BE49-F238E27FC236}">
                <a16:creationId xmlns:a16="http://schemas.microsoft.com/office/drawing/2014/main" id="{A2367006-9042-458C-8582-5B7E780049FA}"/>
              </a:ext>
            </a:extLst>
          </p:cNvPr>
          <p:cNvSpPr>
            <a:spLocks xmlns:a="http://schemas.openxmlformats.org/drawingml/2006/main" noGrp="1"/>
          </p:cNvSpPr>
          <p:nvPr/>
        </p:nvSpPr>
        <p:spPr>
          <a:xfrm xmlns:a="http://schemas.openxmlformats.org/drawingml/2006/main">
            <a:off x="10763250" y="6343650"/>
            <a:ext cx="95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0">
                <a:solidFill>
                  <a:srgbClr val="575757"/>
                </a:solidFill>
                <a:latin typeface="Microsoft YaHei"/>
                <a:ea typeface="Microsoft YaHei"/>
                <a:cs typeface="Microsoft YaHei"/>
              </a:defRPr>
            </a:defPPr>
            <a:lvl1pPr>
              <a:defRPr sz="1200" b="0">
                <a:solidFill>
                  <a:srgbClr val="575757"/>
                </a:solidFill>
                <a:latin typeface="Microsoft YaHei"/>
                <a:ea typeface="Microsoft YaHei"/>
                <a:cs typeface="Microsoft YaHei"/>
              </a:defRPr>
            </a:lvl1pPr>
            <a:lvl2pPr>
              <a:defRPr sz="1200" b="0">
                <a:solidFill>
                  <a:srgbClr val="575757"/>
                </a:solidFill>
                <a:latin typeface="Microsoft YaHei"/>
                <a:ea typeface="Microsoft YaHei"/>
                <a:cs typeface="Microsoft YaHei"/>
              </a:defRPr>
            </a:lvl2pPr>
            <a:lvl3pPr>
              <a:defRPr sz="1200" b="0">
                <a:solidFill>
                  <a:srgbClr val="575757"/>
                </a:solidFill>
                <a:latin typeface="Microsoft YaHei"/>
                <a:ea typeface="Microsoft YaHei"/>
                <a:cs typeface="Microsoft YaHei"/>
              </a:defRPr>
            </a:lvl3pPr>
            <a:lvl4pPr>
              <a:defRPr sz="1200" b="0">
                <a:solidFill>
                  <a:srgbClr val="575757"/>
                </a:solidFill>
                <a:latin typeface="Microsoft YaHei"/>
                <a:ea typeface="Microsoft YaHei"/>
                <a:cs typeface="Microsoft YaHei"/>
              </a:defRPr>
            </a:lvl4pPr>
            <a:lvl5pPr>
              <a:defRPr sz="1200" b="0">
                <a:solidFill>
                  <a:srgbClr val="575757"/>
                </a:solidFill>
                <a:latin typeface="Microsoft YaHei"/>
                <a:ea typeface="Microsoft YaHei"/>
                <a:cs typeface="Microsoft YaHei"/>
              </a:defRPr>
            </a:lvl5pPr>
            <a:lvl6pPr>
              <a:defRPr sz="1200" b="0">
                <a:solidFill>
                  <a:srgbClr val="575757"/>
                </a:solidFill>
                <a:latin typeface="Microsoft YaHei"/>
                <a:ea typeface="Microsoft YaHei"/>
                <a:cs typeface="Microsoft YaHei"/>
              </a:defRPr>
            </a:lvl6pPr>
            <a:lvl7pPr>
              <a:defRPr sz="1200" b="0">
                <a:solidFill>
                  <a:srgbClr val="575757"/>
                </a:solidFill>
                <a:latin typeface="Microsoft YaHei"/>
                <a:ea typeface="Microsoft YaHei"/>
                <a:cs typeface="Microsoft YaHei"/>
              </a:defRPr>
            </a:lvl7pPr>
            <a:lvl8pPr>
              <a:defRPr sz="1200" b="0">
                <a:solidFill>
                  <a:srgbClr val="575757"/>
                </a:solidFill>
                <a:latin typeface="Microsoft YaHei"/>
                <a:ea typeface="Microsoft YaHei"/>
                <a:cs typeface="Microsoft YaHei"/>
              </a:defRPr>
            </a:lvl8pPr>
            <a:lvl9pPr>
              <a:defRPr sz="1200" b="0">
                <a:solidFill>
                  <a:srgbClr val="575757"/>
                </a:solidFill>
                <a:latin typeface="Microsoft YaHei"/>
                <a:ea typeface="Microsoft YaHei"/>
                <a:cs typeface="Microsoft YaHei"/>
              </a:defRPr>
            </a:lvl9pPr>
          </a:lstStyle>
          <a:p xmlns:a="http://schemas.openxmlformats.org/drawingml/2006/main">
            <a:pPr>
              <a:defRPr sz="1200" b="0">
                <a:solidFill>
                  <a:srgbClr val="575757"/>
                </a:solidFill>
                <a:latin typeface="Microsoft YaHei"/>
                <a:ea typeface="Microsoft YaHei"/>
                <a:cs typeface="Microsoft YaHei"/>
              </a:defRPr>
            </a:pPr>
            <a:r>
              <a:rPr sz="1200" b="0">
                <a:solidFill>
                  <a:srgbClr val="575757"/>
                </a:solidFill>
                <a:latin typeface="Microsoft YaHei"/>
                <a:ea typeface="Microsoft YaHei"/>
                <a:cs typeface="Microsoft YaHei"/>
              </a:rPr>
              <a:t>10 / 13</a:t>
            </a:r>
          </a:p>
        </p:txBody>
      </p:sp>
      <p:graphicFrame>
        <p:nvGraphicFramePr>
          <p:cNvPr id="5" name="">
            <a:extLst xmlns:a="http://schemas.openxmlformats.org/drawingml/2006/main">
              <a:ext uri="{FF2B5EF4-FFF2-40B4-BE49-F238E27FC236}">
                <a16:creationId xmlns:a16="http://schemas.microsoft.com/office/drawing/2014/main" id="{F4615452-F132-4C74-9B6D-8EE1F6545F07}"/>
              </a:ext>
            </a:extLst>
          </p:cNvPr>
          <p:cNvGraphicFramePr/>
          <p:nvPr/>
        </p:nvGraphicFramePr>
        <p:xfrm>
          <a:off xmlns:a="http://schemas.openxmlformats.org/drawingml/2006/main" x="571500" y="2447925"/>
          <a:ext xmlns:a="http://schemas.openxmlformats.org/drawingml/2006/main" cx="10953750" cy="2152650"/>
        </p:xfrm>
        <a:graphic xmlns:a="http://schemas.openxmlformats.org/drawingml/2006/main">
          <a:graphicData uri="http://schemas.openxmlformats.org/drawingml/2006/table">
            <a:tbl>
              <a:tblPr/>
              <a:tblGrid>
                <a:gridCol w="6572250"/>
                <a:gridCol w="2095500"/>
                <a:gridCol w="2286000"/>
              </a:tblGrid>
              <a:tr h="430530">
                <a:tc>
                  <a:txBody>
                    <a:bodyPr/>
                    <a:lstStyle/>
                    <a:p>
                      <a:r>
                        <a:rPr sz="1725" b="1">
                          <a:solidFill>
                            <a:srgbClr val="FFFFFF"/>
                          </a:solidFill>
                          <a:latin typeface="Microsoft YaHei"/>
                          <a:ea typeface="Microsoft YaHei"/>
                          <a:cs typeface="Microsoft YaHei"/>
                        </a:rPr>
                        <a:t>Condition</a:t>
                      </a:r>
                    </a:p>
                  </a:txBody>
                  <a:tcPr marL="114300" marR="114300" marT="76200" marB="76200" anchor="ctr">
                    <a:lnL w="6668">
                      <a:solidFill>
                        <a:srgbClr val="D8D1C9"/>
                      </a:solidFill>
                      <a:prstDash val="solid"/>
                    </a:lnL>
                    <a:lnR w="6668">
                      <a:solidFill>
                        <a:srgbClr val="D8D1C9"/>
                      </a:solidFill>
                      <a:prstDash val="solid"/>
                    </a:lnR>
                    <a:lnT w="6668">
                      <a:solidFill>
                        <a:srgbClr val="D8D1C9"/>
                      </a:solidFill>
                      <a:prstDash val="solid"/>
                    </a:lnT>
                    <a:lnB w="6668">
                      <a:solidFill>
                        <a:srgbClr val="D8D1C9"/>
                      </a:solidFill>
                      <a:prstDash val="solid"/>
                    </a:lnB>
                    <a:solidFill>
                      <a:srgbClr val="B81C22"/>
                    </a:solidFill>
                  </a:tcPr>
                </a:tc>
                <a:tc>
                  <a:txBody>
                    <a:bodyPr/>
                    <a:lstStyle/>
                    <a:p>
                      <a:r>
                        <a:rPr sz="1725" b="1">
                          <a:solidFill>
                            <a:srgbClr val="FFFFFF"/>
                          </a:solidFill>
                          <a:latin typeface="Microsoft YaHei"/>
                          <a:ea typeface="Microsoft YaHei"/>
                          <a:cs typeface="Microsoft YaHei"/>
                        </a:rPr>
                        <a:t>Experience check</a:t>
                      </a:r>
                    </a:p>
                  </a:txBody>
                  <a:tcPr marL="114300" marR="114300" marT="76200" marB="76200" anchor="ctr">
                    <a:lnR w="6668">
                      <a:solidFill>
                        <a:srgbClr val="D8D1C9"/>
                      </a:solidFill>
                      <a:prstDash val="solid"/>
                    </a:lnR>
                    <a:lnT w="6668">
                      <a:solidFill>
                        <a:srgbClr val="D8D1C9"/>
                      </a:solidFill>
                      <a:prstDash val="solid"/>
                    </a:lnT>
                    <a:lnB w="6668">
                      <a:solidFill>
                        <a:srgbClr val="D8D1C9"/>
                      </a:solidFill>
                      <a:prstDash val="solid"/>
                    </a:lnB>
                    <a:solidFill>
                      <a:srgbClr val="B81C22"/>
                    </a:solidFill>
                  </a:tcPr>
                </a:tc>
                <a:tc>
                  <a:txBody>
                    <a:bodyPr/>
                    <a:lstStyle/>
                    <a:p>
                      <a:r>
                        <a:rPr sz="1725" b="1">
                          <a:solidFill>
                            <a:srgbClr val="FFFFFF"/>
                          </a:solidFill>
                          <a:latin typeface="Microsoft YaHei"/>
                          <a:ea typeface="Microsoft YaHei"/>
                          <a:cs typeface="Microsoft YaHei"/>
                        </a:rPr>
                        <a:t>Counterexample review</a:t>
                      </a:r>
                    </a:p>
                  </a:txBody>
                  <a:tcPr marL="114300" marR="114300" marT="76200" marB="76200" anchor="ctr">
                    <a:lnR w="6668">
                      <a:solidFill>
                        <a:srgbClr val="D8D1C9"/>
                      </a:solidFill>
                      <a:prstDash val="solid"/>
                    </a:lnR>
                    <a:lnT w="6668">
                      <a:solidFill>
                        <a:srgbClr val="D8D1C9"/>
                      </a:solidFill>
                      <a:prstDash val="solid"/>
                    </a:lnT>
                    <a:lnB w="6668">
                      <a:solidFill>
                        <a:srgbClr val="D8D1C9"/>
                      </a:solidFill>
                      <a:prstDash val="solid"/>
                    </a:lnB>
                    <a:solidFill>
                      <a:srgbClr val="B81C22"/>
                    </a:solidFill>
                  </a:tcPr>
                </a:tc>
              </a:tr>
              <a:tr h="430530">
                <a:tc>
                  <a:txBody>
                    <a:bodyPr/>
                    <a:lstStyle/>
                    <a:p>
                      <a:r>
                        <a:rPr sz="1725" b="0">
                          <a:solidFill>
                            <a:srgbClr val="575757"/>
                          </a:solidFill>
                          <a:latin typeface="Microsoft YaHei"/>
                          <a:ea typeface="Microsoft YaHei"/>
                          <a:cs typeface="Microsoft YaHei"/>
                        </a:rPr>
                        <a:t>Baseline</a:t>
                      </a:r>
                    </a:p>
                  </a:txBody>
                  <a:tcPr marL="114300" marR="114300" marT="76200" marB="76200" anchor="ctr">
                    <a:lnL w="6668">
                      <a:solidFill>
                        <a:srgbClr val="D8D1C9"/>
                      </a:solidFill>
                      <a:prstDash val="solid"/>
                    </a:lnL>
                    <a:lnR w="6668">
                      <a:solidFill>
                        <a:srgbClr val="D8D1C9"/>
                      </a:solidFill>
                      <a:prstDash val="solid"/>
                    </a:lnR>
                    <a:lnB w="6668">
                      <a:solidFill>
                        <a:srgbClr val="D8D1C9"/>
                      </a:solidFill>
                      <a:prstDash val="solid"/>
                    </a:lnB>
                    <a:solidFill>
                      <a:srgbClr val="FFFFFF"/>
                    </a:solidFill>
                  </a:tcPr>
                </a:tc>
                <a:tc>
                  <a:txBody>
                    <a:bodyPr/>
                    <a:lstStyle/>
                    <a:p>
                      <a:r>
                        <a:rPr sz="1725" b="0">
                          <a:solidFill>
                            <a:srgbClr val="575757"/>
                          </a:solidFill>
                          <a:latin typeface="Microsoft YaHei"/>
                          <a:ea typeface="Microsoft YaHei"/>
                          <a:cs typeface="Microsoft YaHei"/>
                        </a:rPr>
                        <a:t>Off</a:t>
                      </a:r>
                    </a:p>
                  </a:txBody>
                  <a:tcPr marL="114300" marR="114300" marT="76200" marB="76200" anchor="ctr">
                    <a:lnR w="6668">
                      <a:solidFill>
                        <a:srgbClr val="D8D1C9"/>
                      </a:solidFill>
                      <a:prstDash val="solid"/>
                    </a:lnR>
                    <a:lnB w="6668">
                      <a:solidFill>
                        <a:srgbClr val="D8D1C9"/>
                      </a:solidFill>
                      <a:prstDash val="solid"/>
                    </a:lnB>
                    <a:solidFill>
                      <a:srgbClr val="FFFFFF"/>
                    </a:solidFill>
                  </a:tcPr>
                </a:tc>
                <a:tc>
                  <a:txBody>
                    <a:bodyPr/>
                    <a:lstStyle/>
                    <a:p>
                      <a:r>
                        <a:rPr sz="1725" b="0">
                          <a:solidFill>
                            <a:srgbClr val="575757"/>
                          </a:solidFill>
                          <a:latin typeface="Microsoft YaHei"/>
                          <a:ea typeface="Microsoft YaHei"/>
                          <a:cs typeface="Microsoft YaHei"/>
                        </a:rPr>
                        <a:t>Off</a:t>
                      </a:r>
                    </a:p>
                  </a:txBody>
                  <a:tcPr marL="114300" marR="114300" marT="76200" marB="76200" anchor="ctr">
                    <a:lnR w="6668">
                      <a:solidFill>
                        <a:srgbClr val="D8D1C9"/>
                      </a:solidFill>
                      <a:prstDash val="solid"/>
                    </a:lnR>
                    <a:lnB w="6668">
                      <a:solidFill>
                        <a:srgbClr val="D8D1C9"/>
                      </a:solidFill>
                      <a:prstDash val="solid"/>
                    </a:lnB>
                    <a:solidFill>
                      <a:srgbClr val="FFFFFF"/>
                    </a:solidFill>
                  </a:tcPr>
                </a:tc>
              </a:tr>
              <a:tr h="430530">
                <a:tc>
                  <a:txBody>
                    <a:bodyPr/>
                    <a:lstStyle/>
                    <a:p>
                      <a:r>
                        <a:rPr sz="1725" b="0">
                          <a:solidFill>
                            <a:srgbClr val="575757"/>
                          </a:solidFill>
                          <a:latin typeface="Microsoft YaHei"/>
                          <a:ea typeface="Microsoft YaHei"/>
                          <a:cs typeface="Microsoft YaHei"/>
                        </a:rPr>
                        <a:t>Evidence-checked experience reuse</a:t>
                      </a:r>
                    </a:p>
                  </a:txBody>
                  <a:tcPr marL="114300" marR="114300" marT="76200" marB="76200" anchor="ctr">
                    <a:lnL w="6668">
                      <a:solidFill>
                        <a:srgbClr val="D8D1C9"/>
                      </a:solidFill>
                      <a:prstDash val="solid"/>
                    </a:lnL>
                    <a:lnR w="6668">
                      <a:solidFill>
                        <a:srgbClr val="D8D1C9"/>
                      </a:solidFill>
                      <a:prstDash val="solid"/>
                    </a:lnR>
                    <a:lnB w="6668">
                      <a:solidFill>
                        <a:srgbClr val="D8D1C9"/>
                      </a:solidFill>
                      <a:prstDash val="solid"/>
                    </a:lnB>
                    <a:solidFill>
                      <a:srgbClr val="F7F3EE"/>
                    </a:solidFill>
                  </a:tcPr>
                </a:tc>
                <a:tc>
                  <a:txBody>
                    <a:bodyPr/>
                    <a:lstStyle/>
                    <a:p>
                      <a:r>
                        <a:rPr sz="1725" b="0">
                          <a:solidFill>
                            <a:srgbClr val="575757"/>
                          </a:solidFill>
                          <a:latin typeface="Microsoft YaHei"/>
                          <a:ea typeface="Microsoft YaHei"/>
                          <a:cs typeface="Microsoft YaHei"/>
                        </a:rPr>
                        <a:t>On</a:t>
                      </a:r>
                    </a:p>
                  </a:txBody>
                  <a:tcPr marL="114300" marR="114300" marT="76200" marB="76200" anchor="ctr">
                    <a:lnR w="6668">
                      <a:solidFill>
                        <a:srgbClr val="D8D1C9"/>
                      </a:solidFill>
                      <a:prstDash val="solid"/>
                    </a:lnR>
                    <a:lnB w="6668">
                      <a:solidFill>
                        <a:srgbClr val="D8D1C9"/>
                      </a:solidFill>
                      <a:prstDash val="solid"/>
                    </a:lnB>
                    <a:solidFill>
                      <a:srgbClr val="F7F3EE"/>
                    </a:solidFill>
                  </a:tcPr>
                </a:tc>
                <a:tc>
                  <a:txBody>
                    <a:bodyPr/>
                    <a:lstStyle/>
                    <a:p>
                      <a:r>
                        <a:rPr sz="1725" b="0">
                          <a:solidFill>
                            <a:srgbClr val="575757"/>
                          </a:solidFill>
                          <a:latin typeface="Microsoft YaHei"/>
                          <a:ea typeface="Microsoft YaHei"/>
                          <a:cs typeface="Microsoft YaHei"/>
                        </a:rPr>
                        <a:t>Off</a:t>
                      </a:r>
                    </a:p>
                  </a:txBody>
                  <a:tcPr marL="114300" marR="114300" marT="76200" marB="76200" anchor="ctr">
                    <a:lnR w="6668">
                      <a:solidFill>
                        <a:srgbClr val="D8D1C9"/>
                      </a:solidFill>
                      <a:prstDash val="solid"/>
                    </a:lnR>
                    <a:lnB w="6668">
                      <a:solidFill>
                        <a:srgbClr val="D8D1C9"/>
                      </a:solidFill>
                      <a:prstDash val="solid"/>
                    </a:lnB>
                    <a:solidFill>
                      <a:srgbClr val="F7F3EE"/>
                    </a:solidFill>
                  </a:tcPr>
                </a:tc>
              </a:tr>
              <a:tr h="430530">
                <a:tc>
                  <a:txBody>
                    <a:bodyPr/>
                    <a:lstStyle/>
                    <a:p>
                      <a:r>
                        <a:rPr sz="1725" b="0">
                          <a:solidFill>
                            <a:srgbClr val="575757"/>
                          </a:solidFill>
                          <a:latin typeface="Microsoft YaHei"/>
                          <a:ea typeface="Microsoft YaHei"/>
                          <a:cs typeface="Microsoft YaHei"/>
                        </a:rPr>
                        <a:t>Source-grounded counterexample review</a:t>
                      </a:r>
                    </a:p>
                  </a:txBody>
                  <a:tcPr marL="114300" marR="114300" marT="76200" marB="76200" anchor="ctr">
                    <a:lnL w="6668">
                      <a:solidFill>
                        <a:srgbClr val="D8D1C9"/>
                      </a:solidFill>
                      <a:prstDash val="solid"/>
                    </a:lnL>
                    <a:lnR w="6668">
                      <a:solidFill>
                        <a:srgbClr val="D8D1C9"/>
                      </a:solidFill>
                      <a:prstDash val="solid"/>
                    </a:lnR>
                    <a:lnB w="6668">
                      <a:solidFill>
                        <a:srgbClr val="D8D1C9"/>
                      </a:solidFill>
                      <a:prstDash val="solid"/>
                    </a:lnB>
                    <a:solidFill>
                      <a:srgbClr val="FFFFFF"/>
                    </a:solidFill>
                  </a:tcPr>
                </a:tc>
                <a:tc>
                  <a:txBody>
                    <a:bodyPr/>
                    <a:lstStyle/>
                    <a:p>
                      <a:r>
                        <a:rPr sz="1725" b="0">
                          <a:solidFill>
                            <a:srgbClr val="575757"/>
                          </a:solidFill>
                          <a:latin typeface="Microsoft YaHei"/>
                          <a:ea typeface="Microsoft YaHei"/>
                          <a:cs typeface="Microsoft YaHei"/>
                        </a:rPr>
                        <a:t>Off</a:t>
                      </a:r>
                    </a:p>
                  </a:txBody>
                  <a:tcPr marL="114300" marR="114300" marT="76200" marB="76200" anchor="ctr">
                    <a:lnR w="6668">
                      <a:solidFill>
                        <a:srgbClr val="D8D1C9"/>
                      </a:solidFill>
                      <a:prstDash val="solid"/>
                    </a:lnR>
                    <a:lnB w="6668">
                      <a:solidFill>
                        <a:srgbClr val="D8D1C9"/>
                      </a:solidFill>
                      <a:prstDash val="solid"/>
                    </a:lnB>
                    <a:solidFill>
                      <a:srgbClr val="FFFFFF"/>
                    </a:solidFill>
                  </a:tcPr>
                </a:tc>
                <a:tc>
                  <a:txBody>
                    <a:bodyPr/>
                    <a:lstStyle/>
                    <a:p>
                      <a:r>
                        <a:rPr sz="1725" b="0">
                          <a:solidFill>
                            <a:srgbClr val="575757"/>
                          </a:solidFill>
                          <a:latin typeface="Microsoft YaHei"/>
                          <a:ea typeface="Microsoft YaHei"/>
                          <a:cs typeface="Microsoft YaHei"/>
                        </a:rPr>
                        <a:t>On</a:t>
                      </a:r>
                    </a:p>
                  </a:txBody>
                  <a:tcPr marL="114300" marR="114300" marT="76200" marB="76200" anchor="ctr">
                    <a:lnR w="6668">
                      <a:solidFill>
                        <a:srgbClr val="D8D1C9"/>
                      </a:solidFill>
                      <a:prstDash val="solid"/>
                    </a:lnR>
                    <a:lnB w="6668">
                      <a:solidFill>
                        <a:srgbClr val="D8D1C9"/>
                      </a:solidFill>
                      <a:prstDash val="solid"/>
                    </a:lnB>
                    <a:solidFill>
                      <a:srgbClr val="FFFFFF"/>
                    </a:solidFill>
                  </a:tcPr>
                </a:tc>
              </a:tr>
              <a:tr h="430530">
                <a:tc>
                  <a:txBody>
                    <a:bodyPr/>
                    <a:lstStyle/>
                    <a:p>
                      <a:r>
                        <a:rPr sz="1725" b="0">
                          <a:solidFill>
                            <a:srgbClr val="575757"/>
                          </a:solidFill>
                          <a:latin typeface="Microsoft YaHei"/>
                          <a:ea typeface="Microsoft YaHei"/>
                          <a:cs typeface="Microsoft YaHei"/>
                        </a:rPr>
                        <a:t>Both</a:t>
                      </a:r>
                    </a:p>
                  </a:txBody>
                  <a:tcPr marL="114300" marR="114300" marT="76200" marB="76200" anchor="ctr">
                    <a:lnL w="6668">
                      <a:solidFill>
                        <a:srgbClr val="D8D1C9"/>
                      </a:solidFill>
                      <a:prstDash val="solid"/>
                    </a:lnL>
                    <a:lnR w="6668">
                      <a:solidFill>
                        <a:srgbClr val="D8D1C9"/>
                      </a:solidFill>
                      <a:prstDash val="solid"/>
                    </a:lnR>
                    <a:lnB w="6668">
                      <a:solidFill>
                        <a:srgbClr val="D8D1C9"/>
                      </a:solidFill>
                      <a:prstDash val="solid"/>
                    </a:lnB>
                    <a:solidFill>
                      <a:srgbClr val="F7F3EE"/>
                    </a:solidFill>
                  </a:tcPr>
                </a:tc>
                <a:tc>
                  <a:txBody>
                    <a:bodyPr/>
                    <a:lstStyle/>
                    <a:p>
                      <a:r>
                        <a:rPr sz="1725" b="0">
                          <a:solidFill>
                            <a:srgbClr val="575757"/>
                          </a:solidFill>
                          <a:latin typeface="Microsoft YaHei"/>
                          <a:ea typeface="Microsoft YaHei"/>
                          <a:cs typeface="Microsoft YaHei"/>
                        </a:rPr>
                        <a:t>On</a:t>
                      </a:r>
                    </a:p>
                  </a:txBody>
                  <a:tcPr marL="114300" marR="114300" marT="76200" marB="76200" anchor="ctr">
                    <a:lnR w="6668">
                      <a:solidFill>
                        <a:srgbClr val="D8D1C9"/>
                      </a:solidFill>
                      <a:prstDash val="solid"/>
                    </a:lnR>
                    <a:lnB w="6668">
                      <a:solidFill>
                        <a:srgbClr val="D8D1C9"/>
                      </a:solidFill>
                      <a:prstDash val="solid"/>
                    </a:lnB>
                    <a:solidFill>
                      <a:srgbClr val="F7F3EE"/>
                    </a:solidFill>
                  </a:tcPr>
                </a:tc>
                <a:tc>
                  <a:txBody>
                    <a:bodyPr/>
                    <a:lstStyle/>
                    <a:p>
                      <a:r>
                        <a:rPr sz="1725" b="0">
                          <a:solidFill>
                            <a:srgbClr val="575757"/>
                          </a:solidFill>
                          <a:latin typeface="Microsoft YaHei"/>
                          <a:ea typeface="Microsoft YaHei"/>
                          <a:cs typeface="Microsoft YaHei"/>
                        </a:rPr>
                        <a:t>On</a:t>
                      </a:r>
                    </a:p>
                  </a:txBody>
                  <a:tcPr marL="114300" marR="114300" marT="76200" marB="76200" anchor="ctr">
                    <a:lnR w="6668">
                      <a:solidFill>
                        <a:srgbClr val="D8D1C9"/>
                      </a:solidFill>
                      <a:prstDash val="solid"/>
                    </a:lnR>
                    <a:lnB w="6668">
                      <a:solidFill>
                        <a:srgbClr val="D8D1C9"/>
                      </a:solidFill>
                      <a:prstDash val="solid"/>
                    </a:lnB>
                    <a:solidFill>
                      <a:srgbClr val="F7F3EE"/>
                    </a:solidFill>
                  </a:tcPr>
                </a:tc>
              </a:tr>
            </a:tbl>
          </a:graphicData>
        </a:graphic>
      </p:graphicFrame>
      <p:sp>
        <p:nvSpPr>
          <p:cNvPr id="6" name="controls">
            <a:extLst xmlns:a="http://schemas.openxmlformats.org/drawingml/2006/main">
              <a:ext uri="{FF2B5EF4-FFF2-40B4-BE49-F238E27FC236}">
                <a16:creationId xmlns:a16="http://schemas.microsoft.com/office/drawing/2014/main" id="{96415246-21E4-477F-B408-266DB0A2EA32}"/>
              </a:ext>
            </a:extLst>
          </p:cNvPr>
          <p:cNvSpPr>
            <a:spLocks xmlns:a="http://schemas.openxmlformats.org/drawingml/2006/main" noGrp="1"/>
          </p:cNvSpPr>
          <p:nvPr/>
        </p:nvSpPr>
        <p:spPr>
          <a:xfrm xmlns:a="http://schemas.openxmlformats.org/drawingml/2006/main">
            <a:off x="571500" y="5048250"/>
            <a:ext cx="10858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1">
                <a:solidFill>
                  <a:srgbClr val="303030"/>
                </a:solidFill>
                <a:latin typeface="Microsoft YaHei"/>
                <a:ea typeface="Microsoft YaHei"/>
                <a:cs typeface="Microsoft YaHei"/>
              </a:defRPr>
            </a:defPPr>
            <a:lvl1pPr>
              <a:defRPr sz="1875" b="1">
                <a:solidFill>
                  <a:srgbClr val="303030"/>
                </a:solidFill>
                <a:latin typeface="Microsoft YaHei"/>
                <a:ea typeface="Microsoft YaHei"/>
                <a:cs typeface="Microsoft YaHei"/>
              </a:defRPr>
            </a:lvl1pPr>
            <a:lvl2pPr>
              <a:defRPr sz="1875" b="1">
                <a:solidFill>
                  <a:srgbClr val="303030"/>
                </a:solidFill>
                <a:latin typeface="Microsoft YaHei"/>
                <a:ea typeface="Microsoft YaHei"/>
                <a:cs typeface="Microsoft YaHei"/>
              </a:defRPr>
            </a:lvl2pPr>
            <a:lvl3pPr>
              <a:defRPr sz="1875" b="1">
                <a:solidFill>
                  <a:srgbClr val="303030"/>
                </a:solidFill>
                <a:latin typeface="Microsoft YaHei"/>
                <a:ea typeface="Microsoft YaHei"/>
                <a:cs typeface="Microsoft YaHei"/>
              </a:defRPr>
            </a:lvl3pPr>
            <a:lvl4pPr>
              <a:defRPr sz="1875" b="1">
                <a:solidFill>
                  <a:srgbClr val="303030"/>
                </a:solidFill>
                <a:latin typeface="Microsoft YaHei"/>
                <a:ea typeface="Microsoft YaHei"/>
                <a:cs typeface="Microsoft YaHei"/>
              </a:defRPr>
            </a:lvl4pPr>
            <a:lvl5pPr>
              <a:defRPr sz="1875" b="1">
                <a:solidFill>
                  <a:srgbClr val="303030"/>
                </a:solidFill>
                <a:latin typeface="Microsoft YaHei"/>
                <a:ea typeface="Microsoft YaHei"/>
                <a:cs typeface="Microsoft YaHei"/>
              </a:defRPr>
            </a:lvl5pPr>
            <a:lvl6pPr>
              <a:defRPr sz="1875" b="1">
                <a:solidFill>
                  <a:srgbClr val="303030"/>
                </a:solidFill>
                <a:latin typeface="Microsoft YaHei"/>
                <a:ea typeface="Microsoft YaHei"/>
                <a:cs typeface="Microsoft YaHei"/>
              </a:defRPr>
            </a:lvl6pPr>
            <a:lvl7pPr>
              <a:defRPr sz="1875" b="1">
                <a:solidFill>
                  <a:srgbClr val="303030"/>
                </a:solidFill>
                <a:latin typeface="Microsoft YaHei"/>
                <a:ea typeface="Microsoft YaHei"/>
                <a:cs typeface="Microsoft YaHei"/>
              </a:defRPr>
            </a:lvl7pPr>
            <a:lvl8pPr>
              <a:defRPr sz="1875" b="1">
                <a:solidFill>
                  <a:srgbClr val="303030"/>
                </a:solidFill>
                <a:latin typeface="Microsoft YaHei"/>
                <a:ea typeface="Microsoft YaHei"/>
                <a:cs typeface="Microsoft YaHei"/>
              </a:defRPr>
            </a:lvl8pPr>
            <a:lvl9pPr>
              <a:defRPr sz="1875" b="1">
                <a:solidFill>
                  <a:srgbClr val="303030"/>
                </a:solidFill>
                <a:latin typeface="Microsoft YaHei"/>
                <a:ea typeface="Microsoft YaHei"/>
                <a:cs typeface="Microsoft YaHei"/>
              </a:defRPr>
            </a:lvl9pPr>
          </a:lstStyle>
          <a:p xmlns:a="http://schemas.openxmlformats.org/drawingml/2006/main">
            <a:pPr>
              <a:defRPr sz="1875" b="1">
                <a:solidFill>
                  <a:srgbClr val="303030"/>
                </a:solidFill>
                <a:latin typeface="Microsoft YaHei"/>
                <a:ea typeface="Microsoft YaHei"/>
                <a:cs typeface="Microsoft YaHei"/>
              </a:defRPr>
            </a:pPr>
            <a:r>
              <a:rPr sz="1875" b="1">
                <a:solidFill>
                  <a:srgbClr val="303030"/>
                </a:solidFill>
                <a:latin typeface="Microsoft YaHei"/>
                <a:ea typeface="Microsoft YaHei"/>
                <a:cs typeface="Microsoft YaHei"/>
              </a:rPr>
              <a:t>Strong single-agent controls. Same tasks, model, sources and aggregate caps.</a:t>
            </a:r>
          </a:p>
        </p:txBody>
      </p:sp>
      <p:sp>
        <p:nvSpPr>
          <p:cNvPr id="7" name="tracks">
            <a:extLst xmlns:a="http://schemas.openxmlformats.org/drawingml/2006/main">
              <a:ext uri="{FF2B5EF4-FFF2-40B4-BE49-F238E27FC236}">
                <a16:creationId xmlns:a16="http://schemas.microsoft.com/office/drawing/2014/main" id="{0B37B938-4E9B-4E4C-9A5A-155DD41B7D38}"/>
              </a:ext>
            </a:extLst>
          </p:cNvPr>
          <p:cNvSpPr>
            <a:spLocks xmlns:a="http://schemas.openxmlformats.org/drawingml/2006/main" noGrp="1"/>
          </p:cNvSpPr>
          <p:nvPr/>
        </p:nvSpPr>
        <p:spPr>
          <a:xfrm xmlns:a="http://schemas.openxmlformats.org/drawingml/2006/main">
            <a:off x="571500" y="5514975"/>
            <a:ext cx="10858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650" b="0">
                <a:solidFill>
                  <a:srgbClr val="575757"/>
                </a:solidFill>
                <a:latin typeface="Microsoft YaHei"/>
                <a:ea typeface="Microsoft YaHei"/>
                <a:cs typeface="Microsoft YaHei"/>
              </a:defRPr>
            </a:defPPr>
            <a:lvl1pPr>
              <a:defRPr sz="1650" b="0">
                <a:solidFill>
                  <a:srgbClr val="575757"/>
                </a:solidFill>
                <a:latin typeface="Microsoft YaHei"/>
                <a:ea typeface="Microsoft YaHei"/>
                <a:cs typeface="Microsoft YaHei"/>
              </a:defRPr>
            </a:lvl1pPr>
            <a:lvl2pPr>
              <a:defRPr sz="1650" b="0">
                <a:solidFill>
                  <a:srgbClr val="575757"/>
                </a:solidFill>
                <a:latin typeface="Microsoft YaHei"/>
                <a:ea typeface="Microsoft YaHei"/>
                <a:cs typeface="Microsoft YaHei"/>
              </a:defRPr>
            </a:lvl2pPr>
            <a:lvl3pPr>
              <a:defRPr sz="1650" b="0">
                <a:solidFill>
                  <a:srgbClr val="575757"/>
                </a:solidFill>
                <a:latin typeface="Microsoft YaHei"/>
                <a:ea typeface="Microsoft YaHei"/>
                <a:cs typeface="Microsoft YaHei"/>
              </a:defRPr>
            </a:lvl3pPr>
            <a:lvl4pPr>
              <a:defRPr sz="1650" b="0">
                <a:solidFill>
                  <a:srgbClr val="575757"/>
                </a:solidFill>
                <a:latin typeface="Microsoft YaHei"/>
                <a:ea typeface="Microsoft YaHei"/>
                <a:cs typeface="Microsoft YaHei"/>
              </a:defRPr>
            </a:lvl4pPr>
            <a:lvl5pPr>
              <a:defRPr sz="1650" b="0">
                <a:solidFill>
                  <a:srgbClr val="575757"/>
                </a:solidFill>
                <a:latin typeface="Microsoft YaHei"/>
                <a:ea typeface="Microsoft YaHei"/>
                <a:cs typeface="Microsoft YaHei"/>
              </a:defRPr>
            </a:lvl5pPr>
            <a:lvl6pPr>
              <a:defRPr sz="1650" b="0">
                <a:solidFill>
                  <a:srgbClr val="575757"/>
                </a:solidFill>
                <a:latin typeface="Microsoft YaHei"/>
                <a:ea typeface="Microsoft YaHei"/>
                <a:cs typeface="Microsoft YaHei"/>
              </a:defRPr>
            </a:lvl6pPr>
            <a:lvl7pPr>
              <a:defRPr sz="1650" b="0">
                <a:solidFill>
                  <a:srgbClr val="575757"/>
                </a:solidFill>
                <a:latin typeface="Microsoft YaHei"/>
                <a:ea typeface="Microsoft YaHei"/>
                <a:cs typeface="Microsoft YaHei"/>
              </a:defRPr>
            </a:lvl7pPr>
            <a:lvl8pPr>
              <a:defRPr sz="1650" b="0">
                <a:solidFill>
                  <a:srgbClr val="575757"/>
                </a:solidFill>
                <a:latin typeface="Microsoft YaHei"/>
                <a:ea typeface="Microsoft YaHei"/>
                <a:cs typeface="Microsoft YaHei"/>
              </a:defRPr>
            </a:lvl8pPr>
            <a:lvl9pPr>
              <a:defRPr sz="1650" b="0">
                <a:solidFill>
                  <a:srgbClr val="575757"/>
                </a:solidFill>
                <a:latin typeface="Microsoft YaHei"/>
                <a:ea typeface="Microsoft YaHei"/>
                <a:cs typeface="Microsoft YaHei"/>
              </a:defRPr>
            </a:lvl9pPr>
          </a:lstStyle>
          <a:p xmlns:a="http://schemas.openxmlformats.org/drawingml/2006/main">
            <a:pPr>
              <a:defRPr sz="1650" b="0">
                <a:solidFill>
                  <a:srgbClr val="575757"/>
                </a:solidFill>
                <a:latin typeface="Microsoft YaHei"/>
                <a:ea typeface="Microsoft YaHei"/>
                <a:cs typeface="Microsoft YaHei"/>
              </a:defRPr>
            </a:pPr>
            <a:r>
              <a:rPr sz="1650" b="0">
                <a:solidFill>
                  <a:srgbClr val="575757"/>
                </a:solidFill>
                <a:latin typeface="Microsoft YaHei"/>
                <a:ea typeface="Microsoft YaHei"/>
                <a:cs typeface="Microsoft YaHei"/>
              </a:rPr>
              <a:t>DABstep: final correctness and coverage</a:t>
            </a:r>
          </a:p>
          <a:p xmlns:a="http://schemas.openxmlformats.org/drawingml/2006/main">
            <a:pPr>
              <a:defRPr sz="1650" b="0">
                <a:solidFill>
                  <a:srgbClr val="575757"/>
                </a:solidFill>
                <a:latin typeface="Microsoft YaHei"/>
                <a:ea typeface="Microsoft YaHei"/>
                <a:cs typeface="Microsoft YaHei"/>
              </a:defRPr>
            </a:pPr>
            <a:r>
              <a:rPr sz="1650" b="0">
                <a:solidFill>
                  <a:srgbClr val="575757"/>
                </a:solidFill>
                <a:latin typeface="Microsoft YaHei"/>
                <a:ea typeface="Microsoft YaHei"/>
                <a:cs typeface="Microsoft YaHei"/>
              </a:rPr>
              <a:t>Same candidate solutions: reviewer errors</a:t>
            </a:r>
          </a:p>
          <a:p xmlns:a="http://schemas.openxmlformats.org/drawingml/2006/main">
            <a:pPr>
              <a:defRPr sz="1650" b="0">
                <a:solidFill>
                  <a:srgbClr val="575757"/>
                </a:solidFill>
                <a:latin typeface="Microsoft YaHei"/>
                <a:ea typeface="Microsoft YaHei"/>
                <a:cs typeface="Microsoft YaHei"/>
              </a:defRPr>
            </a:pPr>
            <a:r>
              <a:rPr sz="1650" b="0">
                <a:solidFill>
                  <a:srgbClr val="575757"/>
                </a:solidFill>
                <a:latin typeface="Microsoft YaHei"/>
                <a:ea typeface="Microsoft YaHei"/>
                <a:cs typeface="Microsoft YaHei"/>
              </a:rPr>
              <a:t>Costs: runtime spending, latency and preparation effort</a:t>
            </a:r>
          </a:p>
        </p:txBody>
      </p:sp>
    </p:spTree>
    <p:extLst>
      <p:ext uri="{BB962C8B-B14F-4D97-AF65-F5344CB8AC3E}">
        <p14:creationId xmlns:p14="http://schemas.microsoft.com/office/powerpoint/2010/main" val="910577282"/>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E547F508-C267-4F51-81A9-677A24AAAAB8}"/>
              </a:ext>
            </a:extLst>
          </p:cNvPr>
          <p:cNvSpPr>
            <a:spLocks xmlns:a="http://schemas.openxmlformats.org/drawingml/2006/main" noGrp="1"/>
          </p:cNvSpPr>
          <p:nvPr>
            <p:ph type="title" idx="0"/>
          </p:nvPr>
        </p:nvSpPr>
        <p:spPr>
          <a:xfrm xmlns:a="http://schemas.openxmlformats.org/drawingml/2006/main">
            <a:off x="474821" y="998125"/>
            <a:ext cx="11239500" cy="704850"/>
          </a:xfrm>
        </p:spPr>
        <p:txBody>
          <a:bodyPr xmlns:a="http://schemas.openxmlformats.org/drawingml/2006/main" lIns="0" tIns="0" rIns="0" bIns="0">
            <a:normAutofit fontScale="100000"/>
          </a:bodyPr>
          <a:lstStyle xmlns:a="http://schemas.openxmlformats.org/drawingml/2006/main">
            <a:defPPr>
              <a:defRPr sz="3960">
                <a:solidFill>
                  <a:srgbClr val="B81C22"/>
                </a:solidFill>
                <a:latin typeface="Microsoft YaHei"/>
                <a:ea typeface="Microsoft YaHei"/>
                <a:cs typeface="Microsoft YaHei"/>
              </a:defRPr>
            </a:defPPr>
            <a:lvl1pPr>
              <a:defRPr sz="3960">
                <a:solidFill>
                  <a:srgbClr val="B81C22"/>
                </a:solidFill>
                <a:latin typeface="Microsoft YaHei"/>
                <a:ea typeface="Microsoft YaHei"/>
                <a:cs typeface="Microsoft YaHei"/>
              </a:defRPr>
            </a:lvl1pPr>
            <a:lvl2pPr>
              <a:defRPr sz="3960">
                <a:solidFill>
                  <a:srgbClr val="B81C22"/>
                </a:solidFill>
                <a:latin typeface="Microsoft YaHei"/>
                <a:ea typeface="Microsoft YaHei"/>
                <a:cs typeface="Microsoft YaHei"/>
              </a:defRPr>
            </a:lvl2pPr>
            <a:lvl3pPr>
              <a:defRPr sz="3960">
                <a:solidFill>
                  <a:srgbClr val="B81C22"/>
                </a:solidFill>
                <a:latin typeface="Microsoft YaHei"/>
                <a:ea typeface="Microsoft YaHei"/>
                <a:cs typeface="Microsoft YaHei"/>
              </a:defRPr>
            </a:lvl3pPr>
            <a:lvl4pPr>
              <a:defRPr sz="3960">
                <a:solidFill>
                  <a:srgbClr val="B81C22"/>
                </a:solidFill>
                <a:latin typeface="Microsoft YaHei"/>
                <a:ea typeface="Microsoft YaHei"/>
                <a:cs typeface="Microsoft YaHei"/>
              </a:defRPr>
            </a:lvl4pPr>
            <a:lvl5pPr>
              <a:defRPr sz="3960">
                <a:solidFill>
                  <a:srgbClr val="B81C22"/>
                </a:solidFill>
                <a:latin typeface="Microsoft YaHei"/>
                <a:ea typeface="Microsoft YaHei"/>
                <a:cs typeface="Microsoft YaHei"/>
              </a:defRPr>
            </a:lvl5pPr>
            <a:lvl6pPr>
              <a:defRPr sz="3960">
                <a:solidFill>
                  <a:srgbClr val="B81C22"/>
                </a:solidFill>
                <a:latin typeface="Microsoft YaHei"/>
                <a:ea typeface="Microsoft YaHei"/>
                <a:cs typeface="Microsoft YaHei"/>
              </a:defRPr>
            </a:lvl6pPr>
            <a:lvl7pPr>
              <a:defRPr sz="3960">
                <a:solidFill>
                  <a:srgbClr val="B81C22"/>
                </a:solidFill>
                <a:latin typeface="Microsoft YaHei"/>
                <a:ea typeface="Microsoft YaHei"/>
                <a:cs typeface="Microsoft YaHei"/>
              </a:defRPr>
            </a:lvl7pPr>
            <a:lvl8pPr>
              <a:defRPr sz="3960">
                <a:solidFill>
                  <a:srgbClr val="B81C22"/>
                </a:solidFill>
                <a:latin typeface="Microsoft YaHei"/>
                <a:ea typeface="Microsoft YaHei"/>
                <a:cs typeface="Microsoft YaHei"/>
              </a:defRPr>
            </a:lvl8pPr>
            <a:lvl9pPr>
              <a:defRPr sz="3960">
                <a:solidFill>
                  <a:srgbClr val="B81C22"/>
                </a:solidFill>
                <a:latin typeface="Microsoft YaHei"/>
                <a:ea typeface="Microsoft YaHei"/>
                <a:cs typeface="Microsoft YaHei"/>
              </a:defRPr>
            </a:lvl9pPr>
          </a:lstStyle>
          <a:p xmlns:a="http://schemas.openxmlformats.org/drawingml/2006/main">
            <a:pPr>
              <a:defRPr sz="3960">
                <a:solidFill>
                  <a:srgbClr val="B81C22"/>
                </a:solidFill>
                <a:latin typeface="Microsoft YaHei"/>
                <a:ea typeface="Microsoft YaHei"/>
                <a:cs typeface="Microsoft YaHei"/>
              </a:defRPr>
            </a:pPr>
            <a:r>
              <a:rPr sz="3960">
                <a:solidFill>
                  <a:srgbClr val="B81C22"/>
                </a:solidFill>
                <a:latin typeface="Microsoft YaHei"/>
                <a:ea typeface="Microsoft YaHei"/>
                <a:cs typeface="Microsoft YaHei"/>
              </a:rPr>
              <a:t>Expected Results &amp; Innovation Points</a:t>
            </a:r>
            <a:endParaRPr/>
          </a:p>
        </p:txBody>
      </p:sp>
      <p:sp>
        <p:nvSpPr>
          <p:cNvPr id="3" name="content-heading">
            <a:extLst xmlns:a="http://schemas.openxmlformats.org/drawingml/2006/main">
              <a:ext uri="{FF2B5EF4-FFF2-40B4-BE49-F238E27FC236}">
                <a16:creationId xmlns:a16="http://schemas.microsoft.com/office/drawing/2014/main" id="{142B410C-3B48-405B-AA63-5BF41C101CC2}"/>
              </a:ext>
            </a:extLst>
          </p:cNvPr>
          <p:cNvSpPr>
            <a:spLocks xmlns:a="http://schemas.openxmlformats.org/drawingml/2006/main" noGrp="1"/>
          </p:cNvSpPr>
          <p:nvPr/>
        </p:nvSpPr>
        <p:spPr>
          <a:xfrm xmlns:a="http://schemas.openxmlformats.org/drawingml/2006/main">
            <a:off x="571500" y="1838325"/>
            <a:ext cx="1095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325" b="1">
                <a:solidFill>
                  <a:srgbClr val="303030"/>
                </a:solidFill>
                <a:latin typeface="Microsoft YaHei"/>
                <a:ea typeface="Microsoft YaHei"/>
                <a:cs typeface="Microsoft YaHei"/>
              </a:defRPr>
            </a:defPPr>
            <a:lvl1pPr>
              <a:defRPr sz="2325" b="1">
                <a:solidFill>
                  <a:srgbClr val="303030"/>
                </a:solidFill>
                <a:latin typeface="Microsoft YaHei"/>
                <a:ea typeface="Microsoft YaHei"/>
                <a:cs typeface="Microsoft YaHei"/>
              </a:defRPr>
            </a:lvl1pPr>
            <a:lvl2pPr>
              <a:defRPr sz="2325" b="1">
                <a:solidFill>
                  <a:srgbClr val="303030"/>
                </a:solidFill>
                <a:latin typeface="Microsoft YaHei"/>
                <a:ea typeface="Microsoft YaHei"/>
                <a:cs typeface="Microsoft YaHei"/>
              </a:defRPr>
            </a:lvl2pPr>
            <a:lvl3pPr>
              <a:defRPr sz="2325" b="1">
                <a:solidFill>
                  <a:srgbClr val="303030"/>
                </a:solidFill>
                <a:latin typeface="Microsoft YaHei"/>
                <a:ea typeface="Microsoft YaHei"/>
                <a:cs typeface="Microsoft YaHei"/>
              </a:defRPr>
            </a:lvl3pPr>
            <a:lvl4pPr>
              <a:defRPr sz="2325" b="1">
                <a:solidFill>
                  <a:srgbClr val="303030"/>
                </a:solidFill>
                <a:latin typeface="Microsoft YaHei"/>
                <a:ea typeface="Microsoft YaHei"/>
                <a:cs typeface="Microsoft YaHei"/>
              </a:defRPr>
            </a:lvl4pPr>
            <a:lvl5pPr>
              <a:defRPr sz="2325" b="1">
                <a:solidFill>
                  <a:srgbClr val="303030"/>
                </a:solidFill>
                <a:latin typeface="Microsoft YaHei"/>
                <a:ea typeface="Microsoft YaHei"/>
                <a:cs typeface="Microsoft YaHei"/>
              </a:defRPr>
            </a:lvl5pPr>
            <a:lvl6pPr>
              <a:defRPr sz="2325" b="1">
                <a:solidFill>
                  <a:srgbClr val="303030"/>
                </a:solidFill>
                <a:latin typeface="Microsoft YaHei"/>
                <a:ea typeface="Microsoft YaHei"/>
                <a:cs typeface="Microsoft YaHei"/>
              </a:defRPr>
            </a:lvl6pPr>
            <a:lvl7pPr>
              <a:defRPr sz="2325" b="1">
                <a:solidFill>
                  <a:srgbClr val="303030"/>
                </a:solidFill>
                <a:latin typeface="Microsoft YaHei"/>
                <a:ea typeface="Microsoft YaHei"/>
                <a:cs typeface="Microsoft YaHei"/>
              </a:defRPr>
            </a:lvl7pPr>
            <a:lvl8pPr>
              <a:defRPr sz="2325" b="1">
                <a:solidFill>
                  <a:srgbClr val="303030"/>
                </a:solidFill>
                <a:latin typeface="Microsoft YaHei"/>
                <a:ea typeface="Microsoft YaHei"/>
                <a:cs typeface="Microsoft YaHei"/>
              </a:defRPr>
            </a:lvl8pPr>
            <a:lvl9pPr>
              <a:defRPr sz="2325" b="1">
                <a:solidFill>
                  <a:srgbClr val="303030"/>
                </a:solidFill>
                <a:latin typeface="Microsoft YaHei"/>
                <a:ea typeface="Microsoft YaHei"/>
                <a:cs typeface="Microsoft YaHei"/>
              </a:defRPr>
            </a:lvl9pPr>
          </a:lstStyle>
          <a:p xmlns:a="http://schemas.openxmlformats.org/drawingml/2006/main">
            <a:pPr>
              <a:defRPr sz="2325" b="1">
                <a:solidFill>
                  <a:srgbClr val="303030"/>
                </a:solidFill>
                <a:latin typeface="Microsoft YaHei"/>
                <a:ea typeface="Microsoft YaHei"/>
                <a:cs typeface="Microsoft YaHei"/>
              </a:defRPr>
            </a:pPr>
            <a:r>
              <a:rPr sz="2325" b="1">
                <a:solidFill>
                  <a:srgbClr val="303030"/>
                </a:solidFill>
                <a:latin typeface="Microsoft YaHei"/>
                <a:ea typeface="Microsoft YaHei"/>
                <a:cs typeface="Microsoft YaHei"/>
              </a:rPr>
              <a:t>Expected Research Outputs</a:t>
            </a:r>
          </a:p>
        </p:txBody>
      </p:sp>
      <p:sp>
        <p:nvSpPr>
          <p:cNvPr id="4" name="page">
            <a:extLst xmlns:a="http://schemas.openxmlformats.org/drawingml/2006/main">
              <a:ext uri="{FF2B5EF4-FFF2-40B4-BE49-F238E27FC236}">
                <a16:creationId xmlns:a16="http://schemas.microsoft.com/office/drawing/2014/main" id="{67AD03BB-3505-43F2-8442-45240C57D98F}"/>
              </a:ext>
            </a:extLst>
          </p:cNvPr>
          <p:cNvSpPr>
            <a:spLocks xmlns:a="http://schemas.openxmlformats.org/drawingml/2006/main" noGrp="1"/>
          </p:cNvSpPr>
          <p:nvPr/>
        </p:nvSpPr>
        <p:spPr>
          <a:xfrm xmlns:a="http://schemas.openxmlformats.org/drawingml/2006/main">
            <a:off x="10763250" y="6343650"/>
            <a:ext cx="95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0">
                <a:solidFill>
                  <a:srgbClr val="575757"/>
                </a:solidFill>
                <a:latin typeface="Microsoft YaHei"/>
                <a:ea typeface="Microsoft YaHei"/>
                <a:cs typeface="Microsoft YaHei"/>
              </a:defRPr>
            </a:defPPr>
            <a:lvl1pPr>
              <a:defRPr sz="1200" b="0">
                <a:solidFill>
                  <a:srgbClr val="575757"/>
                </a:solidFill>
                <a:latin typeface="Microsoft YaHei"/>
                <a:ea typeface="Microsoft YaHei"/>
                <a:cs typeface="Microsoft YaHei"/>
              </a:defRPr>
            </a:lvl1pPr>
            <a:lvl2pPr>
              <a:defRPr sz="1200" b="0">
                <a:solidFill>
                  <a:srgbClr val="575757"/>
                </a:solidFill>
                <a:latin typeface="Microsoft YaHei"/>
                <a:ea typeface="Microsoft YaHei"/>
                <a:cs typeface="Microsoft YaHei"/>
              </a:defRPr>
            </a:lvl2pPr>
            <a:lvl3pPr>
              <a:defRPr sz="1200" b="0">
                <a:solidFill>
                  <a:srgbClr val="575757"/>
                </a:solidFill>
                <a:latin typeface="Microsoft YaHei"/>
                <a:ea typeface="Microsoft YaHei"/>
                <a:cs typeface="Microsoft YaHei"/>
              </a:defRPr>
            </a:lvl3pPr>
            <a:lvl4pPr>
              <a:defRPr sz="1200" b="0">
                <a:solidFill>
                  <a:srgbClr val="575757"/>
                </a:solidFill>
                <a:latin typeface="Microsoft YaHei"/>
                <a:ea typeface="Microsoft YaHei"/>
                <a:cs typeface="Microsoft YaHei"/>
              </a:defRPr>
            </a:lvl4pPr>
            <a:lvl5pPr>
              <a:defRPr sz="1200" b="0">
                <a:solidFill>
                  <a:srgbClr val="575757"/>
                </a:solidFill>
                <a:latin typeface="Microsoft YaHei"/>
                <a:ea typeface="Microsoft YaHei"/>
                <a:cs typeface="Microsoft YaHei"/>
              </a:defRPr>
            </a:lvl5pPr>
            <a:lvl6pPr>
              <a:defRPr sz="1200" b="0">
                <a:solidFill>
                  <a:srgbClr val="575757"/>
                </a:solidFill>
                <a:latin typeface="Microsoft YaHei"/>
                <a:ea typeface="Microsoft YaHei"/>
                <a:cs typeface="Microsoft YaHei"/>
              </a:defRPr>
            </a:lvl6pPr>
            <a:lvl7pPr>
              <a:defRPr sz="1200" b="0">
                <a:solidFill>
                  <a:srgbClr val="575757"/>
                </a:solidFill>
                <a:latin typeface="Microsoft YaHei"/>
                <a:ea typeface="Microsoft YaHei"/>
                <a:cs typeface="Microsoft YaHei"/>
              </a:defRPr>
            </a:lvl7pPr>
            <a:lvl8pPr>
              <a:defRPr sz="1200" b="0">
                <a:solidFill>
                  <a:srgbClr val="575757"/>
                </a:solidFill>
                <a:latin typeface="Microsoft YaHei"/>
                <a:ea typeface="Microsoft YaHei"/>
                <a:cs typeface="Microsoft YaHei"/>
              </a:defRPr>
            </a:lvl8pPr>
            <a:lvl9pPr>
              <a:defRPr sz="1200" b="0">
                <a:solidFill>
                  <a:srgbClr val="575757"/>
                </a:solidFill>
                <a:latin typeface="Microsoft YaHei"/>
                <a:ea typeface="Microsoft YaHei"/>
                <a:cs typeface="Microsoft YaHei"/>
              </a:defRPr>
            </a:lvl9pPr>
          </a:lstStyle>
          <a:p xmlns:a="http://schemas.openxmlformats.org/drawingml/2006/main">
            <a:pPr>
              <a:defRPr sz="1200" b="0">
                <a:solidFill>
                  <a:srgbClr val="575757"/>
                </a:solidFill>
                <a:latin typeface="Microsoft YaHei"/>
                <a:ea typeface="Microsoft YaHei"/>
                <a:cs typeface="Microsoft YaHei"/>
              </a:defRPr>
            </a:pPr>
            <a:r>
              <a:rPr sz="1200" b="0">
                <a:solidFill>
                  <a:srgbClr val="575757"/>
                </a:solidFill>
                <a:latin typeface="Microsoft YaHei"/>
                <a:ea typeface="Microsoft YaHei"/>
                <a:cs typeface="Microsoft YaHei"/>
              </a:rPr>
              <a:t>11 / 13</a:t>
            </a:r>
          </a:p>
        </p:txBody>
      </p:sp>
      <p:sp>
        <p:nvSpPr>
          <p:cNvPr id="5" name="output1">
            <a:extLst xmlns:a="http://schemas.openxmlformats.org/drawingml/2006/main">
              <a:ext uri="{FF2B5EF4-FFF2-40B4-BE49-F238E27FC236}">
                <a16:creationId xmlns:a16="http://schemas.microsoft.com/office/drawing/2014/main" id="{B2F47AAB-9C56-4CD3-B2C7-7259FA087AEE}"/>
              </a:ext>
            </a:extLst>
          </p:cNvPr>
          <p:cNvSpPr>
            <a:spLocks xmlns:a="http://schemas.openxmlformats.org/drawingml/2006/main" noGrp="1"/>
          </p:cNvSpPr>
          <p:nvPr/>
        </p:nvSpPr>
        <p:spPr>
          <a:xfrm xmlns:a="http://schemas.openxmlformats.org/drawingml/2006/main">
            <a:off x="571500" y="2543175"/>
            <a:ext cx="10858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325" b="1">
                <a:solidFill>
                  <a:srgbClr val="303030"/>
                </a:solidFill>
                <a:latin typeface="Microsoft YaHei"/>
                <a:ea typeface="Microsoft YaHei"/>
                <a:cs typeface="Microsoft YaHei"/>
              </a:defRPr>
            </a:defPPr>
            <a:lvl1pPr>
              <a:defRPr sz="2325" b="1">
                <a:solidFill>
                  <a:srgbClr val="303030"/>
                </a:solidFill>
                <a:latin typeface="Microsoft YaHei"/>
                <a:ea typeface="Microsoft YaHei"/>
                <a:cs typeface="Microsoft YaHei"/>
              </a:defRPr>
            </a:lvl1pPr>
            <a:lvl2pPr>
              <a:defRPr sz="2325" b="1">
                <a:solidFill>
                  <a:srgbClr val="303030"/>
                </a:solidFill>
                <a:latin typeface="Microsoft YaHei"/>
                <a:ea typeface="Microsoft YaHei"/>
                <a:cs typeface="Microsoft YaHei"/>
              </a:defRPr>
            </a:lvl2pPr>
            <a:lvl3pPr>
              <a:defRPr sz="2325" b="1">
                <a:solidFill>
                  <a:srgbClr val="303030"/>
                </a:solidFill>
                <a:latin typeface="Microsoft YaHei"/>
                <a:ea typeface="Microsoft YaHei"/>
                <a:cs typeface="Microsoft YaHei"/>
              </a:defRPr>
            </a:lvl3pPr>
            <a:lvl4pPr>
              <a:defRPr sz="2325" b="1">
                <a:solidFill>
                  <a:srgbClr val="303030"/>
                </a:solidFill>
                <a:latin typeface="Microsoft YaHei"/>
                <a:ea typeface="Microsoft YaHei"/>
                <a:cs typeface="Microsoft YaHei"/>
              </a:defRPr>
            </a:lvl4pPr>
            <a:lvl5pPr>
              <a:defRPr sz="2325" b="1">
                <a:solidFill>
                  <a:srgbClr val="303030"/>
                </a:solidFill>
                <a:latin typeface="Microsoft YaHei"/>
                <a:ea typeface="Microsoft YaHei"/>
                <a:cs typeface="Microsoft YaHei"/>
              </a:defRPr>
            </a:lvl5pPr>
            <a:lvl6pPr>
              <a:defRPr sz="2325" b="1">
                <a:solidFill>
                  <a:srgbClr val="303030"/>
                </a:solidFill>
                <a:latin typeface="Microsoft YaHei"/>
                <a:ea typeface="Microsoft YaHei"/>
                <a:cs typeface="Microsoft YaHei"/>
              </a:defRPr>
            </a:lvl6pPr>
            <a:lvl7pPr>
              <a:defRPr sz="2325" b="1">
                <a:solidFill>
                  <a:srgbClr val="303030"/>
                </a:solidFill>
                <a:latin typeface="Microsoft YaHei"/>
                <a:ea typeface="Microsoft YaHei"/>
                <a:cs typeface="Microsoft YaHei"/>
              </a:defRPr>
            </a:lvl7pPr>
            <a:lvl8pPr>
              <a:defRPr sz="2325" b="1">
                <a:solidFill>
                  <a:srgbClr val="303030"/>
                </a:solidFill>
                <a:latin typeface="Microsoft YaHei"/>
                <a:ea typeface="Microsoft YaHei"/>
                <a:cs typeface="Microsoft YaHei"/>
              </a:defRPr>
            </a:lvl8pPr>
            <a:lvl9pPr>
              <a:defRPr sz="2325" b="1">
                <a:solidFill>
                  <a:srgbClr val="303030"/>
                </a:solidFill>
                <a:latin typeface="Microsoft YaHei"/>
                <a:ea typeface="Microsoft YaHei"/>
                <a:cs typeface="Microsoft YaHei"/>
              </a:defRPr>
            </a:lvl9pPr>
          </a:lstStyle>
          <a:p xmlns:a="http://schemas.openxmlformats.org/drawingml/2006/main">
            <a:pPr>
              <a:defRPr sz="2325" b="1">
                <a:solidFill>
                  <a:srgbClr val="303030"/>
                </a:solidFill>
                <a:latin typeface="Microsoft YaHei"/>
                <a:ea typeface="Microsoft YaHei"/>
                <a:cs typeface="Microsoft YaHei"/>
              </a:defRPr>
            </a:pPr>
            <a:r>
              <a:rPr sz="2325" b="1">
                <a:solidFill>
                  <a:srgbClr val="303030"/>
                </a:solidFill>
                <a:latin typeface="Microsoft YaHei"/>
                <a:ea typeface="Microsoft YaHei"/>
                <a:cs typeface="Microsoft YaHei"/>
              </a:rPr>
              <a:t>Auditable diagnosis of evidence-use and verification failures</a:t>
            </a:r>
          </a:p>
        </p:txBody>
      </p:sp>
      <p:sp>
        <p:nvSpPr>
          <p:cNvPr id="6" name="output2">
            <a:extLst xmlns:a="http://schemas.openxmlformats.org/drawingml/2006/main">
              <a:ext uri="{FF2B5EF4-FFF2-40B4-BE49-F238E27FC236}">
                <a16:creationId xmlns:a16="http://schemas.microsoft.com/office/drawing/2014/main" id="{CB92F763-7F78-4E31-88F9-09590F1206FF}"/>
              </a:ext>
            </a:extLst>
          </p:cNvPr>
          <p:cNvSpPr>
            <a:spLocks xmlns:a="http://schemas.openxmlformats.org/drawingml/2006/main" noGrp="1"/>
          </p:cNvSpPr>
          <p:nvPr/>
        </p:nvSpPr>
        <p:spPr>
          <a:xfrm xmlns:a="http://schemas.openxmlformats.org/drawingml/2006/main">
            <a:off x="571500" y="3343275"/>
            <a:ext cx="10858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325" b="1">
                <a:solidFill>
                  <a:srgbClr val="303030"/>
                </a:solidFill>
                <a:latin typeface="Microsoft YaHei"/>
                <a:ea typeface="Microsoft YaHei"/>
                <a:cs typeface="Microsoft YaHei"/>
              </a:defRPr>
            </a:defPPr>
            <a:lvl1pPr>
              <a:defRPr sz="2325" b="1">
                <a:solidFill>
                  <a:srgbClr val="303030"/>
                </a:solidFill>
                <a:latin typeface="Microsoft YaHei"/>
                <a:ea typeface="Microsoft YaHei"/>
                <a:cs typeface="Microsoft YaHei"/>
              </a:defRPr>
            </a:lvl1pPr>
            <a:lvl2pPr>
              <a:defRPr sz="2325" b="1">
                <a:solidFill>
                  <a:srgbClr val="303030"/>
                </a:solidFill>
                <a:latin typeface="Microsoft YaHei"/>
                <a:ea typeface="Microsoft YaHei"/>
                <a:cs typeface="Microsoft YaHei"/>
              </a:defRPr>
            </a:lvl2pPr>
            <a:lvl3pPr>
              <a:defRPr sz="2325" b="1">
                <a:solidFill>
                  <a:srgbClr val="303030"/>
                </a:solidFill>
                <a:latin typeface="Microsoft YaHei"/>
                <a:ea typeface="Microsoft YaHei"/>
                <a:cs typeface="Microsoft YaHei"/>
              </a:defRPr>
            </a:lvl3pPr>
            <a:lvl4pPr>
              <a:defRPr sz="2325" b="1">
                <a:solidFill>
                  <a:srgbClr val="303030"/>
                </a:solidFill>
                <a:latin typeface="Microsoft YaHei"/>
                <a:ea typeface="Microsoft YaHei"/>
                <a:cs typeface="Microsoft YaHei"/>
              </a:defRPr>
            </a:lvl4pPr>
            <a:lvl5pPr>
              <a:defRPr sz="2325" b="1">
                <a:solidFill>
                  <a:srgbClr val="303030"/>
                </a:solidFill>
                <a:latin typeface="Microsoft YaHei"/>
                <a:ea typeface="Microsoft YaHei"/>
                <a:cs typeface="Microsoft YaHei"/>
              </a:defRPr>
            </a:lvl5pPr>
            <a:lvl6pPr>
              <a:defRPr sz="2325" b="1">
                <a:solidFill>
                  <a:srgbClr val="303030"/>
                </a:solidFill>
                <a:latin typeface="Microsoft YaHei"/>
                <a:ea typeface="Microsoft YaHei"/>
                <a:cs typeface="Microsoft YaHei"/>
              </a:defRPr>
            </a:lvl6pPr>
            <a:lvl7pPr>
              <a:defRPr sz="2325" b="1">
                <a:solidFill>
                  <a:srgbClr val="303030"/>
                </a:solidFill>
                <a:latin typeface="Microsoft YaHei"/>
                <a:ea typeface="Microsoft YaHei"/>
                <a:cs typeface="Microsoft YaHei"/>
              </a:defRPr>
            </a:lvl7pPr>
            <a:lvl8pPr>
              <a:defRPr sz="2325" b="1">
                <a:solidFill>
                  <a:srgbClr val="303030"/>
                </a:solidFill>
                <a:latin typeface="Microsoft YaHei"/>
                <a:ea typeface="Microsoft YaHei"/>
                <a:cs typeface="Microsoft YaHei"/>
              </a:defRPr>
            </a:lvl8pPr>
            <a:lvl9pPr>
              <a:defRPr sz="2325" b="1">
                <a:solidFill>
                  <a:srgbClr val="303030"/>
                </a:solidFill>
                <a:latin typeface="Microsoft YaHei"/>
                <a:ea typeface="Microsoft YaHei"/>
                <a:cs typeface="Microsoft YaHei"/>
              </a:defRPr>
            </a:lvl9pPr>
          </a:lstStyle>
          <a:p xmlns:a="http://schemas.openxmlformats.org/drawingml/2006/main">
            <a:pPr>
              <a:defRPr sz="2325" b="1">
                <a:solidFill>
                  <a:srgbClr val="303030"/>
                </a:solidFill>
                <a:latin typeface="Microsoft YaHei"/>
                <a:ea typeface="Microsoft YaHei"/>
                <a:cs typeface="Microsoft YaHei"/>
              </a:defRPr>
            </a:pPr>
            <a:r>
              <a:rPr sz="2325" b="1">
                <a:solidFill>
                  <a:srgbClr val="303030"/>
                </a:solidFill>
                <a:latin typeface="Microsoft YaHei"/>
                <a:ea typeface="Microsoft YaHei"/>
                <a:cs typeface="Microsoft YaHei"/>
              </a:rPr>
              <a:t>Reproducible mechanisms with separate and joint effect estimates</a:t>
            </a:r>
          </a:p>
        </p:txBody>
      </p:sp>
      <p:sp>
        <p:nvSpPr>
          <p:cNvPr id="7" name="output3">
            <a:extLst xmlns:a="http://schemas.openxmlformats.org/drawingml/2006/main">
              <a:ext uri="{FF2B5EF4-FFF2-40B4-BE49-F238E27FC236}">
                <a16:creationId xmlns:a16="http://schemas.microsoft.com/office/drawing/2014/main" id="{398D07E7-EFF2-44ED-B671-192609D70467}"/>
              </a:ext>
            </a:extLst>
          </p:cNvPr>
          <p:cNvSpPr>
            <a:spLocks xmlns:a="http://schemas.openxmlformats.org/drawingml/2006/main" noGrp="1"/>
          </p:cNvSpPr>
          <p:nvPr/>
        </p:nvSpPr>
        <p:spPr>
          <a:xfrm xmlns:a="http://schemas.openxmlformats.org/drawingml/2006/main">
            <a:off x="571500" y="4333875"/>
            <a:ext cx="10858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325" b="1">
                <a:solidFill>
                  <a:srgbClr val="303030"/>
                </a:solidFill>
                <a:latin typeface="Microsoft YaHei"/>
                <a:ea typeface="Microsoft YaHei"/>
                <a:cs typeface="Microsoft YaHei"/>
              </a:defRPr>
            </a:defPPr>
            <a:lvl1pPr>
              <a:defRPr sz="2325" b="1">
                <a:solidFill>
                  <a:srgbClr val="303030"/>
                </a:solidFill>
                <a:latin typeface="Microsoft YaHei"/>
                <a:ea typeface="Microsoft YaHei"/>
                <a:cs typeface="Microsoft YaHei"/>
              </a:defRPr>
            </a:lvl1pPr>
            <a:lvl2pPr>
              <a:defRPr sz="2325" b="1">
                <a:solidFill>
                  <a:srgbClr val="303030"/>
                </a:solidFill>
                <a:latin typeface="Microsoft YaHei"/>
                <a:ea typeface="Microsoft YaHei"/>
                <a:cs typeface="Microsoft YaHei"/>
              </a:defRPr>
            </a:lvl2pPr>
            <a:lvl3pPr>
              <a:defRPr sz="2325" b="1">
                <a:solidFill>
                  <a:srgbClr val="303030"/>
                </a:solidFill>
                <a:latin typeface="Microsoft YaHei"/>
                <a:ea typeface="Microsoft YaHei"/>
                <a:cs typeface="Microsoft YaHei"/>
              </a:defRPr>
            </a:lvl3pPr>
            <a:lvl4pPr>
              <a:defRPr sz="2325" b="1">
                <a:solidFill>
                  <a:srgbClr val="303030"/>
                </a:solidFill>
                <a:latin typeface="Microsoft YaHei"/>
                <a:ea typeface="Microsoft YaHei"/>
                <a:cs typeface="Microsoft YaHei"/>
              </a:defRPr>
            </a:lvl4pPr>
            <a:lvl5pPr>
              <a:defRPr sz="2325" b="1">
                <a:solidFill>
                  <a:srgbClr val="303030"/>
                </a:solidFill>
                <a:latin typeface="Microsoft YaHei"/>
                <a:ea typeface="Microsoft YaHei"/>
                <a:cs typeface="Microsoft YaHei"/>
              </a:defRPr>
            </a:lvl5pPr>
            <a:lvl6pPr>
              <a:defRPr sz="2325" b="1">
                <a:solidFill>
                  <a:srgbClr val="303030"/>
                </a:solidFill>
                <a:latin typeface="Microsoft YaHei"/>
                <a:ea typeface="Microsoft YaHei"/>
                <a:cs typeface="Microsoft YaHei"/>
              </a:defRPr>
            </a:lvl6pPr>
            <a:lvl7pPr>
              <a:defRPr sz="2325" b="1">
                <a:solidFill>
                  <a:srgbClr val="303030"/>
                </a:solidFill>
                <a:latin typeface="Microsoft YaHei"/>
                <a:ea typeface="Microsoft YaHei"/>
                <a:cs typeface="Microsoft YaHei"/>
              </a:defRPr>
            </a:lvl7pPr>
            <a:lvl8pPr>
              <a:defRPr sz="2325" b="1">
                <a:solidFill>
                  <a:srgbClr val="303030"/>
                </a:solidFill>
                <a:latin typeface="Microsoft YaHei"/>
                <a:ea typeface="Microsoft YaHei"/>
                <a:cs typeface="Microsoft YaHei"/>
              </a:defRPr>
            </a:lvl8pPr>
            <a:lvl9pPr>
              <a:defRPr sz="2325" b="1">
                <a:solidFill>
                  <a:srgbClr val="303030"/>
                </a:solidFill>
                <a:latin typeface="Microsoft YaHei"/>
                <a:ea typeface="Microsoft YaHei"/>
                <a:cs typeface="Microsoft YaHei"/>
              </a:defRPr>
            </a:lvl9pPr>
          </a:lstStyle>
          <a:p xmlns:a="http://schemas.openxmlformats.org/drawingml/2006/main">
            <a:pPr>
              <a:defRPr sz="2325" b="1">
                <a:solidFill>
                  <a:srgbClr val="303030"/>
                </a:solidFill>
                <a:latin typeface="Microsoft YaHei"/>
                <a:ea typeface="Microsoft YaHei"/>
                <a:cs typeface="Microsoft YaHei"/>
              </a:defRPr>
            </a:pPr>
            <a:r>
              <a:rPr sz="2325" b="1">
                <a:solidFill>
                  <a:srgbClr val="303030"/>
                </a:solidFill>
                <a:latin typeface="Microsoft YaHei"/>
                <a:ea typeface="Microsoft YaHei"/>
                <a:cs typeface="Microsoft YaHei"/>
              </a:rPr>
              <a:t>Evidence on reliability and cost for analytical teams</a:t>
            </a:r>
          </a:p>
        </p:txBody>
      </p:sp>
      <p:sp>
        <p:nvSpPr>
          <p:cNvPr id="8" name="scope">
            <a:extLst xmlns:a="http://schemas.openxmlformats.org/drawingml/2006/main">
              <a:ext uri="{FF2B5EF4-FFF2-40B4-BE49-F238E27FC236}">
                <a16:creationId xmlns:a16="http://schemas.microsoft.com/office/drawing/2014/main" id="{0148A3B6-CA34-4FFB-A896-7174ABCCCB49}"/>
              </a:ext>
            </a:extLst>
          </p:cNvPr>
          <p:cNvSpPr>
            <a:spLocks xmlns:a="http://schemas.openxmlformats.org/drawingml/2006/main" noGrp="1"/>
          </p:cNvSpPr>
          <p:nvPr/>
        </p:nvSpPr>
        <p:spPr>
          <a:xfrm xmlns:a="http://schemas.openxmlformats.org/drawingml/2006/main">
            <a:off x="571500" y="5257800"/>
            <a:ext cx="10858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950" b="0">
                <a:solidFill>
                  <a:srgbClr val="575757"/>
                </a:solidFill>
                <a:latin typeface="Microsoft YaHei"/>
                <a:ea typeface="Microsoft YaHei"/>
                <a:cs typeface="Microsoft YaHei"/>
              </a:defRPr>
            </a:defPPr>
            <a:lvl1pPr>
              <a:defRPr sz="1950" b="0">
                <a:solidFill>
                  <a:srgbClr val="575757"/>
                </a:solidFill>
                <a:latin typeface="Microsoft YaHei"/>
                <a:ea typeface="Microsoft YaHei"/>
                <a:cs typeface="Microsoft YaHei"/>
              </a:defRPr>
            </a:lvl1pPr>
            <a:lvl2pPr>
              <a:defRPr sz="1950" b="0">
                <a:solidFill>
                  <a:srgbClr val="575757"/>
                </a:solidFill>
                <a:latin typeface="Microsoft YaHei"/>
                <a:ea typeface="Microsoft YaHei"/>
                <a:cs typeface="Microsoft YaHei"/>
              </a:defRPr>
            </a:lvl2pPr>
            <a:lvl3pPr>
              <a:defRPr sz="1950" b="0">
                <a:solidFill>
                  <a:srgbClr val="575757"/>
                </a:solidFill>
                <a:latin typeface="Microsoft YaHei"/>
                <a:ea typeface="Microsoft YaHei"/>
                <a:cs typeface="Microsoft YaHei"/>
              </a:defRPr>
            </a:lvl3pPr>
            <a:lvl4pPr>
              <a:defRPr sz="1950" b="0">
                <a:solidFill>
                  <a:srgbClr val="575757"/>
                </a:solidFill>
                <a:latin typeface="Microsoft YaHei"/>
                <a:ea typeface="Microsoft YaHei"/>
                <a:cs typeface="Microsoft YaHei"/>
              </a:defRPr>
            </a:lvl4pPr>
            <a:lvl5pPr>
              <a:defRPr sz="1950" b="0">
                <a:solidFill>
                  <a:srgbClr val="575757"/>
                </a:solidFill>
                <a:latin typeface="Microsoft YaHei"/>
                <a:ea typeface="Microsoft YaHei"/>
                <a:cs typeface="Microsoft YaHei"/>
              </a:defRPr>
            </a:lvl5pPr>
            <a:lvl6pPr>
              <a:defRPr sz="1950" b="0">
                <a:solidFill>
                  <a:srgbClr val="575757"/>
                </a:solidFill>
                <a:latin typeface="Microsoft YaHei"/>
                <a:ea typeface="Microsoft YaHei"/>
                <a:cs typeface="Microsoft YaHei"/>
              </a:defRPr>
            </a:lvl6pPr>
            <a:lvl7pPr>
              <a:defRPr sz="1950" b="0">
                <a:solidFill>
                  <a:srgbClr val="575757"/>
                </a:solidFill>
                <a:latin typeface="Microsoft YaHei"/>
                <a:ea typeface="Microsoft YaHei"/>
                <a:cs typeface="Microsoft YaHei"/>
              </a:defRPr>
            </a:lvl7pPr>
            <a:lvl8pPr>
              <a:defRPr sz="1950" b="0">
                <a:solidFill>
                  <a:srgbClr val="575757"/>
                </a:solidFill>
                <a:latin typeface="Microsoft YaHei"/>
                <a:ea typeface="Microsoft YaHei"/>
                <a:cs typeface="Microsoft YaHei"/>
              </a:defRPr>
            </a:lvl8pPr>
            <a:lvl9pPr>
              <a:defRPr sz="1950" b="0">
                <a:solidFill>
                  <a:srgbClr val="575757"/>
                </a:solidFill>
                <a:latin typeface="Microsoft YaHei"/>
                <a:ea typeface="Microsoft YaHei"/>
                <a:cs typeface="Microsoft YaHei"/>
              </a:defRPr>
            </a:lvl9pPr>
          </a:lstStyle>
          <a:p xmlns:a="http://schemas.openxmlformats.org/drawingml/2006/main">
            <a:pPr>
              <a:defRPr sz="1950" b="0">
                <a:solidFill>
                  <a:srgbClr val="575757"/>
                </a:solidFill>
                <a:latin typeface="Microsoft YaHei"/>
                <a:ea typeface="Microsoft YaHei"/>
                <a:cs typeface="Microsoft YaHei"/>
              </a:defRPr>
            </a:pPr>
            <a:r>
              <a:rPr sz="1950" b="0">
                <a:solidFill>
                  <a:srgbClr val="575757"/>
                </a:solidFill>
                <a:latin typeface="Microsoft YaHei"/>
                <a:ea typeface="Microsoft YaHei"/>
                <a:cs typeface="Microsoft YaHei"/>
              </a:rPr>
              <a:t>Potential MAST refinements depend on recurring trace evidence.</a:t>
            </a:r>
          </a:p>
          <a:p xmlns:a="http://schemas.openxmlformats.org/drawingml/2006/main">
            <a:pPr>
              <a:defRPr sz="1950" b="0">
                <a:solidFill>
                  <a:srgbClr val="575757"/>
                </a:solidFill>
                <a:latin typeface="Microsoft YaHei"/>
                <a:ea typeface="Microsoft YaHei"/>
                <a:cs typeface="Microsoft YaHei"/>
              </a:defRPr>
            </a:pPr>
            <a:r>
              <a:rPr sz="1950" b="0">
                <a:solidFill>
                  <a:srgbClr val="575757"/>
                </a:solidFill>
                <a:latin typeface="Microsoft YaHei"/>
                <a:ea typeface="Microsoft YaHei"/>
                <a:cs typeface="Microsoft YaHei"/>
              </a:rPr>
              <a:t>Positive, null and negative findings all inform the contribution.</a:t>
            </a:r>
          </a:p>
        </p:txBody>
      </p:sp>
    </p:spTree>
    <p:extLst>
      <p:ext uri="{BB962C8B-B14F-4D97-AF65-F5344CB8AC3E}">
        <p14:creationId xmlns:p14="http://schemas.microsoft.com/office/powerpoint/2010/main" val="910577282"/>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E547F508-C267-4F51-81A9-677A24AAAAB8}"/>
              </a:ext>
            </a:extLst>
          </p:cNvPr>
          <p:cNvSpPr>
            <a:spLocks xmlns:a="http://schemas.openxmlformats.org/drawingml/2006/main" noGrp="1"/>
          </p:cNvSpPr>
          <p:nvPr>
            <p:ph type="title" idx="0"/>
          </p:nvPr>
        </p:nvSpPr>
        <p:spPr>
          <a:xfrm xmlns:a="http://schemas.openxmlformats.org/drawingml/2006/main">
            <a:off x="474821" y="998125"/>
            <a:ext cx="11239500" cy="704850"/>
          </a:xfrm>
        </p:spPr>
        <p:txBody>
          <a:bodyPr xmlns:a="http://schemas.openxmlformats.org/drawingml/2006/main" lIns="0" tIns="0" rIns="0" bIns="0">
            <a:normAutofit fontScale="100000"/>
          </a:bodyPr>
          <a:lstStyle xmlns:a="http://schemas.openxmlformats.org/drawingml/2006/main">
            <a:defPPr>
              <a:defRPr sz="3960">
                <a:solidFill>
                  <a:srgbClr val="B81C22"/>
                </a:solidFill>
                <a:latin typeface="Microsoft YaHei"/>
                <a:ea typeface="Microsoft YaHei"/>
                <a:cs typeface="Microsoft YaHei"/>
              </a:defRPr>
            </a:defPPr>
            <a:lvl1pPr>
              <a:defRPr sz="3960">
                <a:solidFill>
                  <a:srgbClr val="B81C22"/>
                </a:solidFill>
                <a:latin typeface="Microsoft YaHei"/>
                <a:ea typeface="Microsoft YaHei"/>
                <a:cs typeface="Microsoft YaHei"/>
              </a:defRPr>
            </a:lvl1pPr>
            <a:lvl2pPr>
              <a:defRPr sz="3960">
                <a:solidFill>
                  <a:srgbClr val="B81C22"/>
                </a:solidFill>
                <a:latin typeface="Microsoft YaHei"/>
                <a:ea typeface="Microsoft YaHei"/>
                <a:cs typeface="Microsoft YaHei"/>
              </a:defRPr>
            </a:lvl2pPr>
            <a:lvl3pPr>
              <a:defRPr sz="3960">
                <a:solidFill>
                  <a:srgbClr val="B81C22"/>
                </a:solidFill>
                <a:latin typeface="Microsoft YaHei"/>
                <a:ea typeface="Microsoft YaHei"/>
                <a:cs typeface="Microsoft YaHei"/>
              </a:defRPr>
            </a:lvl3pPr>
            <a:lvl4pPr>
              <a:defRPr sz="3960">
                <a:solidFill>
                  <a:srgbClr val="B81C22"/>
                </a:solidFill>
                <a:latin typeface="Microsoft YaHei"/>
                <a:ea typeface="Microsoft YaHei"/>
                <a:cs typeface="Microsoft YaHei"/>
              </a:defRPr>
            </a:lvl4pPr>
            <a:lvl5pPr>
              <a:defRPr sz="3960">
                <a:solidFill>
                  <a:srgbClr val="B81C22"/>
                </a:solidFill>
                <a:latin typeface="Microsoft YaHei"/>
                <a:ea typeface="Microsoft YaHei"/>
                <a:cs typeface="Microsoft YaHei"/>
              </a:defRPr>
            </a:lvl5pPr>
            <a:lvl6pPr>
              <a:defRPr sz="3960">
                <a:solidFill>
                  <a:srgbClr val="B81C22"/>
                </a:solidFill>
                <a:latin typeface="Microsoft YaHei"/>
                <a:ea typeface="Microsoft YaHei"/>
                <a:cs typeface="Microsoft YaHei"/>
              </a:defRPr>
            </a:lvl6pPr>
            <a:lvl7pPr>
              <a:defRPr sz="3960">
                <a:solidFill>
                  <a:srgbClr val="B81C22"/>
                </a:solidFill>
                <a:latin typeface="Microsoft YaHei"/>
                <a:ea typeface="Microsoft YaHei"/>
                <a:cs typeface="Microsoft YaHei"/>
              </a:defRPr>
            </a:lvl7pPr>
            <a:lvl8pPr>
              <a:defRPr sz="3960">
                <a:solidFill>
                  <a:srgbClr val="B81C22"/>
                </a:solidFill>
                <a:latin typeface="Microsoft YaHei"/>
                <a:ea typeface="Microsoft YaHei"/>
                <a:cs typeface="Microsoft YaHei"/>
              </a:defRPr>
            </a:lvl8pPr>
            <a:lvl9pPr>
              <a:defRPr sz="3960">
                <a:solidFill>
                  <a:srgbClr val="B81C22"/>
                </a:solidFill>
                <a:latin typeface="Microsoft YaHei"/>
                <a:ea typeface="Microsoft YaHei"/>
                <a:cs typeface="Microsoft YaHei"/>
              </a:defRPr>
            </a:lvl9pPr>
          </a:lstStyle>
          <a:p xmlns:a="http://schemas.openxmlformats.org/drawingml/2006/main">
            <a:pPr>
              <a:defRPr sz="3960">
                <a:solidFill>
                  <a:srgbClr val="B81C22"/>
                </a:solidFill>
                <a:latin typeface="Microsoft YaHei"/>
                <a:ea typeface="Microsoft YaHei"/>
                <a:cs typeface="Microsoft YaHei"/>
              </a:defRPr>
            </a:pPr>
            <a:r>
              <a:rPr sz="3960">
                <a:solidFill>
                  <a:srgbClr val="B81C22"/>
                </a:solidFill>
                <a:latin typeface="Microsoft YaHei"/>
                <a:ea typeface="Microsoft YaHei"/>
                <a:cs typeface="Microsoft YaHei"/>
              </a:rPr>
              <a:t>Challenges &amp; Limitations</a:t>
            </a:r>
            <a:endParaRPr/>
          </a:p>
        </p:txBody>
      </p:sp>
      <p:sp>
        <p:nvSpPr>
          <p:cNvPr id="3" name="content-heading">
            <a:extLst xmlns:a="http://schemas.openxmlformats.org/drawingml/2006/main">
              <a:ext uri="{FF2B5EF4-FFF2-40B4-BE49-F238E27FC236}">
                <a16:creationId xmlns:a16="http://schemas.microsoft.com/office/drawing/2014/main" id="{A6E86155-142F-44A4-8DC8-3D2AB2C4A658}"/>
              </a:ext>
            </a:extLst>
          </p:cNvPr>
          <p:cNvSpPr>
            <a:spLocks xmlns:a="http://schemas.openxmlformats.org/drawingml/2006/main" noGrp="1"/>
          </p:cNvSpPr>
          <p:nvPr/>
        </p:nvSpPr>
        <p:spPr>
          <a:xfrm xmlns:a="http://schemas.openxmlformats.org/drawingml/2006/main">
            <a:off x="571500" y="1838325"/>
            <a:ext cx="1095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325" b="1">
                <a:solidFill>
                  <a:srgbClr val="303030"/>
                </a:solidFill>
                <a:latin typeface="Microsoft YaHei"/>
                <a:ea typeface="Microsoft YaHei"/>
                <a:cs typeface="Microsoft YaHei"/>
              </a:defRPr>
            </a:defPPr>
            <a:lvl1pPr>
              <a:defRPr sz="2325" b="1">
                <a:solidFill>
                  <a:srgbClr val="303030"/>
                </a:solidFill>
                <a:latin typeface="Microsoft YaHei"/>
                <a:ea typeface="Microsoft YaHei"/>
                <a:cs typeface="Microsoft YaHei"/>
              </a:defRPr>
            </a:lvl1pPr>
            <a:lvl2pPr>
              <a:defRPr sz="2325" b="1">
                <a:solidFill>
                  <a:srgbClr val="303030"/>
                </a:solidFill>
                <a:latin typeface="Microsoft YaHei"/>
                <a:ea typeface="Microsoft YaHei"/>
                <a:cs typeface="Microsoft YaHei"/>
              </a:defRPr>
            </a:lvl2pPr>
            <a:lvl3pPr>
              <a:defRPr sz="2325" b="1">
                <a:solidFill>
                  <a:srgbClr val="303030"/>
                </a:solidFill>
                <a:latin typeface="Microsoft YaHei"/>
                <a:ea typeface="Microsoft YaHei"/>
                <a:cs typeface="Microsoft YaHei"/>
              </a:defRPr>
            </a:lvl3pPr>
            <a:lvl4pPr>
              <a:defRPr sz="2325" b="1">
                <a:solidFill>
                  <a:srgbClr val="303030"/>
                </a:solidFill>
                <a:latin typeface="Microsoft YaHei"/>
                <a:ea typeface="Microsoft YaHei"/>
                <a:cs typeface="Microsoft YaHei"/>
              </a:defRPr>
            </a:lvl4pPr>
            <a:lvl5pPr>
              <a:defRPr sz="2325" b="1">
                <a:solidFill>
                  <a:srgbClr val="303030"/>
                </a:solidFill>
                <a:latin typeface="Microsoft YaHei"/>
                <a:ea typeface="Microsoft YaHei"/>
                <a:cs typeface="Microsoft YaHei"/>
              </a:defRPr>
            </a:lvl5pPr>
            <a:lvl6pPr>
              <a:defRPr sz="2325" b="1">
                <a:solidFill>
                  <a:srgbClr val="303030"/>
                </a:solidFill>
                <a:latin typeface="Microsoft YaHei"/>
                <a:ea typeface="Microsoft YaHei"/>
                <a:cs typeface="Microsoft YaHei"/>
              </a:defRPr>
            </a:lvl6pPr>
            <a:lvl7pPr>
              <a:defRPr sz="2325" b="1">
                <a:solidFill>
                  <a:srgbClr val="303030"/>
                </a:solidFill>
                <a:latin typeface="Microsoft YaHei"/>
                <a:ea typeface="Microsoft YaHei"/>
                <a:cs typeface="Microsoft YaHei"/>
              </a:defRPr>
            </a:lvl7pPr>
            <a:lvl8pPr>
              <a:defRPr sz="2325" b="1">
                <a:solidFill>
                  <a:srgbClr val="303030"/>
                </a:solidFill>
                <a:latin typeface="Microsoft YaHei"/>
                <a:ea typeface="Microsoft YaHei"/>
                <a:cs typeface="Microsoft YaHei"/>
              </a:defRPr>
            </a:lvl8pPr>
            <a:lvl9pPr>
              <a:defRPr sz="2325" b="1">
                <a:solidFill>
                  <a:srgbClr val="303030"/>
                </a:solidFill>
                <a:latin typeface="Microsoft YaHei"/>
                <a:ea typeface="Microsoft YaHei"/>
                <a:cs typeface="Microsoft YaHei"/>
              </a:defRPr>
            </a:lvl9pPr>
          </a:lstStyle>
          <a:p xmlns:a="http://schemas.openxmlformats.org/drawingml/2006/main">
            <a:pPr>
              <a:defRPr sz="2325" b="1">
                <a:solidFill>
                  <a:srgbClr val="303030"/>
                </a:solidFill>
                <a:latin typeface="Microsoft YaHei"/>
                <a:ea typeface="Microsoft YaHei"/>
                <a:cs typeface="Microsoft YaHei"/>
              </a:defRPr>
            </a:pPr>
            <a:r>
              <a:rPr sz="2325" b="1">
                <a:solidFill>
                  <a:srgbClr val="303030"/>
                </a:solidFill>
                <a:latin typeface="Microsoft YaHei"/>
                <a:ea typeface="Microsoft YaHei"/>
                <a:cs typeface="Microsoft YaHei"/>
              </a:rPr>
              <a:t>Unresolved Risks and Scope</a:t>
            </a:r>
          </a:p>
        </p:txBody>
      </p:sp>
      <p:sp>
        <p:nvSpPr>
          <p:cNvPr id="4" name="page">
            <a:extLst xmlns:a="http://schemas.openxmlformats.org/drawingml/2006/main">
              <a:ext uri="{FF2B5EF4-FFF2-40B4-BE49-F238E27FC236}">
                <a16:creationId xmlns:a16="http://schemas.microsoft.com/office/drawing/2014/main" id="{5CC0735F-127A-43F0-83E9-857794E4B2AB}"/>
              </a:ext>
            </a:extLst>
          </p:cNvPr>
          <p:cNvSpPr>
            <a:spLocks xmlns:a="http://schemas.openxmlformats.org/drawingml/2006/main" noGrp="1"/>
          </p:cNvSpPr>
          <p:nvPr/>
        </p:nvSpPr>
        <p:spPr>
          <a:xfrm xmlns:a="http://schemas.openxmlformats.org/drawingml/2006/main">
            <a:off x="10763250" y="6343650"/>
            <a:ext cx="95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0">
                <a:solidFill>
                  <a:srgbClr val="575757"/>
                </a:solidFill>
                <a:latin typeface="Microsoft YaHei"/>
                <a:ea typeface="Microsoft YaHei"/>
                <a:cs typeface="Microsoft YaHei"/>
              </a:defRPr>
            </a:defPPr>
            <a:lvl1pPr>
              <a:defRPr sz="1200" b="0">
                <a:solidFill>
                  <a:srgbClr val="575757"/>
                </a:solidFill>
                <a:latin typeface="Microsoft YaHei"/>
                <a:ea typeface="Microsoft YaHei"/>
                <a:cs typeface="Microsoft YaHei"/>
              </a:defRPr>
            </a:lvl1pPr>
            <a:lvl2pPr>
              <a:defRPr sz="1200" b="0">
                <a:solidFill>
                  <a:srgbClr val="575757"/>
                </a:solidFill>
                <a:latin typeface="Microsoft YaHei"/>
                <a:ea typeface="Microsoft YaHei"/>
                <a:cs typeface="Microsoft YaHei"/>
              </a:defRPr>
            </a:lvl2pPr>
            <a:lvl3pPr>
              <a:defRPr sz="1200" b="0">
                <a:solidFill>
                  <a:srgbClr val="575757"/>
                </a:solidFill>
                <a:latin typeface="Microsoft YaHei"/>
                <a:ea typeface="Microsoft YaHei"/>
                <a:cs typeface="Microsoft YaHei"/>
              </a:defRPr>
            </a:lvl3pPr>
            <a:lvl4pPr>
              <a:defRPr sz="1200" b="0">
                <a:solidFill>
                  <a:srgbClr val="575757"/>
                </a:solidFill>
                <a:latin typeface="Microsoft YaHei"/>
                <a:ea typeface="Microsoft YaHei"/>
                <a:cs typeface="Microsoft YaHei"/>
              </a:defRPr>
            </a:lvl4pPr>
            <a:lvl5pPr>
              <a:defRPr sz="1200" b="0">
                <a:solidFill>
                  <a:srgbClr val="575757"/>
                </a:solidFill>
                <a:latin typeface="Microsoft YaHei"/>
                <a:ea typeface="Microsoft YaHei"/>
                <a:cs typeface="Microsoft YaHei"/>
              </a:defRPr>
            </a:lvl5pPr>
            <a:lvl6pPr>
              <a:defRPr sz="1200" b="0">
                <a:solidFill>
                  <a:srgbClr val="575757"/>
                </a:solidFill>
                <a:latin typeface="Microsoft YaHei"/>
                <a:ea typeface="Microsoft YaHei"/>
                <a:cs typeface="Microsoft YaHei"/>
              </a:defRPr>
            </a:lvl6pPr>
            <a:lvl7pPr>
              <a:defRPr sz="1200" b="0">
                <a:solidFill>
                  <a:srgbClr val="575757"/>
                </a:solidFill>
                <a:latin typeface="Microsoft YaHei"/>
                <a:ea typeface="Microsoft YaHei"/>
                <a:cs typeface="Microsoft YaHei"/>
              </a:defRPr>
            </a:lvl7pPr>
            <a:lvl8pPr>
              <a:defRPr sz="1200" b="0">
                <a:solidFill>
                  <a:srgbClr val="575757"/>
                </a:solidFill>
                <a:latin typeface="Microsoft YaHei"/>
                <a:ea typeface="Microsoft YaHei"/>
                <a:cs typeface="Microsoft YaHei"/>
              </a:defRPr>
            </a:lvl8pPr>
            <a:lvl9pPr>
              <a:defRPr sz="1200" b="0">
                <a:solidFill>
                  <a:srgbClr val="575757"/>
                </a:solidFill>
                <a:latin typeface="Microsoft YaHei"/>
                <a:ea typeface="Microsoft YaHei"/>
                <a:cs typeface="Microsoft YaHei"/>
              </a:defRPr>
            </a:lvl9pPr>
          </a:lstStyle>
          <a:p xmlns:a="http://schemas.openxmlformats.org/drawingml/2006/main">
            <a:pPr>
              <a:defRPr sz="1200" b="0">
                <a:solidFill>
                  <a:srgbClr val="575757"/>
                </a:solidFill>
                <a:latin typeface="Microsoft YaHei"/>
                <a:ea typeface="Microsoft YaHei"/>
                <a:cs typeface="Microsoft YaHei"/>
              </a:defRPr>
            </a:pPr>
            <a:r>
              <a:rPr sz="1200" b="0">
                <a:solidFill>
                  <a:srgbClr val="575757"/>
                </a:solidFill>
                <a:latin typeface="Microsoft YaHei"/>
                <a:ea typeface="Microsoft YaHei"/>
                <a:cs typeface="Microsoft YaHei"/>
              </a:rPr>
              <a:t>12 / 13</a:t>
            </a:r>
          </a:p>
        </p:txBody>
      </p:sp>
      <p:graphicFrame>
        <p:nvGraphicFramePr>
          <p:cNvPr id="5" name="">
            <a:extLst xmlns:a="http://schemas.openxmlformats.org/drawingml/2006/main">
              <a:ext uri="{FF2B5EF4-FFF2-40B4-BE49-F238E27FC236}">
                <a16:creationId xmlns:a16="http://schemas.microsoft.com/office/drawing/2014/main" id="{D1F6C5FE-DFFA-4483-B3DF-95A2C1308330}"/>
              </a:ext>
            </a:extLst>
          </p:cNvPr>
          <p:cNvGraphicFramePr/>
          <p:nvPr/>
        </p:nvGraphicFramePr>
        <p:xfrm>
          <a:off xmlns:a="http://schemas.openxmlformats.org/drawingml/2006/main" x="571500" y="2609850"/>
          <a:ext xmlns:a="http://schemas.openxmlformats.org/drawingml/2006/main" cx="10953750" cy="2571750"/>
        </p:xfrm>
        <a:graphic xmlns:a="http://schemas.openxmlformats.org/drawingml/2006/main">
          <a:graphicData uri="http://schemas.openxmlformats.org/drawingml/2006/table">
            <a:tbl>
              <a:tblPr/>
              <a:tblGrid>
                <a:gridCol w="5429250"/>
                <a:gridCol w="5524500"/>
              </a:tblGrid>
              <a:tr h="642938">
                <a:tc>
                  <a:txBody>
                    <a:bodyPr/>
                    <a:lstStyle/>
                    <a:p>
                      <a:r>
                        <a:rPr sz="1950" b="1">
                          <a:solidFill>
                            <a:srgbClr val="FFFFFF"/>
                          </a:solidFill>
                          <a:latin typeface="Microsoft YaHei"/>
                          <a:ea typeface="Microsoft YaHei"/>
                          <a:cs typeface="Microsoft YaHei"/>
                        </a:rPr>
                        <a:t>Challenge</a:t>
                      </a:r>
                    </a:p>
                  </a:txBody>
                  <a:tcPr marL="114300" marR="114300" marT="76200" marB="76200" anchor="ctr">
                    <a:lnL w="6668">
                      <a:solidFill>
                        <a:srgbClr val="D8D1C9"/>
                      </a:solidFill>
                      <a:prstDash val="solid"/>
                    </a:lnL>
                    <a:lnR w="6668">
                      <a:solidFill>
                        <a:srgbClr val="D8D1C9"/>
                      </a:solidFill>
                      <a:prstDash val="solid"/>
                    </a:lnR>
                    <a:lnT w="6668">
                      <a:solidFill>
                        <a:srgbClr val="D8D1C9"/>
                      </a:solidFill>
                      <a:prstDash val="solid"/>
                    </a:lnT>
                    <a:lnB w="6668">
                      <a:solidFill>
                        <a:srgbClr val="D8D1C9"/>
                      </a:solidFill>
                      <a:prstDash val="solid"/>
                    </a:lnB>
                    <a:solidFill>
                      <a:srgbClr val="B81C22"/>
                    </a:solidFill>
                  </a:tcPr>
                </a:tc>
                <a:tc>
                  <a:txBody>
                    <a:bodyPr/>
                    <a:lstStyle/>
                    <a:p>
                      <a:r>
                        <a:rPr sz="1950" b="1">
                          <a:solidFill>
                            <a:srgbClr val="FFFFFF"/>
                          </a:solidFill>
                          <a:latin typeface="Microsoft YaHei"/>
                          <a:ea typeface="Microsoft YaHei"/>
                          <a:cs typeface="Microsoft YaHei"/>
                        </a:rPr>
                        <a:t>Planned response</a:t>
                      </a:r>
                    </a:p>
                  </a:txBody>
                  <a:tcPr marL="114300" marR="114300" marT="76200" marB="76200" anchor="ctr">
                    <a:lnR w="6668">
                      <a:solidFill>
                        <a:srgbClr val="D8D1C9"/>
                      </a:solidFill>
                      <a:prstDash val="solid"/>
                    </a:lnR>
                    <a:lnT w="6668">
                      <a:solidFill>
                        <a:srgbClr val="D8D1C9"/>
                      </a:solidFill>
                      <a:prstDash val="solid"/>
                    </a:lnT>
                    <a:lnB w="6668">
                      <a:solidFill>
                        <a:srgbClr val="D8D1C9"/>
                      </a:solidFill>
                      <a:prstDash val="solid"/>
                    </a:lnB>
                    <a:solidFill>
                      <a:srgbClr val="B81C22"/>
                    </a:solidFill>
                  </a:tcPr>
                </a:tc>
              </a:tr>
              <a:tr h="642938">
                <a:tc>
                  <a:txBody>
                    <a:bodyPr/>
                    <a:lstStyle/>
                    <a:p>
                      <a:r>
                        <a:rPr sz="1950" b="0">
                          <a:solidFill>
                            <a:srgbClr val="575757"/>
                          </a:solidFill>
                          <a:latin typeface="Microsoft YaHei"/>
                          <a:ea typeface="Microsoft YaHei"/>
                          <a:cs typeface="Microsoft YaHei"/>
                        </a:rPr>
                        <a:t>Reviewer shares the wrong interpretation</a:t>
                      </a:r>
                    </a:p>
                    <a:p>
                      <a:r>
                        <a:rPr sz="1950" b="0">
                          <a:solidFill>
                            <a:srgbClr val="575757"/>
                          </a:solidFill>
                          <a:latin typeface="Microsoft YaHei"/>
                          <a:ea typeface="Microsoft YaHei"/>
                          <a:cs typeface="Microsoft YaHei"/>
                        </a:rPr>
                        <a:t>or generates an invalid test</a:t>
                      </a:r>
                    </a:p>
                  </a:txBody>
                  <a:tcPr marL="114300" marR="114300" marT="76200" marB="76200" anchor="ctr">
                    <a:lnL w="6668">
                      <a:solidFill>
                        <a:srgbClr val="D8D1C9"/>
                      </a:solidFill>
                      <a:prstDash val="solid"/>
                    </a:lnL>
                    <a:lnR w="6668">
                      <a:solidFill>
                        <a:srgbClr val="D8D1C9"/>
                      </a:solidFill>
                      <a:prstDash val="solid"/>
                    </a:lnR>
                    <a:lnB w="6668">
                      <a:solidFill>
                        <a:srgbClr val="D8D1C9"/>
                      </a:solidFill>
                      <a:prstDash val="solid"/>
                    </a:lnB>
                    <a:solidFill>
                      <a:srgbClr val="FFFFFF"/>
                    </a:solidFill>
                  </a:tcPr>
                </a:tc>
                <a:tc>
                  <a:txBody>
                    <a:bodyPr/>
                    <a:lstStyle/>
                    <a:p>
                      <a:r>
                        <a:rPr sz="1950" b="0">
                          <a:solidFill>
                            <a:srgbClr val="575757"/>
                          </a:solidFill>
                          <a:latin typeface="Microsoft YaHei"/>
                          <a:ea typeface="Microsoft YaHei"/>
                          <a:cs typeface="Microsoft YaHei"/>
                        </a:rPr>
                        <a:t>Audit test validity and source support</a:t>
                      </a:r>
                    </a:p>
                  </a:txBody>
                  <a:tcPr marL="114300" marR="114300" marT="76200" marB="76200" anchor="ctr">
                    <a:lnR w="6668">
                      <a:solidFill>
                        <a:srgbClr val="D8D1C9"/>
                      </a:solidFill>
                      <a:prstDash val="solid"/>
                    </a:lnR>
                    <a:lnB w="6668">
                      <a:solidFill>
                        <a:srgbClr val="D8D1C9"/>
                      </a:solidFill>
                      <a:prstDash val="solid"/>
                    </a:lnB>
                    <a:solidFill>
                      <a:srgbClr val="FFFFFF"/>
                    </a:solidFill>
                  </a:tcPr>
                </a:tc>
              </a:tr>
              <a:tr h="642938">
                <a:tc>
                  <a:txBody>
                    <a:bodyPr/>
                    <a:lstStyle/>
                    <a:p>
                      <a:r>
                        <a:rPr sz="1950" b="0">
                          <a:solidFill>
                            <a:srgbClr val="575757"/>
                          </a:solidFill>
                          <a:latin typeface="Microsoft YaHei"/>
                          <a:ea typeface="Microsoft YaHei"/>
                          <a:cs typeface="Microsoft YaHei"/>
                        </a:rPr>
                        <a:t>Few relevant failures or poor cost–benefit</a:t>
                      </a:r>
                    </a:p>
                  </a:txBody>
                  <a:tcPr marL="114300" marR="114300" marT="76200" marB="76200" anchor="ctr">
                    <a:lnL w="6668">
                      <a:solidFill>
                        <a:srgbClr val="D8D1C9"/>
                      </a:solidFill>
                      <a:prstDash val="solid"/>
                    </a:lnL>
                    <a:lnR w="6668">
                      <a:solidFill>
                        <a:srgbClr val="D8D1C9"/>
                      </a:solidFill>
                      <a:prstDash val="solid"/>
                    </a:lnR>
                    <a:lnB w="6668">
                      <a:solidFill>
                        <a:srgbClr val="D8D1C9"/>
                      </a:solidFill>
                      <a:prstDash val="solid"/>
                    </a:lnB>
                    <a:solidFill>
                      <a:srgbClr val="F7F3EE"/>
                    </a:solidFill>
                  </a:tcPr>
                </a:tc>
                <a:tc>
                  <a:txBody>
                    <a:bodyPr/>
                    <a:lstStyle/>
                    <a:p>
                      <a:r>
                        <a:rPr sz="1950" b="0">
                          <a:solidFill>
                            <a:srgbClr val="575757"/>
                          </a:solidFill>
                          <a:latin typeface="Microsoft YaHei"/>
                          <a:ea typeface="Microsoft YaHei"/>
                          <a:cs typeface="Microsoft YaHei"/>
                        </a:rPr>
                        <a:t>Check prevalence in development; report null results</a:t>
                      </a:r>
                    </a:p>
                  </a:txBody>
                  <a:tcPr marL="114300" marR="114300" marT="76200" marB="76200" anchor="ctr">
                    <a:lnR w="6668">
                      <a:solidFill>
                        <a:srgbClr val="D8D1C9"/>
                      </a:solidFill>
                      <a:prstDash val="solid"/>
                    </a:lnR>
                    <a:lnB w="6668">
                      <a:solidFill>
                        <a:srgbClr val="D8D1C9"/>
                      </a:solidFill>
                      <a:prstDash val="solid"/>
                    </a:lnB>
                    <a:solidFill>
                      <a:srgbClr val="F7F3EE"/>
                    </a:solidFill>
                  </a:tcPr>
                </a:tc>
              </a:tr>
              <a:tr h="642938">
                <a:tc>
                  <a:txBody>
                    <a:bodyPr/>
                    <a:lstStyle/>
                    <a:p>
                      <a:r>
                        <a:rPr sz="1950" b="0">
                          <a:solidFill>
                            <a:srgbClr val="575757"/>
                          </a:solidFill>
                          <a:latin typeface="Microsoft YaHei"/>
                          <a:ea typeface="Microsoft YaHei"/>
                          <a:cs typeface="Microsoft YaHei"/>
                        </a:rPr>
                        <a:t>One hierarchy and benchmark setting</a:t>
                      </a:r>
                    </a:p>
                  </a:txBody>
                  <a:tcPr marL="114300" marR="114300" marT="76200" marB="76200" anchor="ctr">
                    <a:lnL w="6668">
                      <a:solidFill>
                        <a:srgbClr val="D8D1C9"/>
                      </a:solidFill>
                      <a:prstDash val="solid"/>
                    </a:lnL>
                    <a:lnR w="6668">
                      <a:solidFill>
                        <a:srgbClr val="D8D1C9"/>
                      </a:solidFill>
                      <a:prstDash val="solid"/>
                    </a:lnR>
                    <a:lnB w="6668">
                      <a:solidFill>
                        <a:srgbClr val="D8D1C9"/>
                      </a:solidFill>
                      <a:prstDash val="solid"/>
                    </a:lnB>
                    <a:solidFill>
                      <a:srgbClr val="FFFFFF"/>
                    </a:solidFill>
                  </a:tcPr>
                </a:tc>
                <a:tc>
                  <a:txBody>
                    <a:bodyPr/>
                    <a:lstStyle/>
                    <a:p>
                      <a:r>
                        <a:rPr sz="1950" b="0">
                          <a:solidFill>
                            <a:srgbClr val="575757"/>
                          </a:solidFill>
                          <a:latin typeface="Microsoft YaHei"/>
                          <a:ea typeface="Microsoft YaHei"/>
                          <a:cs typeface="Microsoft YaHei"/>
                        </a:rPr>
                        <a:t>Bound conclusions to tested models and tasks</a:t>
                      </a:r>
                    </a:p>
                  </a:txBody>
                  <a:tcPr marL="114300" marR="114300" marT="76200" marB="76200" anchor="ctr">
                    <a:lnR w="6668">
                      <a:solidFill>
                        <a:srgbClr val="D8D1C9"/>
                      </a:solidFill>
                      <a:prstDash val="solid"/>
                    </a:lnR>
                    <a:lnB w="6668">
                      <a:solidFill>
                        <a:srgbClr val="D8D1C9"/>
                      </a:solidFill>
                      <a:prstDash val="solid"/>
                    </a:lnB>
                    <a:solidFill>
                      <a:srgbClr val="FFFFFF"/>
                    </a:solidFill>
                  </a:tcPr>
                </a:tc>
              </a:tr>
            </a:tbl>
          </a:graphicData>
        </a:graphic>
      </p:graphicFrame>
      <p:sp>
        <p:nvSpPr>
          <p:cNvPr id="6" name="constraints">
            <a:extLst xmlns:a="http://schemas.openxmlformats.org/drawingml/2006/main">
              <a:ext uri="{FF2B5EF4-FFF2-40B4-BE49-F238E27FC236}">
                <a16:creationId xmlns:a16="http://schemas.microsoft.com/office/drawing/2014/main" id="{63B1C2D5-B602-4144-AA73-ACF6ACFEECF9}"/>
              </a:ext>
            </a:extLst>
          </p:cNvPr>
          <p:cNvSpPr>
            <a:spLocks xmlns:a="http://schemas.openxmlformats.org/drawingml/2006/main" noGrp="1"/>
          </p:cNvSpPr>
          <p:nvPr/>
        </p:nvSpPr>
        <p:spPr>
          <a:xfrm xmlns:a="http://schemas.openxmlformats.org/drawingml/2006/main">
            <a:off x="571500" y="5514975"/>
            <a:ext cx="10858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950" b="0">
                <a:solidFill>
                  <a:srgbClr val="575757"/>
                </a:solidFill>
                <a:latin typeface="Microsoft YaHei"/>
                <a:ea typeface="Microsoft YaHei"/>
                <a:cs typeface="Microsoft YaHei"/>
              </a:defRPr>
            </a:defPPr>
            <a:lvl1pPr>
              <a:defRPr sz="1950" b="0">
                <a:solidFill>
                  <a:srgbClr val="575757"/>
                </a:solidFill>
                <a:latin typeface="Microsoft YaHei"/>
                <a:ea typeface="Microsoft YaHei"/>
                <a:cs typeface="Microsoft YaHei"/>
              </a:defRPr>
            </a:lvl1pPr>
            <a:lvl2pPr>
              <a:defRPr sz="1950" b="0">
                <a:solidFill>
                  <a:srgbClr val="575757"/>
                </a:solidFill>
                <a:latin typeface="Microsoft YaHei"/>
                <a:ea typeface="Microsoft YaHei"/>
                <a:cs typeface="Microsoft YaHei"/>
              </a:defRPr>
            </a:lvl2pPr>
            <a:lvl3pPr>
              <a:defRPr sz="1950" b="0">
                <a:solidFill>
                  <a:srgbClr val="575757"/>
                </a:solidFill>
                <a:latin typeface="Microsoft YaHei"/>
                <a:ea typeface="Microsoft YaHei"/>
                <a:cs typeface="Microsoft YaHei"/>
              </a:defRPr>
            </a:lvl3pPr>
            <a:lvl4pPr>
              <a:defRPr sz="1950" b="0">
                <a:solidFill>
                  <a:srgbClr val="575757"/>
                </a:solidFill>
                <a:latin typeface="Microsoft YaHei"/>
                <a:ea typeface="Microsoft YaHei"/>
                <a:cs typeface="Microsoft YaHei"/>
              </a:defRPr>
            </a:lvl4pPr>
            <a:lvl5pPr>
              <a:defRPr sz="1950" b="0">
                <a:solidFill>
                  <a:srgbClr val="575757"/>
                </a:solidFill>
                <a:latin typeface="Microsoft YaHei"/>
                <a:ea typeface="Microsoft YaHei"/>
                <a:cs typeface="Microsoft YaHei"/>
              </a:defRPr>
            </a:lvl5pPr>
            <a:lvl6pPr>
              <a:defRPr sz="1950" b="0">
                <a:solidFill>
                  <a:srgbClr val="575757"/>
                </a:solidFill>
                <a:latin typeface="Microsoft YaHei"/>
                <a:ea typeface="Microsoft YaHei"/>
                <a:cs typeface="Microsoft YaHei"/>
              </a:defRPr>
            </a:lvl6pPr>
            <a:lvl7pPr>
              <a:defRPr sz="1950" b="0">
                <a:solidFill>
                  <a:srgbClr val="575757"/>
                </a:solidFill>
                <a:latin typeface="Microsoft YaHei"/>
                <a:ea typeface="Microsoft YaHei"/>
                <a:cs typeface="Microsoft YaHei"/>
              </a:defRPr>
            </a:lvl7pPr>
            <a:lvl8pPr>
              <a:defRPr sz="1950" b="0">
                <a:solidFill>
                  <a:srgbClr val="575757"/>
                </a:solidFill>
                <a:latin typeface="Microsoft YaHei"/>
                <a:ea typeface="Microsoft YaHei"/>
                <a:cs typeface="Microsoft YaHei"/>
              </a:defRPr>
            </a:lvl8pPr>
            <a:lvl9pPr>
              <a:defRPr sz="1950" b="0">
                <a:solidFill>
                  <a:srgbClr val="575757"/>
                </a:solidFill>
                <a:latin typeface="Microsoft YaHei"/>
                <a:ea typeface="Microsoft YaHei"/>
                <a:cs typeface="Microsoft YaHei"/>
              </a:defRPr>
            </a:lvl9pPr>
          </a:lstStyle>
          <a:p xmlns:a="http://schemas.openxmlformats.org/drawingml/2006/main">
            <a:pPr>
              <a:defRPr sz="1950" b="0">
                <a:solidFill>
                  <a:srgbClr val="575757"/>
                </a:solidFill>
                <a:latin typeface="Microsoft YaHei"/>
                <a:ea typeface="Microsoft YaHei"/>
                <a:cs typeface="Microsoft YaHei"/>
              </a:defRPr>
            </a:pPr>
            <a:r>
              <a:rPr sz="1950" b="0">
                <a:solidFill>
                  <a:srgbClr val="575757"/>
                </a:solidFill>
                <a:latin typeface="Microsoft YaHei"/>
                <a:ea typeface="Microsoft YaHei"/>
                <a:cs typeface="Microsoft YaHei"/>
              </a:rPr>
              <a:t>Public data only. No employer data, human study or production deployment.</a:t>
            </a:r>
          </a:p>
        </p:txBody>
      </p:sp>
    </p:spTree>
    <p:extLst>
      <p:ext uri="{BB962C8B-B14F-4D97-AF65-F5344CB8AC3E}">
        <p14:creationId xmlns:p14="http://schemas.microsoft.com/office/powerpoint/2010/main" val="910577282"/>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E547F508-C267-4F51-81A9-677A24AAAAB8}"/>
              </a:ext>
            </a:extLst>
          </p:cNvPr>
          <p:cNvSpPr>
            <a:spLocks xmlns:a="http://schemas.openxmlformats.org/drawingml/2006/main" noGrp="1"/>
          </p:cNvSpPr>
          <p:nvPr>
            <p:ph type="title" idx="0"/>
          </p:nvPr>
        </p:nvSpPr>
        <p:spPr>
          <a:xfrm xmlns:a="http://schemas.openxmlformats.org/drawingml/2006/main">
            <a:off x="474821" y="998125"/>
            <a:ext cx="11239500" cy="704850"/>
          </a:xfrm>
        </p:spPr>
        <p:txBody>
          <a:bodyPr xmlns:a="http://schemas.openxmlformats.org/drawingml/2006/main" lIns="0" tIns="0" rIns="0" bIns="0">
            <a:normAutofit fontScale="100000"/>
          </a:bodyPr>
          <a:lstStyle xmlns:a="http://schemas.openxmlformats.org/drawingml/2006/main">
            <a:defPPr>
              <a:defRPr sz="3960">
                <a:solidFill>
                  <a:srgbClr val="B81C22"/>
                </a:solidFill>
                <a:latin typeface="Microsoft YaHei"/>
                <a:ea typeface="Microsoft YaHei"/>
                <a:cs typeface="Microsoft YaHei"/>
              </a:defRPr>
            </a:defPPr>
            <a:lvl1pPr>
              <a:defRPr sz="3960">
                <a:solidFill>
                  <a:srgbClr val="B81C22"/>
                </a:solidFill>
                <a:latin typeface="Microsoft YaHei"/>
                <a:ea typeface="Microsoft YaHei"/>
                <a:cs typeface="Microsoft YaHei"/>
              </a:defRPr>
            </a:lvl1pPr>
            <a:lvl2pPr>
              <a:defRPr sz="3960">
                <a:solidFill>
                  <a:srgbClr val="B81C22"/>
                </a:solidFill>
                <a:latin typeface="Microsoft YaHei"/>
                <a:ea typeface="Microsoft YaHei"/>
                <a:cs typeface="Microsoft YaHei"/>
              </a:defRPr>
            </a:lvl2pPr>
            <a:lvl3pPr>
              <a:defRPr sz="3960">
                <a:solidFill>
                  <a:srgbClr val="B81C22"/>
                </a:solidFill>
                <a:latin typeface="Microsoft YaHei"/>
                <a:ea typeface="Microsoft YaHei"/>
                <a:cs typeface="Microsoft YaHei"/>
              </a:defRPr>
            </a:lvl3pPr>
            <a:lvl4pPr>
              <a:defRPr sz="3960">
                <a:solidFill>
                  <a:srgbClr val="B81C22"/>
                </a:solidFill>
                <a:latin typeface="Microsoft YaHei"/>
                <a:ea typeface="Microsoft YaHei"/>
                <a:cs typeface="Microsoft YaHei"/>
              </a:defRPr>
            </a:lvl4pPr>
            <a:lvl5pPr>
              <a:defRPr sz="3960">
                <a:solidFill>
                  <a:srgbClr val="B81C22"/>
                </a:solidFill>
                <a:latin typeface="Microsoft YaHei"/>
                <a:ea typeface="Microsoft YaHei"/>
                <a:cs typeface="Microsoft YaHei"/>
              </a:defRPr>
            </a:lvl5pPr>
            <a:lvl6pPr>
              <a:defRPr sz="3960">
                <a:solidFill>
                  <a:srgbClr val="B81C22"/>
                </a:solidFill>
                <a:latin typeface="Microsoft YaHei"/>
                <a:ea typeface="Microsoft YaHei"/>
                <a:cs typeface="Microsoft YaHei"/>
              </a:defRPr>
            </a:lvl6pPr>
            <a:lvl7pPr>
              <a:defRPr sz="3960">
                <a:solidFill>
                  <a:srgbClr val="B81C22"/>
                </a:solidFill>
                <a:latin typeface="Microsoft YaHei"/>
                <a:ea typeface="Microsoft YaHei"/>
                <a:cs typeface="Microsoft YaHei"/>
              </a:defRPr>
            </a:lvl7pPr>
            <a:lvl8pPr>
              <a:defRPr sz="3960">
                <a:solidFill>
                  <a:srgbClr val="B81C22"/>
                </a:solidFill>
                <a:latin typeface="Microsoft YaHei"/>
                <a:ea typeface="Microsoft YaHei"/>
                <a:cs typeface="Microsoft YaHei"/>
              </a:defRPr>
            </a:lvl8pPr>
            <a:lvl9pPr>
              <a:defRPr sz="3960">
                <a:solidFill>
                  <a:srgbClr val="B81C22"/>
                </a:solidFill>
                <a:latin typeface="Microsoft YaHei"/>
                <a:ea typeface="Microsoft YaHei"/>
                <a:cs typeface="Microsoft YaHei"/>
              </a:defRPr>
            </a:lvl9pPr>
          </a:lstStyle>
          <a:p xmlns:a="http://schemas.openxmlformats.org/drawingml/2006/main">
            <a:pPr>
              <a:defRPr sz="3960">
                <a:solidFill>
                  <a:srgbClr val="B81C22"/>
                </a:solidFill>
                <a:latin typeface="Microsoft YaHei"/>
                <a:ea typeface="Microsoft YaHei"/>
                <a:cs typeface="Microsoft YaHei"/>
              </a:defRPr>
            </a:pPr>
            <a:r>
              <a:rPr sz="3960">
                <a:solidFill>
                  <a:srgbClr val="B81C22"/>
                </a:solidFill>
                <a:latin typeface="Microsoft YaHei"/>
                <a:ea typeface="Microsoft YaHei"/>
                <a:cs typeface="Microsoft YaHei"/>
              </a:rPr>
              <a:t>Expected Research Progress</a:t>
            </a:r>
            <a:endParaRPr/>
          </a:p>
        </p:txBody>
      </p:sp>
      <p:sp>
        <p:nvSpPr>
          <p:cNvPr id="3" name="content-heading">
            <a:extLst xmlns:a="http://schemas.openxmlformats.org/drawingml/2006/main">
              <a:ext uri="{FF2B5EF4-FFF2-40B4-BE49-F238E27FC236}">
                <a16:creationId xmlns:a16="http://schemas.microsoft.com/office/drawing/2014/main" id="{DDE623C0-4717-4322-BB41-E90EFA2E7B09}"/>
              </a:ext>
            </a:extLst>
          </p:cNvPr>
          <p:cNvSpPr>
            <a:spLocks xmlns:a="http://schemas.openxmlformats.org/drawingml/2006/main" noGrp="1"/>
          </p:cNvSpPr>
          <p:nvPr/>
        </p:nvSpPr>
        <p:spPr>
          <a:xfrm xmlns:a="http://schemas.openxmlformats.org/drawingml/2006/main">
            <a:off x="571500" y="1838325"/>
            <a:ext cx="1095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325" b="1">
                <a:solidFill>
                  <a:srgbClr val="303030"/>
                </a:solidFill>
                <a:latin typeface="Microsoft YaHei"/>
                <a:ea typeface="Microsoft YaHei"/>
                <a:cs typeface="Microsoft YaHei"/>
              </a:defRPr>
            </a:defPPr>
            <a:lvl1pPr>
              <a:defRPr sz="2325" b="1">
                <a:solidFill>
                  <a:srgbClr val="303030"/>
                </a:solidFill>
                <a:latin typeface="Microsoft YaHei"/>
                <a:ea typeface="Microsoft YaHei"/>
                <a:cs typeface="Microsoft YaHei"/>
              </a:defRPr>
            </a:lvl1pPr>
            <a:lvl2pPr>
              <a:defRPr sz="2325" b="1">
                <a:solidFill>
                  <a:srgbClr val="303030"/>
                </a:solidFill>
                <a:latin typeface="Microsoft YaHei"/>
                <a:ea typeface="Microsoft YaHei"/>
                <a:cs typeface="Microsoft YaHei"/>
              </a:defRPr>
            </a:lvl2pPr>
            <a:lvl3pPr>
              <a:defRPr sz="2325" b="1">
                <a:solidFill>
                  <a:srgbClr val="303030"/>
                </a:solidFill>
                <a:latin typeface="Microsoft YaHei"/>
                <a:ea typeface="Microsoft YaHei"/>
                <a:cs typeface="Microsoft YaHei"/>
              </a:defRPr>
            </a:lvl3pPr>
            <a:lvl4pPr>
              <a:defRPr sz="2325" b="1">
                <a:solidFill>
                  <a:srgbClr val="303030"/>
                </a:solidFill>
                <a:latin typeface="Microsoft YaHei"/>
                <a:ea typeface="Microsoft YaHei"/>
                <a:cs typeface="Microsoft YaHei"/>
              </a:defRPr>
            </a:lvl4pPr>
            <a:lvl5pPr>
              <a:defRPr sz="2325" b="1">
                <a:solidFill>
                  <a:srgbClr val="303030"/>
                </a:solidFill>
                <a:latin typeface="Microsoft YaHei"/>
                <a:ea typeface="Microsoft YaHei"/>
                <a:cs typeface="Microsoft YaHei"/>
              </a:defRPr>
            </a:lvl5pPr>
            <a:lvl6pPr>
              <a:defRPr sz="2325" b="1">
                <a:solidFill>
                  <a:srgbClr val="303030"/>
                </a:solidFill>
                <a:latin typeface="Microsoft YaHei"/>
                <a:ea typeface="Microsoft YaHei"/>
                <a:cs typeface="Microsoft YaHei"/>
              </a:defRPr>
            </a:lvl6pPr>
            <a:lvl7pPr>
              <a:defRPr sz="2325" b="1">
                <a:solidFill>
                  <a:srgbClr val="303030"/>
                </a:solidFill>
                <a:latin typeface="Microsoft YaHei"/>
                <a:ea typeface="Microsoft YaHei"/>
                <a:cs typeface="Microsoft YaHei"/>
              </a:defRPr>
            </a:lvl7pPr>
            <a:lvl8pPr>
              <a:defRPr sz="2325" b="1">
                <a:solidFill>
                  <a:srgbClr val="303030"/>
                </a:solidFill>
                <a:latin typeface="Microsoft YaHei"/>
                <a:ea typeface="Microsoft YaHei"/>
                <a:cs typeface="Microsoft YaHei"/>
              </a:defRPr>
            </a:lvl8pPr>
            <a:lvl9pPr>
              <a:defRPr sz="2325" b="1">
                <a:solidFill>
                  <a:srgbClr val="303030"/>
                </a:solidFill>
                <a:latin typeface="Microsoft YaHei"/>
                <a:ea typeface="Microsoft YaHei"/>
                <a:cs typeface="Microsoft YaHei"/>
              </a:defRPr>
            </a:lvl9pPr>
          </a:lstStyle>
          <a:p xmlns:a="http://schemas.openxmlformats.org/drawingml/2006/main">
            <a:pPr>
              <a:defRPr sz="2325" b="1">
                <a:solidFill>
                  <a:srgbClr val="303030"/>
                </a:solidFill>
                <a:latin typeface="Microsoft YaHei"/>
                <a:ea typeface="Microsoft YaHei"/>
                <a:cs typeface="Microsoft YaHei"/>
              </a:defRPr>
            </a:pPr>
            <a:r>
              <a:rPr sz="2325" b="1">
                <a:solidFill>
                  <a:srgbClr val="303030"/>
                </a:solidFill>
                <a:latin typeface="Microsoft YaHei"/>
                <a:ea typeface="Microsoft YaHei"/>
                <a:cs typeface="Microsoft YaHei"/>
              </a:rPr>
              <a:t>Prepared Work and Research Schedule</a:t>
            </a:r>
          </a:p>
        </p:txBody>
      </p:sp>
      <p:sp>
        <p:nvSpPr>
          <p:cNvPr id="4" name="page">
            <a:extLst xmlns:a="http://schemas.openxmlformats.org/drawingml/2006/main">
              <a:ext uri="{FF2B5EF4-FFF2-40B4-BE49-F238E27FC236}">
                <a16:creationId xmlns:a16="http://schemas.microsoft.com/office/drawing/2014/main" id="{E7FF30D9-1E80-4371-9EA9-CFD81E3BC151}"/>
              </a:ext>
            </a:extLst>
          </p:cNvPr>
          <p:cNvSpPr>
            <a:spLocks xmlns:a="http://schemas.openxmlformats.org/drawingml/2006/main" noGrp="1"/>
          </p:cNvSpPr>
          <p:nvPr/>
        </p:nvSpPr>
        <p:spPr>
          <a:xfrm xmlns:a="http://schemas.openxmlformats.org/drawingml/2006/main">
            <a:off x="10763250" y="6343650"/>
            <a:ext cx="95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0">
                <a:solidFill>
                  <a:srgbClr val="575757"/>
                </a:solidFill>
                <a:latin typeface="Microsoft YaHei"/>
                <a:ea typeface="Microsoft YaHei"/>
                <a:cs typeface="Microsoft YaHei"/>
              </a:defRPr>
            </a:defPPr>
            <a:lvl1pPr>
              <a:defRPr sz="1200" b="0">
                <a:solidFill>
                  <a:srgbClr val="575757"/>
                </a:solidFill>
                <a:latin typeface="Microsoft YaHei"/>
                <a:ea typeface="Microsoft YaHei"/>
                <a:cs typeface="Microsoft YaHei"/>
              </a:defRPr>
            </a:lvl1pPr>
            <a:lvl2pPr>
              <a:defRPr sz="1200" b="0">
                <a:solidFill>
                  <a:srgbClr val="575757"/>
                </a:solidFill>
                <a:latin typeface="Microsoft YaHei"/>
                <a:ea typeface="Microsoft YaHei"/>
                <a:cs typeface="Microsoft YaHei"/>
              </a:defRPr>
            </a:lvl2pPr>
            <a:lvl3pPr>
              <a:defRPr sz="1200" b="0">
                <a:solidFill>
                  <a:srgbClr val="575757"/>
                </a:solidFill>
                <a:latin typeface="Microsoft YaHei"/>
                <a:ea typeface="Microsoft YaHei"/>
                <a:cs typeface="Microsoft YaHei"/>
              </a:defRPr>
            </a:lvl3pPr>
            <a:lvl4pPr>
              <a:defRPr sz="1200" b="0">
                <a:solidFill>
                  <a:srgbClr val="575757"/>
                </a:solidFill>
                <a:latin typeface="Microsoft YaHei"/>
                <a:ea typeface="Microsoft YaHei"/>
                <a:cs typeface="Microsoft YaHei"/>
              </a:defRPr>
            </a:lvl4pPr>
            <a:lvl5pPr>
              <a:defRPr sz="1200" b="0">
                <a:solidFill>
                  <a:srgbClr val="575757"/>
                </a:solidFill>
                <a:latin typeface="Microsoft YaHei"/>
                <a:ea typeface="Microsoft YaHei"/>
                <a:cs typeface="Microsoft YaHei"/>
              </a:defRPr>
            </a:lvl5pPr>
            <a:lvl6pPr>
              <a:defRPr sz="1200" b="0">
                <a:solidFill>
                  <a:srgbClr val="575757"/>
                </a:solidFill>
                <a:latin typeface="Microsoft YaHei"/>
                <a:ea typeface="Microsoft YaHei"/>
                <a:cs typeface="Microsoft YaHei"/>
              </a:defRPr>
            </a:lvl6pPr>
            <a:lvl7pPr>
              <a:defRPr sz="1200" b="0">
                <a:solidFill>
                  <a:srgbClr val="575757"/>
                </a:solidFill>
                <a:latin typeface="Microsoft YaHei"/>
                <a:ea typeface="Microsoft YaHei"/>
                <a:cs typeface="Microsoft YaHei"/>
              </a:defRPr>
            </a:lvl7pPr>
            <a:lvl8pPr>
              <a:defRPr sz="1200" b="0">
                <a:solidFill>
                  <a:srgbClr val="575757"/>
                </a:solidFill>
                <a:latin typeface="Microsoft YaHei"/>
                <a:ea typeface="Microsoft YaHei"/>
                <a:cs typeface="Microsoft YaHei"/>
              </a:defRPr>
            </a:lvl8pPr>
            <a:lvl9pPr>
              <a:defRPr sz="1200" b="0">
                <a:solidFill>
                  <a:srgbClr val="575757"/>
                </a:solidFill>
                <a:latin typeface="Microsoft YaHei"/>
                <a:ea typeface="Microsoft YaHei"/>
                <a:cs typeface="Microsoft YaHei"/>
              </a:defRPr>
            </a:lvl9pPr>
          </a:lstStyle>
          <a:p xmlns:a="http://schemas.openxmlformats.org/drawingml/2006/main">
            <a:pPr>
              <a:defRPr sz="1200" b="0">
                <a:solidFill>
                  <a:srgbClr val="575757"/>
                </a:solidFill>
                <a:latin typeface="Microsoft YaHei"/>
                <a:ea typeface="Microsoft YaHei"/>
                <a:cs typeface="Microsoft YaHei"/>
              </a:defRPr>
            </a:pPr>
            <a:r>
              <a:rPr sz="1200" b="0">
                <a:solidFill>
                  <a:srgbClr val="575757"/>
                </a:solidFill>
                <a:latin typeface="Microsoft YaHei"/>
                <a:ea typeface="Microsoft YaHei"/>
                <a:cs typeface="Microsoft YaHei"/>
              </a:rPr>
              <a:t>13 / 13</a:t>
            </a:r>
          </a:p>
        </p:txBody>
      </p:sp>
      <p:sp>
        <p:nvSpPr>
          <p:cNvPr id="5" name="prepared">
            <a:extLst xmlns:a="http://schemas.openxmlformats.org/drawingml/2006/main">
              <a:ext uri="{FF2B5EF4-FFF2-40B4-BE49-F238E27FC236}">
                <a16:creationId xmlns:a16="http://schemas.microsoft.com/office/drawing/2014/main" id="{8ECA2ED9-1F6D-4D1F-8ED0-BBD88A387638}"/>
              </a:ext>
            </a:extLst>
          </p:cNvPr>
          <p:cNvSpPr>
            <a:spLocks xmlns:a="http://schemas.openxmlformats.org/drawingml/2006/main" noGrp="1"/>
          </p:cNvSpPr>
          <p:nvPr/>
        </p:nvSpPr>
        <p:spPr>
          <a:xfrm xmlns:a="http://schemas.openxmlformats.org/drawingml/2006/main">
            <a:off x="571500" y="2390775"/>
            <a:ext cx="10858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950" b="1">
                <a:solidFill>
                  <a:srgbClr val="303030"/>
                </a:solidFill>
                <a:latin typeface="Microsoft YaHei"/>
                <a:ea typeface="Microsoft YaHei"/>
                <a:cs typeface="Microsoft YaHei"/>
              </a:defRPr>
            </a:defPPr>
            <a:lvl1pPr>
              <a:defRPr sz="1950" b="1">
                <a:solidFill>
                  <a:srgbClr val="303030"/>
                </a:solidFill>
                <a:latin typeface="Microsoft YaHei"/>
                <a:ea typeface="Microsoft YaHei"/>
                <a:cs typeface="Microsoft YaHei"/>
              </a:defRPr>
            </a:lvl1pPr>
            <a:lvl2pPr>
              <a:defRPr sz="1950" b="1">
                <a:solidFill>
                  <a:srgbClr val="303030"/>
                </a:solidFill>
                <a:latin typeface="Microsoft YaHei"/>
                <a:ea typeface="Microsoft YaHei"/>
                <a:cs typeface="Microsoft YaHei"/>
              </a:defRPr>
            </a:lvl2pPr>
            <a:lvl3pPr>
              <a:defRPr sz="1950" b="1">
                <a:solidFill>
                  <a:srgbClr val="303030"/>
                </a:solidFill>
                <a:latin typeface="Microsoft YaHei"/>
                <a:ea typeface="Microsoft YaHei"/>
                <a:cs typeface="Microsoft YaHei"/>
              </a:defRPr>
            </a:lvl3pPr>
            <a:lvl4pPr>
              <a:defRPr sz="1950" b="1">
                <a:solidFill>
                  <a:srgbClr val="303030"/>
                </a:solidFill>
                <a:latin typeface="Microsoft YaHei"/>
                <a:ea typeface="Microsoft YaHei"/>
                <a:cs typeface="Microsoft YaHei"/>
              </a:defRPr>
            </a:lvl4pPr>
            <a:lvl5pPr>
              <a:defRPr sz="1950" b="1">
                <a:solidFill>
                  <a:srgbClr val="303030"/>
                </a:solidFill>
                <a:latin typeface="Microsoft YaHei"/>
                <a:ea typeface="Microsoft YaHei"/>
                <a:cs typeface="Microsoft YaHei"/>
              </a:defRPr>
            </a:lvl5pPr>
            <a:lvl6pPr>
              <a:defRPr sz="1950" b="1">
                <a:solidFill>
                  <a:srgbClr val="303030"/>
                </a:solidFill>
                <a:latin typeface="Microsoft YaHei"/>
                <a:ea typeface="Microsoft YaHei"/>
                <a:cs typeface="Microsoft YaHei"/>
              </a:defRPr>
            </a:lvl6pPr>
            <a:lvl7pPr>
              <a:defRPr sz="1950" b="1">
                <a:solidFill>
                  <a:srgbClr val="303030"/>
                </a:solidFill>
                <a:latin typeface="Microsoft YaHei"/>
                <a:ea typeface="Microsoft YaHei"/>
                <a:cs typeface="Microsoft YaHei"/>
              </a:defRPr>
            </a:lvl7pPr>
            <a:lvl8pPr>
              <a:defRPr sz="1950" b="1">
                <a:solidFill>
                  <a:srgbClr val="303030"/>
                </a:solidFill>
                <a:latin typeface="Microsoft YaHei"/>
                <a:ea typeface="Microsoft YaHei"/>
                <a:cs typeface="Microsoft YaHei"/>
              </a:defRPr>
            </a:lvl8pPr>
            <a:lvl9pPr>
              <a:defRPr sz="1950" b="1">
                <a:solidFill>
                  <a:srgbClr val="303030"/>
                </a:solidFill>
                <a:latin typeface="Microsoft YaHei"/>
                <a:ea typeface="Microsoft YaHei"/>
                <a:cs typeface="Microsoft YaHei"/>
              </a:defRPr>
            </a:lvl9pPr>
          </a:lstStyle>
          <a:p xmlns:a="http://schemas.openxmlformats.org/drawingml/2006/main">
            <a:pPr>
              <a:defRPr sz="1950" b="1">
                <a:solidFill>
                  <a:srgbClr val="303030"/>
                </a:solidFill>
                <a:latin typeface="Microsoft YaHei"/>
                <a:ea typeface="Microsoft YaHei"/>
                <a:cs typeface="Microsoft YaHei"/>
              </a:defRPr>
            </a:pPr>
            <a:r>
              <a:rPr sz="1950" b="1">
                <a:solidFill>
                  <a:srgbClr val="303030"/>
                </a:solidFill>
                <a:latin typeface="Microsoft YaHei"/>
                <a:ea typeface="Microsoft YaHei"/>
                <a:cs typeface="Microsoft YaHei"/>
              </a:rPr>
              <a:t>Prepared: literature synthesis, failure map, design, source audit and proposal</a:t>
            </a:r>
          </a:p>
        </p:txBody>
      </p:sp>
      <p:graphicFrame>
        <p:nvGraphicFramePr>
          <p:cNvPr id="6" name="">
            <a:extLst xmlns:a="http://schemas.openxmlformats.org/drawingml/2006/main">
              <a:ext uri="{FF2B5EF4-FFF2-40B4-BE49-F238E27FC236}">
                <a16:creationId xmlns:a16="http://schemas.microsoft.com/office/drawing/2014/main" id="{64DE4B54-AAD9-407B-829F-31911E4FBD71}"/>
              </a:ext>
            </a:extLst>
          </p:cNvPr>
          <p:cNvGraphicFramePr/>
          <p:nvPr/>
        </p:nvGraphicFramePr>
        <p:xfrm>
          <a:off xmlns:a="http://schemas.openxmlformats.org/drawingml/2006/main" x="571500" y="3067050"/>
          <a:ext xmlns:a="http://schemas.openxmlformats.org/drawingml/2006/main" cx="10953750" cy="2581275"/>
        </p:xfrm>
        <a:graphic xmlns:a="http://schemas.openxmlformats.org/drawingml/2006/main">
          <a:graphicData uri="http://schemas.openxmlformats.org/drawingml/2006/table">
            <a:tbl>
              <a:tblPr/>
              <a:tblGrid>
                <a:gridCol w="2381250"/>
                <a:gridCol w="8572500"/>
              </a:tblGrid>
              <a:tr h="368754">
                <a:tc>
                  <a:txBody>
                    <a:bodyPr/>
                    <a:lstStyle/>
                    <a:p>
                      <a:r>
                        <a:rPr sz="1575" b="1">
                          <a:solidFill>
                            <a:srgbClr val="FFFFFF"/>
                          </a:solidFill>
                          <a:latin typeface="Microsoft YaHei"/>
                          <a:ea typeface="Microsoft YaHei"/>
                          <a:cs typeface="Microsoft YaHei"/>
                        </a:rPr>
                        <a:t>Period</a:t>
                      </a:r>
                    </a:p>
                  </a:txBody>
                  <a:tcPr marL="114300" marR="114300" marT="76200" marB="76200" anchor="ctr">
                    <a:lnL w="6668">
                      <a:solidFill>
                        <a:srgbClr val="D8D1C9"/>
                      </a:solidFill>
                      <a:prstDash val="solid"/>
                    </a:lnL>
                    <a:lnR w="6668">
                      <a:solidFill>
                        <a:srgbClr val="D8D1C9"/>
                      </a:solidFill>
                      <a:prstDash val="solid"/>
                    </a:lnR>
                    <a:lnT w="6668">
                      <a:solidFill>
                        <a:srgbClr val="D8D1C9"/>
                      </a:solidFill>
                      <a:prstDash val="solid"/>
                    </a:lnT>
                    <a:lnB w="6668">
                      <a:solidFill>
                        <a:srgbClr val="D8D1C9"/>
                      </a:solidFill>
                      <a:prstDash val="solid"/>
                    </a:lnB>
                    <a:solidFill>
                      <a:srgbClr val="B81C22"/>
                    </a:solidFill>
                  </a:tcPr>
                </a:tc>
                <a:tc>
                  <a:txBody>
                    <a:bodyPr/>
                    <a:lstStyle/>
                    <a:p>
                      <a:r>
                        <a:rPr sz="1575" b="1">
                          <a:solidFill>
                            <a:srgbClr val="FFFFFF"/>
                          </a:solidFill>
                          <a:latin typeface="Microsoft YaHei"/>
                          <a:ea typeface="Microsoft YaHei"/>
                          <a:cs typeface="Microsoft YaHei"/>
                        </a:rPr>
                        <a:t>Planned work and output</a:t>
                      </a:r>
                    </a:p>
                  </a:txBody>
                  <a:tcPr marL="114300" marR="114300" marT="76200" marB="76200" anchor="ctr">
                    <a:lnR w="6668">
                      <a:solidFill>
                        <a:srgbClr val="D8D1C9"/>
                      </a:solidFill>
                      <a:prstDash val="solid"/>
                    </a:lnR>
                    <a:lnT w="6668">
                      <a:solidFill>
                        <a:srgbClr val="D8D1C9"/>
                      </a:solidFill>
                      <a:prstDash val="solid"/>
                    </a:lnT>
                    <a:lnB w="6668">
                      <a:solidFill>
                        <a:srgbClr val="D8D1C9"/>
                      </a:solidFill>
                      <a:prstDash val="solid"/>
                    </a:lnB>
                    <a:solidFill>
                      <a:srgbClr val="B81C22"/>
                    </a:solidFill>
                  </a:tcPr>
                </a:tc>
              </a:tr>
              <a:tr h="368754">
                <a:tc>
                  <a:txBody>
                    <a:bodyPr/>
                    <a:lstStyle/>
                    <a:p>
                      <a:r>
                        <a:rPr sz="1575" b="0">
                          <a:solidFill>
                            <a:srgbClr val="575757"/>
                          </a:solidFill>
                          <a:latin typeface="Microsoft YaHei"/>
                          <a:ea typeface="Microsoft YaHei"/>
                          <a:cs typeface="Microsoft YaHei"/>
                        </a:rPr>
                        <a:t>Late October</a:t>
                      </a:r>
                    </a:p>
                  </a:txBody>
                  <a:tcPr marL="114300" marR="114300" marT="76200" marB="76200" anchor="ctr">
                    <a:lnL w="6668">
                      <a:solidFill>
                        <a:srgbClr val="D8D1C9"/>
                      </a:solidFill>
                      <a:prstDash val="solid"/>
                    </a:lnL>
                    <a:lnR w="6668">
                      <a:solidFill>
                        <a:srgbClr val="D8D1C9"/>
                      </a:solidFill>
                      <a:prstDash val="solid"/>
                    </a:lnR>
                    <a:lnB w="6668">
                      <a:solidFill>
                        <a:srgbClr val="D8D1C9"/>
                      </a:solidFill>
                      <a:prstDash val="solid"/>
                    </a:lnB>
                    <a:solidFill>
                      <a:srgbClr val="FFFFFF"/>
                    </a:solidFill>
                  </a:tcPr>
                </a:tc>
                <a:tc>
                  <a:txBody>
                    <a:bodyPr/>
                    <a:lstStyle/>
                    <a:p>
                      <a:r>
                        <a:rPr sz="1575" b="0">
                          <a:solidFill>
                            <a:srgbClr val="575757"/>
                          </a:solidFill>
                          <a:latin typeface="Microsoft YaHei"/>
                          <a:ea typeface="Microsoft YaHei"/>
                          <a:cs typeface="Microsoft YaHei"/>
                        </a:rPr>
                        <a:t>Minimal harness and agreed model/budget</a:t>
                      </a:r>
                    </a:p>
                  </a:txBody>
                  <a:tcPr marL="114300" marR="114300" marT="76200" marB="76200" anchor="ctr">
                    <a:lnR w="6668">
                      <a:solidFill>
                        <a:srgbClr val="D8D1C9"/>
                      </a:solidFill>
                      <a:prstDash val="solid"/>
                    </a:lnR>
                    <a:lnB w="6668">
                      <a:solidFill>
                        <a:srgbClr val="D8D1C9"/>
                      </a:solidFill>
                      <a:prstDash val="solid"/>
                    </a:lnB>
                    <a:solidFill>
                      <a:srgbClr val="FFFFFF"/>
                    </a:solidFill>
                  </a:tcPr>
                </a:tc>
              </a:tr>
              <a:tr h="368754">
                <a:tc>
                  <a:txBody>
                    <a:bodyPr/>
                    <a:lstStyle/>
                    <a:p>
                      <a:r>
                        <a:rPr sz="1575" b="0">
                          <a:solidFill>
                            <a:srgbClr val="575757"/>
                          </a:solidFill>
                          <a:latin typeface="Microsoft YaHei"/>
                          <a:ea typeface="Microsoft YaHei"/>
                          <a:cs typeface="Microsoft YaHei"/>
                        </a:rPr>
                        <a:t>November</a:t>
                      </a:r>
                    </a:p>
                  </a:txBody>
                  <a:tcPr marL="114300" marR="114300" marT="76200" marB="76200" anchor="ctr">
                    <a:lnL w="6668">
                      <a:solidFill>
                        <a:srgbClr val="D8D1C9"/>
                      </a:solidFill>
                      <a:prstDash val="solid"/>
                    </a:lnL>
                    <a:lnR w="6668">
                      <a:solidFill>
                        <a:srgbClr val="D8D1C9"/>
                      </a:solidFill>
                      <a:prstDash val="solid"/>
                    </a:lnR>
                    <a:lnB w="6668">
                      <a:solidFill>
                        <a:srgbClr val="D8D1C9"/>
                      </a:solidFill>
                      <a:prstDash val="solid"/>
                    </a:lnB>
                    <a:solidFill>
                      <a:srgbClr val="F7F3EE"/>
                    </a:solidFill>
                  </a:tcPr>
                </a:tc>
                <a:tc>
                  <a:txBody>
                    <a:bodyPr/>
                    <a:lstStyle/>
                    <a:p>
                      <a:r>
                        <a:rPr sz="1575" b="0">
                          <a:solidFill>
                            <a:srgbClr val="575757"/>
                          </a:solidFill>
                          <a:latin typeface="Microsoft YaHei"/>
                          <a:ea typeface="Microsoft YaHei"/>
                          <a:cs typeface="Microsoft YaHei"/>
                        </a:rPr>
                        <a:t>Implement, validate, pilot and freeze protocol</a:t>
                      </a:r>
                    </a:p>
                  </a:txBody>
                  <a:tcPr marL="114300" marR="114300" marT="76200" marB="76200" anchor="ctr">
                    <a:lnR w="6668">
                      <a:solidFill>
                        <a:srgbClr val="D8D1C9"/>
                      </a:solidFill>
                      <a:prstDash val="solid"/>
                    </a:lnR>
                    <a:lnB w="6668">
                      <a:solidFill>
                        <a:srgbClr val="D8D1C9"/>
                      </a:solidFill>
                      <a:prstDash val="solid"/>
                    </a:lnB>
                    <a:solidFill>
                      <a:srgbClr val="F7F3EE"/>
                    </a:solidFill>
                  </a:tcPr>
                </a:tc>
              </a:tr>
              <a:tr h="368754">
                <a:tc>
                  <a:txBody>
                    <a:bodyPr/>
                    <a:lstStyle/>
                    <a:p>
                      <a:r>
                        <a:rPr sz="1575" b="0">
                          <a:solidFill>
                            <a:srgbClr val="575757"/>
                          </a:solidFill>
                          <a:latin typeface="Microsoft YaHei"/>
                          <a:ea typeface="Microsoft YaHei"/>
                          <a:cs typeface="Microsoft YaHei"/>
                        </a:rPr>
                        <a:t>December</a:t>
                      </a:r>
                    </a:p>
                  </a:txBody>
                  <a:tcPr marL="114300" marR="114300" marT="76200" marB="76200" anchor="ctr">
                    <a:lnL w="6668">
                      <a:solidFill>
                        <a:srgbClr val="D8D1C9"/>
                      </a:solidFill>
                      <a:prstDash val="solid"/>
                    </a:lnL>
                    <a:lnR w="6668">
                      <a:solidFill>
                        <a:srgbClr val="D8D1C9"/>
                      </a:solidFill>
                      <a:prstDash val="solid"/>
                    </a:lnR>
                    <a:lnB w="6668">
                      <a:solidFill>
                        <a:srgbClr val="D8D1C9"/>
                      </a:solidFill>
                      <a:prstDash val="solid"/>
                    </a:lnB>
                    <a:solidFill>
                      <a:srgbClr val="FFFFFF"/>
                    </a:solidFill>
                  </a:tcPr>
                </a:tc>
                <a:tc>
                  <a:txBody>
                    <a:bodyPr/>
                    <a:lstStyle/>
                    <a:p>
                      <a:r>
                        <a:rPr sz="1575" b="0">
                          <a:solidFill>
                            <a:srgbClr val="575757"/>
                          </a:solidFill>
                          <a:latin typeface="Microsoft YaHei"/>
                          <a:ea typeface="Microsoft YaHei"/>
                          <a:cs typeface="Microsoft YaHei"/>
                        </a:rPr>
                        <a:t>Main comparisons and midterm report</a:t>
                      </a:r>
                    </a:p>
                  </a:txBody>
                  <a:tcPr marL="114300" marR="114300" marT="76200" marB="76200" anchor="ctr">
                    <a:lnR w="6668">
                      <a:solidFill>
                        <a:srgbClr val="D8D1C9"/>
                      </a:solidFill>
                      <a:prstDash val="solid"/>
                    </a:lnR>
                    <a:lnB w="6668">
                      <a:solidFill>
                        <a:srgbClr val="D8D1C9"/>
                      </a:solidFill>
                      <a:prstDash val="solid"/>
                    </a:lnB>
                    <a:solidFill>
                      <a:srgbClr val="FFFFFF"/>
                    </a:solidFill>
                  </a:tcPr>
                </a:tc>
              </a:tr>
              <a:tr h="368754">
                <a:tc>
                  <a:txBody>
                    <a:bodyPr/>
                    <a:lstStyle/>
                    <a:p>
                      <a:r>
                        <a:rPr sz="1575" b="0">
                          <a:solidFill>
                            <a:srgbClr val="575757"/>
                          </a:solidFill>
                          <a:latin typeface="Microsoft YaHei"/>
                          <a:ea typeface="Microsoft YaHei"/>
                          <a:cs typeface="Microsoft YaHei"/>
                        </a:rPr>
                        <a:t>January</a:t>
                      </a:r>
                    </a:p>
                  </a:txBody>
                  <a:tcPr marL="114300" marR="114300" marT="76200" marB="76200" anchor="ctr">
                    <a:lnL w="6668">
                      <a:solidFill>
                        <a:srgbClr val="D8D1C9"/>
                      </a:solidFill>
                      <a:prstDash val="solid"/>
                    </a:lnL>
                    <a:lnR w="6668">
                      <a:solidFill>
                        <a:srgbClr val="D8D1C9"/>
                      </a:solidFill>
                      <a:prstDash val="solid"/>
                    </a:lnR>
                    <a:lnB w="6668">
                      <a:solidFill>
                        <a:srgbClr val="D8D1C9"/>
                      </a:solidFill>
                      <a:prstDash val="solid"/>
                    </a:lnB>
                    <a:solidFill>
                      <a:srgbClr val="F7F3EE"/>
                    </a:solidFill>
                  </a:tcPr>
                </a:tc>
                <a:tc>
                  <a:txBody>
                    <a:bodyPr/>
                    <a:lstStyle/>
                    <a:p>
                      <a:r>
                        <a:rPr sz="1575" b="0">
                          <a:solidFill>
                            <a:srgbClr val="575757"/>
                          </a:solidFill>
                          <a:latin typeface="Microsoft YaHei"/>
                          <a:ea typeface="Microsoft YaHei"/>
                          <a:cs typeface="Microsoft YaHei"/>
                        </a:rPr>
                        <a:t>Failure analysis, uncertainty and cost findings</a:t>
                      </a:r>
                    </a:p>
                  </a:txBody>
                  <a:tcPr marL="114300" marR="114300" marT="76200" marB="76200" anchor="ctr">
                    <a:lnR w="6668">
                      <a:solidFill>
                        <a:srgbClr val="D8D1C9"/>
                      </a:solidFill>
                      <a:prstDash val="solid"/>
                    </a:lnR>
                    <a:lnB w="6668">
                      <a:solidFill>
                        <a:srgbClr val="D8D1C9"/>
                      </a:solidFill>
                      <a:prstDash val="solid"/>
                    </a:lnB>
                    <a:solidFill>
                      <a:srgbClr val="F7F3EE"/>
                    </a:solidFill>
                  </a:tcPr>
                </a:tc>
              </a:tr>
              <a:tr h="368754">
                <a:tc>
                  <a:txBody>
                    <a:bodyPr/>
                    <a:lstStyle/>
                    <a:p>
                      <a:r>
                        <a:rPr sz="1575" b="0">
                          <a:solidFill>
                            <a:srgbClr val="575757"/>
                          </a:solidFill>
                          <a:latin typeface="Microsoft YaHei"/>
                          <a:ea typeface="Microsoft YaHei"/>
                          <a:cs typeface="Microsoft YaHei"/>
                        </a:rPr>
                        <a:t>February–April</a:t>
                      </a:r>
                    </a:p>
                  </a:txBody>
                  <a:tcPr marL="114300" marR="114300" marT="76200" marB="76200" anchor="ctr">
                    <a:lnL w="6668">
                      <a:solidFill>
                        <a:srgbClr val="D8D1C9"/>
                      </a:solidFill>
                      <a:prstDash val="solid"/>
                    </a:lnL>
                    <a:lnR w="6668">
                      <a:solidFill>
                        <a:srgbClr val="D8D1C9"/>
                      </a:solidFill>
                      <a:prstDash val="solid"/>
                    </a:lnR>
                    <a:lnB w="6668">
                      <a:solidFill>
                        <a:srgbClr val="D8D1C9"/>
                      </a:solidFill>
                      <a:prstDash val="solid"/>
                    </a:lnB>
                    <a:solidFill>
                      <a:srgbClr val="FFFFFF"/>
                    </a:solidFill>
                  </a:tcPr>
                </a:tc>
                <a:tc>
                  <a:txBody>
                    <a:bodyPr/>
                    <a:lstStyle/>
                    <a:p>
                      <a:r>
                        <a:rPr sz="1575" b="0">
                          <a:solidFill>
                            <a:srgbClr val="575757"/>
                          </a:solidFill>
                          <a:latin typeface="Microsoft YaHei"/>
                          <a:ea typeface="Microsoft YaHei"/>
                          <a:cs typeface="Microsoft YaHei"/>
                        </a:rPr>
                        <a:t>Thesis writing, revision and submission</a:t>
                      </a:r>
                    </a:p>
                  </a:txBody>
                  <a:tcPr marL="114300" marR="114300" marT="76200" marB="76200" anchor="ctr">
                    <a:lnR w="6668">
                      <a:solidFill>
                        <a:srgbClr val="D8D1C9"/>
                      </a:solidFill>
                      <a:prstDash val="solid"/>
                    </a:lnR>
                    <a:lnB w="6668">
                      <a:solidFill>
                        <a:srgbClr val="D8D1C9"/>
                      </a:solidFill>
                      <a:prstDash val="solid"/>
                    </a:lnB>
                    <a:solidFill>
                      <a:srgbClr val="FFFFFF"/>
                    </a:solidFill>
                  </a:tcPr>
                </a:tc>
              </a:tr>
              <a:tr h="368754">
                <a:tc>
                  <a:txBody>
                    <a:bodyPr/>
                    <a:lstStyle/>
                    <a:p>
                      <a:r>
                        <a:rPr sz="1575" b="0">
                          <a:solidFill>
                            <a:srgbClr val="575757"/>
                          </a:solidFill>
                          <a:latin typeface="Microsoft YaHei"/>
                          <a:ea typeface="Microsoft YaHei"/>
                          <a:cs typeface="Microsoft YaHei"/>
                        </a:rPr>
                        <a:t>May</a:t>
                      </a:r>
                    </a:p>
                  </a:txBody>
                  <a:tcPr marL="114300" marR="114300" marT="76200" marB="76200" anchor="ctr">
                    <a:lnL w="6668">
                      <a:solidFill>
                        <a:srgbClr val="D8D1C9"/>
                      </a:solidFill>
                      <a:prstDash val="solid"/>
                    </a:lnL>
                    <a:lnR w="6668">
                      <a:solidFill>
                        <a:srgbClr val="D8D1C9"/>
                      </a:solidFill>
                      <a:prstDash val="solid"/>
                    </a:lnR>
                    <a:lnB w="6668">
                      <a:solidFill>
                        <a:srgbClr val="D8D1C9"/>
                      </a:solidFill>
                      <a:prstDash val="solid"/>
                    </a:lnB>
                    <a:solidFill>
                      <a:srgbClr val="F7F3EE"/>
                    </a:solidFill>
                  </a:tcPr>
                </a:tc>
                <a:tc>
                  <a:txBody>
                    <a:bodyPr/>
                    <a:lstStyle/>
                    <a:p>
                      <a:r>
                        <a:rPr sz="1575" b="0">
                          <a:solidFill>
                            <a:srgbClr val="575757"/>
                          </a:solidFill>
                          <a:latin typeface="Microsoft YaHei"/>
                          <a:ea typeface="Microsoft YaHei"/>
                          <a:cs typeface="Microsoft YaHei"/>
                        </a:rPr>
                        <a:t>Final defense</a:t>
                      </a:r>
                    </a:p>
                  </a:txBody>
                  <a:tcPr marL="114300" marR="114300" marT="76200" marB="76200" anchor="ctr">
                    <a:lnR w="6668">
                      <a:solidFill>
                        <a:srgbClr val="D8D1C9"/>
                      </a:solidFill>
                      <a:prstDash val="solid"/>
                    </a:lnR>
                    <a:lnB w="6668">
                      <a:solidFill>
                        <a:srgbClr val="D8D1C9"/>
                      </a:solidFill>
                      <a:prstDash val="solid"/>
                    </a:lnB>
                    <a:solidFill>
                      <a:srgbClr val="F7F3EE"/>
                    </a:solidFill>
                  </a:tcPr>
                </a:tc>
              </a:tr>
            </a:tbl>
          </a:graphicData>
        </a:graphic>
      </p:graphicFrame>
      <p:sp>
        <p:nvSpPr>
          <p:cNvPr id="7" name="closing">
            <a:extLst xmlns:a="http://schemas.openxmlformats.org/drawingml/2006/main">
              <a:ext uri="{FF2B5EF4-FFF2-40B4-BE49-F238E27FC236}">
                <a16:creationId xmlns:a16="http://schemas.microsoft.com/office/drawing/2014/main" id="{C101A3E6-F8A0-4DD5-A1C0-D42B502ECF54}"/>
              </a:ext>
            </a:extLst>
          </p:cNvPr>
          <p:cNvSpPr>
            <a:spLocks xmlns:a="http://schemas.openxmlformats.org/drawingml/2006/main" noGrp="1"/>
          </p:cNvSpPr>
          <p:nvPr/>
        </p:nvSpPr>
        <p:spPr>
          <a:xfrm xmlns:a="http://schemas.openxmlformats.org/drawingml/2006/main">
            <a:off x="571500" y="6048375"/>
            <a:ext cx="10858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1">
                <a:solidFill>
                  <a:srgbClr val="B81C22"/>
                </a:solidFill>
                <a:latin typeface="Microsoft YaHei"/>
                <a:ea typeface="Microsoft YaHei"/>
                <a:cs typeface="Microsoft YaHei"/>
              </a:defRPr>
            </a:defPPr>
            <a:lvl1pPr>
              <a:defRPr sz="1725" b="1">
                <a:solidFill>
                  <a:srgbClr val="B81C22"/>
                </a:solidFill>
                <a:latin typeface="Microsoft YaHei"/>
                <a:ea typeface="Microsoft YaHei"/>
                <a:cs typeface="Microsoft YaHei"/>
              </a:defRPr>
            </a:lvl1pPr>
            <a:lvl2pPr>
              <a:defRPr sz="1725" b="1">
                <a:solidFill>
                  <a:srgbClr val="B81C22"/>
                </a:solidFill>
                <a:latin typeface="Microsoft YaHei"/>
                <a:ea typeface="Microsoft YaHei"/>
                <a:cs typeface="Microsoft YaHei"/>
              </a:defRPr>
            </a:lvl2pPr>
            <a:lvl3pPr>
              <a:defRPr sz="1725" b="1">
                <a:solidFill>
                  <a:srgbClr val="B81C22"/>
                </a:solidFill>
                <a:latin typeface="Microsoft YaHei"/>
                <a:ea typeface="Microsoft YaHei"/>
                <a:cs typeface="Microsoft YaHei"/>
              </a:defRPr>
            </a:lvl3pPr>
            <a:lvl4pPr>
              <a:defRPr sz="1725" b="1">
                <a:solidFill>
                  <a:srgbClr val="B81C22"/>
                </a:solidFill>
                <a:latin typeface="Microsoft YaHei"/>
                <a:ea typeface="Microsoft YaHei"/>
                <a:cs typeface="Microsoft YaHei"/>
              </a:defRPr>
            </a:lvl4pPr>
            <a:lvl5pPr>
              <a:defRPr sz="1725" b="1">
                <a:solidFill>
                  <a:srgbClr val="B81C22"/>
                </a:solidFill>
                <a:latin typeface="Microsoft YaHei"/>
                <a:ea typeface="Microsoft YaHei"/>
                <a:cs typeface="Microsoft YaHei"/>
              </a:defRPr>
            </a:lvl5pPr>
            <a:lvl6pPr>
              <a:defRPr sz="1725" b="1">
                <a:solidFill>
                  <a:srgbClr val="B81C22"/>
                </a:solidFill>
                <a:latin typeface="Microsoft YaHei"/>
                <a:ea typeface="Microsoft YaHei"/>
                <a:cs typeface="Microsoft YaHei"/>
              </a:defRPr>
            </a:lvl6pPr>
            <a:lvl7pPr>
              <a:defRPr sz="1725" b="1">
                <a:solidFill>
                  <a:srgbClr val="B81C22"/>
                </a:solidFill>
                <a:latin typeface="Microsoft YaHei"/>
                <a:ea typeface="Microsoft YaHei"/>
                <a:cs typeface="Microsoft YaHei"/>
              </a:defRPr>
            </a:lvl7pPr>
            <a:lvl8pPr>
              <a:defRPr sz="1725" b="1">
                <a:solidFill>
                  <a:srgbClr val="B81C22"/>
                </a:solidFill>
                <a:latin typeface="Microsoft YaHei"/>
                <a:ea typeface="Microsoft YaHei"/>
                <a:cs typeface="Microsoft YaHei"/>
              </a:defRPr>
            </a:lvl8pPr>
            <a:lvl9pPr>
              <a:defRPr sz="1725" b="1">
                <a:solidFill>
                  <a:srgbClr val="B81C22"/>
                </a:solidFill>
                <a:latin typeface="Microsoft YaHei"/>
                <a:ea typeface="Microsoft YaHei"/>
                <a:cs typeface="Microsoft YaHei"/>
              </a:defRPr>
            </a:lvl9pPr>
          </a:lstStyle>
          <a:p xmlns:a="http://schemas.openxmlformats.org/drawingml/2006/main">
            <a:pPr>
              <a:defRPr sz="1725" b="1">
                <a:solidFill>
                  <a:srgbClr val="B81C22"/>
                </a:solidFill>
                <a:latin typeface="Microsoft YaHei"/>
                <a:ea typeface="Microsoft YaHei"/>
                <a:cs typeface="Microsoft YaHei"/>
              </a:defRPr>
            </a:pPr>
            <a:r>
              <a:rPr sz="1725" b="1">
                <a:solidFill>
                  <a:srgbClr val="B81C22"/>
                </a:solidFill>
                <a:latin typeface="Microsoft YaHei"/>
                <a:ea typeface="Microsoft YaHei"/>
                <a:cs typeface="Microsoft YaHei"/>
              </a:rPr>
              <a:t>Which checks improve business correctness enough to justify their cost?</a:t>
            </a:r>
          </a:p>
        </p:txBody>
      </p:sp>
    </p:spTree>
    <p:extLst>
      <p:ext uri="{BB962C8B-B14F-4D97-AF65-F5344CB8AC3E}">
        <p14:creationId xmlns:p14="http://schemas.microsoft.com/office/powerpoint/2010/main" val="910577282"/>
      </p:ext>
    </p:extLst>
  </p:cSld>
</p:sld>
</file>

<file path=ppt/slides/slide14.xml><?xml version="1.0" encoding="utf-8"?>
<p:sld xmlns:p="http://schemas.openxmlformats.org/presentationml/2006/main" show="0">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E547F508-C267-4F51-81A9-677A24AAAAB8}"/>
              </a:ext>
            </a:extLst>
          </p:cNvPr>
          <p:cNvSpPr>
            <a:spLocks xmlns:a="http://schemas.openxmlformats.org/drawingml/2006/main" noGrp="1"/>
          </p:cNvSpPr>
          <p:nvPr>
            <p:ph type="title" idx="0"/>
          </p:nvPr>
        </p:nvSpPr>
        <p:spPr>
          <a:xfrm xmlns:a="http://schemas.openxmlformats.org/drawingml/2006/main">
            <a:off x="474821" y="998125"/>
            <a:ext cx="11239500" cy="704850"/>
          </a:xfrm>
        </p:spPr>
        <p:txBody>
          <a:bodyPr xmlns:a="http://schemas.openxmlformats.org/drawingml/2006/main" lIns="0" tIns="0" rIns="0" bIns="0">
            <a:normAutofit fontScale="100000"/>
          </a:bodyPr>
          <a:lstStyle xmlns:a="http://schemas.openxmlformats.org/drawingml/2006/main">
            <a:defPPr>
              <a:defRPr sz="3960">
                <a:solidFill>
                  <a:srgbClr val="B81C22"/>
                </a:solidFill>
                <a:latin typeface="Microsoft YaHei"/>
                <a:ea typeface="Microsoft YaHei"/>
                <a:cs typeface="Microsoft YaHei"/>
              </a:defRPr>
            </a:defPPr>
            <a:lvl1pPr>
              <a:defRPr sz="3960">
                <a:solidFill>
                  <a:srgbClr val="B81C22"/>
                </a:solidFill>
                <a:latin typeface="Microsoft YaHei"/>
                <a:ea typeface="Microsoft YaHei"/>
                <a:cs typeface="Microsoft YaHei"/>
              </a:defRPr>
            </a:lvl1pPr>
            <a:lvl2pPr>
              <a:defRPr sz="3960">
                <a:solidFill>
                  <a:srgbClr val="B81C22"/>
                </a:solidFill>
                <a:latin typeface="Microsoft YaHei"/>
                <a:ea typeface="Microsoft YaHei"/>
                <a:cs typeface="Microsoft YaHei"/>
              </a:defRPr>
            </a:lvl2pPr>
            <a:lvl3pPr>
              <a:defRPr sz="3960">
                <a:solidFill>
                  <a:srgbClr val="B81C22"/>
                </a:solidFill>
                <a:latin typeface="Microsoft YaHei"/>
                <a:ea typeface="Microsoft YaHei"/>
                <a:cs typeface="Microsoft YaHei"/>
              </a:defRPr>
            </a:lvl3pPr>
            <a:lvl4pPr>
              <a:defRPr sz="3960">
                <a:solidFill>
                  <a:srgbClr val="B81C22"/>
                </a:solidFill>
                <a:latin typeface="Microsoft YaHei"/>
                <a:ea typeface="Microsoft YaHei"/>
                <a:cs typeface="Microsoft YaHei"/>
              </a:defRPr>
            </a:lvl4pPr>
            <a:lvl5pPr>
              <a:defRPr sz="3960">
                <a:solidFill>
                  <a:srgbClr val="B81C22"/>
                </a:solidFill>
                <a:latin typeface="Microsoft YaHei"/>
                <a:ea typeface="Microsoft YaHei"/>
                <a:cs typeface="Microsoft YaHei"/>
              </a:defRPr>
            </a:lvl5pPr>
            <a:lvl6pPr>
              <a:defRPr sz="3960">
                <a:solidFill>
                  <a:srgbClr val="B81C22"/>
                </a:solidFill>
                <a:latin typeface="Microsoft YaHei"/>
                <a:ea typeface="Microsoft YaHei"/>
                <a:cs typeface="Microsoft YaHei"/>
              </a:defRPr>
            </a:lvl6pPr>
            <a:lvl7pPr>
              <a:defRPr sz="3960">
                <a:solidFill>
                  <a:srgbClr val="B81C22"/>
                </a:solidFill>
                <a:latin typeface="Microsoft YaHei"/>
                <a:ea typeface="Microsoft YaHei"/>
                <a:cs typeface="Microsoft YaHei"/>
              </a:defRPr>
            </a:lvl7pPr>
            <a:lvl8pPr>
              <a:defRPr sz="3960">
                <a:solidFill>
                  <a:srgbClr val="B81C22"/>
                </a:solidFill>
                <a:latin typeface="Microsoft YaHei"/>
                <a:ea typeface="Microsoft YaHei"/>
                <a:cs typeface="Microsoft YaHei"/>
              </a:defRPr>
            </a:lvl8pPr>
            <a:lvl9pPr>
              <a:defRPr sz="3960">
                <a:solidFill>
                  <a:srgbClr val="B81C22"/>
                </a:solidFill>
                <a:latin typeface="Microsoft YaHei"/>
                <a:ea typeface="Microsoft YaHei"/>
                <a:cs typeface="Microsoft YaHei"/>
              </a:defRPr>
            </a:lvl9pPr>
          </a:lstStyle>
          <a:p xmlns:a="http://schemas.openxmlformats.org/drawingml/2006/main">
            <a:pPr>
              <a:defRPr sz="3960">
                <a:solidFill>
                  <a:srgbClr val="B81C22"/>
                </a:solidFill>
                <a:latin typeface="Microsoft YaHei"/>
                <a:ea typeface="Microsoft YaHei"/>
                <a:cs typeface="Microsoft YaHei"/>
              </a:defRPr>
            </a:pPr>
            <a:r>
              <a:rPr sz="3960">
                <a:solidFill>
                  <a:srgbClr val="B81C22"/>
                </a:solidFill>
                <a:latin typeface="Microsoft YaHei"/>
                <a:ea typeface="Microsoft YaHei"/>
                <a:cs typeface="Microsoft YaHei"/>
              </a:rPr>
              <a:t>Backup</a:t>
            </a:r>
            <a:endParaRPr/>
          </a:p>
        </p:txBody>
      </p:sp>
      <p:sp>
        <p:nvSpPr>
          <p:cNvPr id="3" name="content-heading">
            <a:extLst xmlns:a="http://schemas.openxmlformats.org/drawingml/2006/main">
              <a:ext uri="{FF2B5EF4-FFF2-40B4-BE49-F238E27FC236}">
                <a16:creationId xmlns:a16="http://schemas.microsoft.com/office/drawing/2014/main" id="{11D1769F-C0C7-4DEC-A5A1-E1A7AE9E2A05}"/>
              </a:ext>
            </a:extLst>
          </p:cNvPr>
          <p:cNvSpPr>
            <a:spLocks xmlns:a="http://schemas.openxmlformats.org/drawingml/2006/main" noGrp="1"/>
          </p:cNvSpPr>
          <p:nvPr/>
        </p:nvSpPr>
        <p:spPr>
          <a:xfrm xmlns:a="http://schemas.openxmlformats.org/drawingml/2006/main">
            <a:off x="571500" y="1838325"/>
            <a:ext cx="1095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325" b="1">
                <a:solidFill>
                  <a:srgbClr val="303030"/>
                </a:solidFill>
                <a:latin typeface="Microsoft YaHei"/>
                <a:ea typeface="Microsoft YaHei"/>
                <a:cs typeface="Microsoft YaHei"/>
              </a:defRPr>
            </a:defPPr>
            <a:lvl1pPr>
              <a:defRPr sz="2325" b="1">
                <a:solidFill>
                  <a:srgbClr val="303030"/>
                </a:solidFill>
                <a:latin typeface="Microsoft YaHei"/>
                <a:ea typeface="Microsoft YaHei"/>
                <a:cs typeface="Microsoft YaHei"/>
              </a:defRPr>
            </a:lvl1pPr>
            <a:lvl2pPr>
              <a:defRPr sz="2325" b="1">
                <a:solidFill>
                  <a:srgbClr val="303030"/>
                </a:solidFill>
                <a:latin typeface="Microsoft YaHei"/>
                <a:ea typeface="Microsoft YaHei"/>
                <a:cs typeface="Microsoft YaHei"/>
              </a:defRPr>
            </a:lvl2pPr>
            <a:lvl3pPr>
              <a:defRPr sz="2325" b="1">
                <a:solidFill>
                  <a:srgbClr val="303030"/>
                </a:solidFill>
                <a:latin typeface="Microsoft YaHei"/>
                <a:ea typeface="Microsoft YaHei"/>
                <a:cs typeface="Microsoft YaHei"/>
              </a:defRPr>
            </a:lvl3pPr>
            <a:lvl4pPr>
              <a:defRPr sz="2325" b="1">
                <a:solidFill>
                  <a:srgbClr val="303030"/>
                </a:solidFill>
                <a:latin typeface="Microsoft YaHei"/>
                <a:ea typeface="Microsoft YaHei"/>
                <a:cs typeface="Microsoft YaHei"/>
              </a:defRPr>
            </a:lvl4pPr>
            <a:lvl5pPr>
              <a:defRPr sz="2325" b="1">
                <a:solidFill>
                  <a:srgbClr val="303030"/>
                </a:solidFill>
                <a:latin typeface="Microsoft YaHei"/>
                <a:ea typeface="Microsoft YaHei"/>
                <a:cs typeface="Microsoft YaHei"/>
              </a:defRPr>
            </a:lvl5pPr>
            <a:lvl6pPr>
              <a:defRPr sz="2325" b="1">
                <a:solidFill>
                  <a:srgbClr val="303030"/>
                </a:solidFill>
                <a:latin typeface="Microsoft YaHei"/>
                <a:ea typeface="Microsoft YaHei"/>
                <a:cs typeface="Microsoft YaHei"/>
              </a:defRPr>
            </a:lvl6pPr>
            <a:lvl7pPr>
              <a:defRPr sz="2325" b="1">
                <a:solidFill>
                  <a:srgbClr val="303030"/>
                </a:solidFill>
                <a:latin typeface="Microsoft YaHei"/>
                <a:ea typeface="Microsoft YaHei"/>
                <a:cs typeface="Microsoft YaHei"/>
              </a:defRPr>
            </a:lvl7pPr>
            <a:lvl8pPr>
              <a:defRPr sz="2325" b="1">
                <a:solidFill>
                  <a:srgbClr val="303030"/>
                </a:solidFill>
                <a:latin typeface="Microsoft YaHei"/>
                <a:ea typeface="Microsoft YaHei"/>
                <a:cs typeface="Microsoft YaHei"/>
              </a:defRPr>
            </a:lvl8pPr>
            <a:lvl9pPr>
              <a:defRPr sz="2325" b="1">
                <a:solidFill>
                  <a:srgbClr val="303030"/>
                </a:solidFill>
                <a:latin typeface="Microsoft YaHei"/>
                <a:ea typeface="Microsoft YaHei"/>
                <a:cs typeface="Microsoft YaHei"/>
              </a:defRPr>
            </a:lvl9pPr>
          </a:lstStyle>
          <a:p xmlns:a="http://schemas.openxmlformats.org/drawingml/2006/main">
            <a:pPr>
              <a:defRPr sz="2325" b="1">
                <a:solidFill>
                  <a:srgbClr val="303030"/>
                </a:solidFill>
                <a:latin typeface="Microsoft YaHei"/>
                <a:ea typeface="Microsoft YaHei"/>
                <a:cs typeface="Microsoft YaHei"/>
              </a:defRPr>
            </a:pPr>
            <a:r>
              <a:rPr sz="2325" b="1">
                <a:solidFill>
                  <a:srgbClr val="303030"/>
                </a:solidFill>
                <a:latin typeface="Microsoft YaHei"/>
                <a:ea typeface="Microsoft YaHei"/>
                <a:cs typeface="Microsoft YaHei"/>
              </a:rPr>
              <a:t>Literature and Source Links</a:t>
            </a:r>
          </a:p>
        </p:txBody>
      </p:sp>
      <p:sp>
        <p:nvSpPr>
          <p:cNvPr id="4" name="page">
            <a:extLst xmlns:a="http://schemas.openxmlformats.org/drawingml/2006/main">
              <a:ext uri="{FF2B5EF4-FFF2-40B4-BE49-F238E27FC236}">
                <a16:creationId xmlns:a16="http://schemas.microsoft.com/office/drawing/2014/main" id="{5EA9A872-4CF4-47FF-8ABF-EF2789CC6B11}"/>
              </a:ext>
            </a:extLst>
          </p:cNvPr>
          <p:cNvSpPr>
            <a:spLocks xmlns:a="http://schemas.openxmlformats.org/drawingml/2006/main" noGrp="1"/>
          </p:cNvSpPr>
          <p:nvPr/>
        </p:nvSpPr>
        <p:spPr>
          <a:xfrm xmlns:a="http://schemas.openxmlformats.org/drawingml/2006/main">
            <a:off x="10763250" y="6343650"/>
            <a:ext cx="95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0">
                <a:solidFill>
                  <a:srgbClr val="575757"/>
                </a:solidFill>
                <a:latin typeface="Microsoft YaHei"/>
                <a:ea typeface="Microsoft YaHei"/>
                <a:cs typeface="Microsoft YaHei"/>
              </a:defRPr>
            </a:defPPr>
            <a:lvl1pPr>
              <a:defRPr sz="1200" b="0">
                <a:solidFill>
                  <a:srgbClr val="575757"/>
                </a:solidFill>
                <a:latin typeface="Microsoft YaHei"/>
                <a:ea typeface="Microsoft YaHei"/>
                <a:cs typeface="Microsoft YaHei"/>
              </a:defRPr>
            </a:lvl1pPr>
            <a:lvl2pPr>
              <a:defRPr sz="1200" b="0">
                <a:solidFill>
                  <a:srgbClr val="575757"/>
                </a:solidFill>
                <a:latin typeface="Microsoft YaHei"/>
                <a:ea typeface="Microsoft YaHei"/>
                <a:cs typeface="Microsoft YaHei"/>
              </a:defRPr>
            </a:lvl2pPr>
            <a:lvl3pPr>
              <a:defRPr sz="1200" b="0">
                <a:solidFill>
                  <a:srgbClr val="575757"/>
                </a:solidFill>
                <a:latin typeface="Microsoft YaHei"/>
                <a:ea typeface="Microsoft YaHei"/>
                <a:cs typeface="Microsoft YaHei"/>
              </a:defRPr>
            </a:lvl3pPr>
            <a:lvl4pPr>
              <a:defRPr sz="1200" b="0">
                <a:solidFill>
                  <a:srgbClr val="575757"/>
                </a:solidFill>
                <a:latin typeface="Microsoft YaHei"/>
                <a:ea typeface="Microsoft YaHei"/>
                <a:cs typeface="Microsoft YaHei"/>
              </a:defRPr>
            </a:lvl4pPr>
            <a:lvl5pPr>
              <a:defRPr sz="1200" b="0">
                <a:solidFill>
                  <a:srgbClr val="575757"/>
                </a:solidFill>
                <a:latin typeface="Microsoft YaHei"/>
                <a:ea typeface="Microsoft YaHei"/>
                <a:cs typeface="Microsoft YaHei"/>
              </a:defRPr>
            </a:lvl5pPr>
            <a:lvl6pPr>
              <a:defRPr sz="1200" b="0">
                <a:solidFill>
                  <a:srgbClr val="575757"/>
                </a:solidFill>
                <a:latin typeface="Microsoft YaHei"/>
                <a:ea typeface="Microsoft YaHei"/>
                <a:cs typeface="Microsoft YaHei"/>
              </a:defRPr>
            </a:lvl6pPr>
            <a:lvl7pPr>
              <a:defRPr sz="1200" b="0">
                <a:solidFill>
                  <a:srgbClr val="575757"/>
                </a:solidFill>
                <a:latin typeface="Microsoft YaHei"/>
                <a:ea typeface="Microsoft YaHei"/>
                <a:cs typeface="Microsoft YaHei"/>
              </a:defRPr>
            </a:lvl7pPr>
            <a:lvl8pPr>
              <a:defRPr sz="1200" b="0">
                <a:solidFill>
                  <a:srgbClr val="575757"/>
                </a:solidFill>
                <a:latin typeface="Microsoft YaHei"/>
                <a:ea typeface="Microsoft YaHei"/>
                <a:cs typeface="Microsoft YaHei"/>
              </a:defRPr>
            </a:lvl8pPr>
            <a:lvl9pPr>
              <a:defRPr sz="1200" b="0">
                <a:solidFill>
                  <a:srgbClr val="575757"/>
                </a:solidFill>
                <a:latin typeface="Microsoft YaHei"/>
                <a:ea typeface="Microsoft YaHei"/>
                <a:cs typeface="Microsoft YaHei"/>
              </a:defRPr>
            </a:lvl9pPr>
          </a:lstStyle>
          <a:p xmlns:a="http://schemas.openxmlformats.org/drawingml/2006/main">
            <a:pPr>
              <a:defRPr sz="1200" b="0">
                <a:solidFill>
                  <a:srgbClr val="575757"/>
                </a:solidFill>
                <a:latin typeface="Microsoft YaHei"/>
                <a:ea typeface="Microsoft YaHei"/>
                <a:cs typeface="Microsoft YaHei"/>
              </a:defRPr>
            </a:pPr>
            <a:r>
              <a:rPr sz="1200" b="0">
                <a:solidFill>
                  <a:srgbClr val="575757"/>
                </a:solidFill>
                <a:latin typeface="Microsoft YaHei"/>
                <a:ea typeface="Microsoft YaHei"/>
                <a:cs typeface="Microsoft YaHei"/>
              </a:rPr>
              <a:t>Backup 1</a:t>
            </a:r>
          </a:p>
        </p:txBody>
      </p:sp>
      <p:sp>
        <p:nvSpPr>
          <p:cNvPr id="5" name="reference-dab">
            <a:extLst xmlns:a="http://schemas.openxmlformats.org/drawingml/2006/main">
              <a:ext uri="{FF2B5EF4-FFF2-40B4-BE49-F238E27FC236}">
                <a16:creationId xmlns:a16="http://schemas.microsoft.com/office/drawing/2014/main" id="{93CD4B02-8E72-447A-8C35-634058B008B2}"/>
              </a:ext>
            </a:extLst>
          </p:cNvPr>
          <p:cNvSpPr>
            <a:spLocks xmlns:a="http://schemas.openxmlformats.org/drawingml/2006/main" noGrp="1"/>
          </p:cNvSpPr>
          <p:nvPr/>
        </p:nvSpPr>
        <p:spPr>
          <a:xfrm xmlns:a="http://schemas.openxmlformats.org/drawingml/2006/main">
            <a:off x="571500" y="2533650"/>
            <a:ext cx="52863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0">
                <a:solidFill>
                  <a:srgbClr val="B81C22"/>
                </a:solidFill>
                <a:latin typeface="Microsoft YaHei"/>
                <a:ea typeface="Microsoft YaHei"/>
                <a:cs typeface="Microsoft YaHei"/>
              </a:defRPr>
            </a:defPPr>
            <a:lvl1pPr>
              <a:defRPr sz="1875" b="0">
                <a:solidFill>
                  <a:srgbClr val="B81C22"/>
                </a:solidFill>
                <a:latin typeface="Microsoft YaHei"/>
                <a:ea typeface="Microsoft YaHei"/>
                <a:cs typeface="Microsoft YaHei"/>
              </a:defRPr>
            </a:lvl1pPr>
            <a:lvl2pPr>
              <a:defRPr sz="1875" b="0">
                <a:solidFill>
                  <a:srgbClr val="B81C22"/>
                </a:solidFill>
                <a:latin typeface="Microsoft YaHei"/>
                <a:ea typeface="Microsoft YaHei"/>
                <a:cs typeface="Microsoft YaHei"/>
              </a:defRPr>
            </a:lvl2pPr>
            <a:lvl3pPr>
              <a:defRPr sz="1875" b="0">
                <a:solidFill>
                  <a:srgbClr val="B81C22"/>
                </a:solidFill>
                <a:latin typeface="Microsoft YaHei"/>
                <a:ea typeface="Microsoft YaHei"/>
                <a:cs typeface="Microsoft YaHei"/>
              </a:defRPr>
            </a:lvl3pPr>
            <a:lvl4pPr>
              <a:defRPr sz="1875" b="0">
                <a:solidFill>
                  <a:srgbClr val="B81C22"/>
                </a:solidFill>
                <a:latin typeface="Microsoft YaHei"/>
                <a:ea typeface="Microsoft YaHei"/>
                <a:cs typeface="Microsoft YaHei"/>
              </a:defRPr>
            </a:lvl4pPr>
            <a:lvl5pPr>
              <a:defRPr sz="1875" b="0">
                <a:solidFill>
                  <a:srgbClr val="B81C22"/>
                </a:solidFill>
                <a:latin typeface="Microsoft YaHei"/>
                <a:ea typeface="Microsoft YaHei"/>
                <a:cs typeface="Microsoft YaHei"/>
              </a:defRPr>
            </a:lvl5pPr>
            <a:lvl6pPr>
              <a:defRPr sz="1875" b="0">
                <a:solidFill>
                  <a:srgbClr val="B81C22"/>
                </a:solidFill>
                <a:latin typeface="Microsoft YaHei"/>
                <a:ea typeface="Microsoft YaHei"/>
                <a:cs typeface="Microsoft YaHei"/>
              </a:defRPr>
            </a:lvl6pPr>
            <a:lvl7pPr>
              <a:defRPr sz="1875" b="0">
                <a:solidFill>
                  <a:srgbClr val="B81C22"/>
                </a:solidFill>
                <a:latin typeface="Microsoft YaHei"/>
                <a:ea typeface="Microsoft YaHei"/>
                <a:cs typeface="Microsoft YaHei"/>
              </a:defRPr>
            </a:lvl7pPr>
            <a:lvl8pPr>
              <a:defRPr sz="1875" b="0">
                <a:solidFill>
                  <a:srgbClr val="B81C22"/>
                </a:solidFill>
                <a:latin typeface="Microsoft YaHei"/>
                <a:ea typeface="Microsoft YaHei"/>
                <a:cs typeface="Microsoft YaHei"/>
              </a:defRPr>
            </a:lvl8pPr>
            <a:lvl9pPr>
              <a:defRPr sz="1875" b="0">
                <a:solidFill>
                  <a:srgbClr val="B81C22"/>
                </a:solidFill>
                <a:latin typeface="Microsoft YaHei"/>
                <a:ea typeface="Microsoft YaHei"/>
                <a:cs typeface="Microsoft YaHei"/>
              </a:defRPr>
            </a:lvl9pPr>
          </a:lstStyle>
          <a:p xmlns:a="http://schemas.openxmlformats.org/drawingml/2006/main">
            <a:pPr>
              <a:defRPr sz="1875" b="0">
                <a:solidFill>
                  <a:srgbClr val="B81C22"/>
                </a:solidFill>
                <a:latin typeface="Microsoft YaHei"/>
                <a:ea typeface="Microsoft YaHei"/>
                <a:cs typeface="Microsoft YaHei"/>
              </a:defRPr>
            </a:pPr>
            <a:r>
              <a:rPr sz="1875" u="sng">
                <a:solidFill>
                  <a:srgbClr val="B81C22"/>
                </a:solidFill>
                <a:latin typeface="Microsoft YaHei"/>
                <a:ea typeface="Microsoft YaHei"/>
                <a:cs typeface="Microsoft YaHei"/>
                <a:hlinkClick xmlns:r="http://schemas.openxmlformats.org/officeDocument/2006/relationships" r:id="R194f95d25937493c"/>
              </a:rPr>
              <a:t>DABstep</a:t>
            </a:r>
          </a:p>
        </p:txBody>
      </p:sp>
      <p:sp>
        <p:nvSpPr>
          <p:cNvPr id="6" name="reference-data">
            <a:extLst xmlns:a="http://schemas.openxmlformats.org/drawingml/2006/main">
              <a:ext uri="{FF2B5EF4-FFF2-40B4-BE49-F238E27FC236}">
                <a16:creationId xmlns:a16="http://schemas.microsoft.com/office/drawing/2014/main" id="{AF62BE23-E1E3-4689-BF27-96D634A6DB45}"/>
              </a:ext>
            </a:extLst>
          </p:cNvPr>
          <p:cNvSpPr>
            <a:spLocks xmlns:a="http://schemas.openxmlformats.org/drawingml/2006/main" noGrp="1"/>
          </p:cNvSpPr>
          <p:nvPr/>
        </p:nvSpPr>
        <p:spPr>
          <a:xfrm xmlns:a="http://schemas.openxmlformats.org/drawingml/2006/main">
            <a:off x="571500" y="3048000"/>
            <a:ext cx="52863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0">
                <a:solidFill>
                  <a:srgbClr val="B81C22"/>
                </a:solidFill>
                <a:latin typeface="Microsoft YaHei"/>
                <a:ea typeface="Microsoft YaHei"/>
                <a:cs typeface="Microsoft YaHei"/>
              </a:defRPr>
            </a:defPPr>
            <a:lvl1pPr>
              <a:defRPr sz="1875" b="0">
                <a:solidFill>
                  <a:srgbClr val="B81C22"/>
                </a:solidFill>
                <a:latin typeface="Microsoft YaHei"/>
                <a:ea typeface="Microsoft YaHei"/>
                <a:cs typeface="Microsoft YaHei"/>
              </a:defRPr>
            </a:lvl1pPr>
            <a:lvl2pPr>
              <a:defRPr sz="1875" b="0">
                <a:solidFill>
                  <a:srgbClr val="B81C22"/>
                </a:solidFill>
                <a:latin typeface="Microsoft YaHei"/>
                <a:ea typeface="Microsoft YaHei"/>
                <a:cs typeface="Microsoft YaHei"/>
              </a:defRPr>
            </a:lvl2pPr>
            <a:lvl3pPr>
              <a:defRPr sz="1875" b="0">
                <a:solidFill>
                  <a:srgbClr val="B81C22"/>
                </a:solidFill>
                <a:latin typeface="Microsoft YaHei"/>
                <a:ea typeface="Microsoft YaHei"/>
                <a:cs typeface="Microsoft YaHei"/>
              </a:defRPr>
            </a:lvl3pPr>
            <a:lvl4pPr>
              <a:defRPr sz="1875" b="0">
                <a:solidFill>
                  <a:srgbClr val="B81C22"/>
                </a:solidFill>
                <a:latin typeface="Microsoft YaHei"/>
                <a:ea typeface="Microsoft YaHei"/>
                <a:cs typeface="Microsoft YaHei"/>
              </a:defRPr>
            </a:lvl4pPr>
            <a:lvl5pPr>
              <a:defRPr sz="1875" b="0">
                <a:solidFill>
                  <a:srgbClr val="B81C22"/>
                </a:solidFill>
                <a:latin typeface="Microsoft YaHei"/>
                <a:ea typeface="Microsoft YaHei"/>
                <a:cs typeface="Microsoft YaHei"/>
              </a:defRPr>
            </a:lvl5pPr>
            <a:lvl6pPr>
              <a:defRPr sz="1875" b="0">
                <a:solidFill>
                  <a:srgbClr val="B81C22"/>
                </a:solidFill>
                <a:latin typeface="Microsoft YaHei"/>
                <a:ea typeface="Microsoft YaHei"/>
                <a:cs typeface="Microsoft YaHei"/>
              </a:defRPr>
            </a:lvl6pPr>
            <a:lvl7pPr>
              <a:defRPr sz="1875" b="0">
                <a:solidFill>
                  <a:srgbClr val="B81C22"/>
                </a:solidFill>
                <a:latin typeface="Microsoft YaHei"/>
                <a:ea typeface="Microsoft YaHei"/>
                <a:cs typeface="Microsoft YaHei"/>
              </a:defRPr>
            </a:lvl7pPr>
            <a:lvl8pPr>
              <a:defRPr sz="1875" b="0">
                <a:solidFill>
                  <a:srgbClr val="B81C22"/>
                </a:solidFill>
                <a:latin typeface="Microsoft YaHei"/>
                <a:ea typeface="Microsoft YaHei"/>
                <a:cs typeface="Microsoft YaHei"/>
              </a:defRPr>
            </a:lvl8pPr>
            <a:lvl9pPr>
              <a:defRPr sz="1875" b="0">
                <a:solidFill>
                  <a:srgbClr val="B81C22"/>
                </a:solidFill>
                <a:latin typeface="Microsoft YaHei"/>
                <a:ea typeface="Microsoft YaHei"/>
                <a:cs typeface="Microsoft YaHei"/>
              </a:defRPr>
            </a:lvl9pPr>
          </a:lstStyle>
          <a:p xmlns:a="http://schemas.openxmlformats.org/drawingml/2006/main">
            <a:pPr>
              <a:defRPr sz="1875" b="0">
                <a:solidFill>
                  <a:srgbClr val="B81C22"/>
                </a:solidFill>
                <a:latin typeface="Microsoft YaHei"/>
                <a:ea typeface="Microsoft YaHei"/>
                <a:cs typeface="Microsoft YaHei"/>
              </a:defRPr>
            </a:pPr>
            <a:r>
              <a:rPr sz="1875" u="sng">
                <a:solidFill>
                  <a:srgbClr val="B81C22"/>
                </a:solidFill>
                <a:latin typeface="Microsoft YaHei"/>
                <a:ea typeface="Microsoft YaHei"/>
                <a:cs typeface="Microsoft YaHei"/>
                <a:hlinkClick xmlns:r="http://schemas.openxmlformats.org/officeDocument/2006/relationships" r:id="R7df4f87a83404c40"/>
              </a:rPr>
              <a:t>DataPilot</a:t>
            </a:r>
          </a:p>
        </p:txBody>
      </p:sp>
      <p:sp>
        <p:nvSpPr>
          <p:cNvPr id="7" name="reference-ds">
            <a:extLst xmlns:a="http://schemas.openxmlformats.org/drawingml/2006/main">
              <a:ext uri="{FF2B5EF4-FFF2-40B4-BE49-F238E27FC236}">
                <a16:creationId xmlns:a16="http://schemas.microsoft.com/office/drawing/2014/main" id="{20757EB2-C7B2-4253-BC65-C2A09E29AE62}"/>
              </a:ext>
            </a:extLst>
          </p:cNvPr>
          <p:cNvSpPr>
            <a:spLocks xmlns:a="http://schemas.openxmlformats.org/drawingml/2006/main" noGrp="1"/>
          </p:cNvSpPr>
          <p:nvPr/>
        </p:nvSpPr>
        <p:spPr>
          <a:xfrm xmlns:a="http://schemas.openxmlformats.org/drawingml/2006/main">
            <a:off x="571500" y="3562350"/>
            <a:ext cx="52863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0">
                <a:solidFill>
                  <a:srgbClr val="B81C22"/>
                </a:solidFill>
                <a:latin typeface="Microsoft YaHei"/>
                <a:ea typeface="Microsoft YaHei"/>
                <a:cs typeface="Microsoft YaHei"/>
              </a:defRPr>
            </a:defPPr>
            <a:lvl1pPr>
              <a:defRPr sz="1875" b="0">
                <a:solidFill>
                  <a:srgbClr val="B81C22"/>
                </a:solidFill>
                <a:latin typeface="Microsoft YaHei"/>
                <a:ea typeface="Microsoft YaHei"/>
                <a:cs typeface="Microsoft YaHei"/>
              </a:defRPr>
            </a:lvl1pPr>
            <a:lvl2pPr>
              <a:defRPr sz="1875" b="0">
                <a:solidFill>
                  <a:srgbClr val="B81C22"/>
                </a:solidFill>
                <a:latin typeface="Microsoft YaHei"/>
                <a:ea typeface="Microsoft YaHei"/>
                <a:cs typeface="Microsoft YaHei"/>
              </a:defRPr>
            </a:lvl2pPr>
            <a:lvl3pPr>
              <a:defRPr sz="1875" b="0">
                <a:solidFill>
                  <a:srgbClr val="B81C22"/>
                </a:solidFill>
                <a:latin typeface="Microsoft YaHei"/>
                <a:ea typeface="Microsoft YaHei"/>
                <a:cs typeface="Microsoft YaHei"/>
              </a:defRPr>
            </a:lvl3pPr>
            <a:lvl4pPr>
              <a:defRPr sz="1875" b="0">
                <a:solidFill>
                  <a:srgbClr val="B81C22"/>
                </a:solidFill>
                <a:latin typeface="Microsoft YaHei"/>
                <a:ea typeface="Microsoft YaHei"/>
                <a:cs typeface="Microsoft YaHei"/>
              </a:defRPr>
            </a:lvl4pPr>
            <a:lvl5pPr>
              <a:defRPr sz="1875" b="0">
                <a:solidFill>
                  <a:srgbClr val="B81C22"/>
                </a:solidFill>
                <a:latin typeface="Microsoft YaHei"/>
                <a:ea typeface="Microsoft YaHei"/>
                <a:cs typeface="Microsoft YaHei"/>
              </a:defRPr>
            </a:lvl5pPr>
            <a:lvl6pPr>
              <a:defRPr sz="1875" b="0">
                <a:solidFill>
                  <a:srgbClr val="B81C22"/>
                </a:solidFill>
                <a:latin typeface="Microsoft YaHei"/>
                <a:ea typeface="Microsoft YaHei"/>
                <a:cs typeface="Microsoft YaHei"/>
              </a:defRPr>
            </a:lvl6pPr>
            <a:lvl7pPr>
              <a:defRPr sz="1875" b="0">
                <a:solidFill>
                  <a:srgbClr val="B81C22"/>
                </a:solidFill>
                <a:latin typeface="Microsoft YaHei"/>
                <a:ea typeface="Microsoft YaHei"/>
                <a:cs typeface="Microsoft YaHei"/>
              </a:defRPr>
            </a:lvl7pPr>
            <a:lvl8pPr>
              <a:defRPr sz="1875" b="0">
                <a:solidFill>
                  <a:srgbClr val="B81C22"/>
                </a:solidFill>
                <a:latin typeface="Microsoft YaHei"/>
                <a:ea typeface="Microsoft YaHei"/>
                <a:cs typeface="Microsoft YaHei"/>
              </a:defRPr>
            </a:lvl8pPr>
            <a:lvl9pPr>
              <a:defRPr sz="1875" b="0">
                <a:solidFill>
                  <a:srgbClr val="B81C22"/>
                </a:solidFill>
                <a:latin typeface="Microsoft YaHei"/>
                <a:ea typeface="Microsoft YaHei"/>
                <a:cs typeface="Microsoft YaHei"/>
              </a:defRPr>
            </a:lvl9pPr>
          </a:lstStyle>
          <a:p xmlns:a="http://schemas.openxmlformats.org/drawingml/2006/main">
            <a:pPr>
              <a:defRPr sz="1875" b="0">
                <a:solidFill>
                  <a:srgbClr val="B81C22"/>
                </a:solidFill>
                <a:latin typeface="Microsoft YaHei"/>
                <a:ea typeface="Microsoft YaHei"/>
                <a:cs typeface="Microsoft YaHei"/>
              </a:defRPr>
            </a:pPr>
            <a:r>
              <a:rPr sz="1875" u="sng">
                <a:solidFill>
                  <a:srgbClr val="B81C22"/>
                </a:solidFill>
                <a:latin typeface="Microsoft YaHei"/>
                <a:ea typeface="Microsoft YaHei"/>
                <a:cs typeface="Microsoft YaHei"/>
                <a:hlinkClick xmlns:r="http://schemas.openxmlformats.org/officeDocument/2006/relationships" r:id="R9a3bae6be4cd4caa"/>
              </a:rPr>
              <a:t>DS-STAR v4</a:t>
            </a:r>
          </a:p>
        </p:txBody>
      </p:sp>
      <p:sp>
        <p:nvSpPr>
          <p:cNvPr id="8" name="reference-nv">
            <a:extLst xmlns:a="http://schemas.openxmlformats.org/drawingml/2006/main">
              <a:ext uri="{FF2B5EF4-FFF2-40B4-BE49-F238E27FC236}">
                <a16:creationId xmlns:a16="http://schemas.microsoft.com/office/drawing/2014/main" id="{FED83C9D-A377-469B-AED7-DE678BD56978}"/>
              </a:ext>
            </a:extLst>
          </p:cNvPr>
          <p:cNvSpPr>
            <a:spLocks xmlns:a="http://schemas.openxmlformats.org/drawingml/2006/main" noGrp="1"/>
          </p:cNvSpPr>
          <p:nvPr/>
        </p:nvSpPr>
        <p:spPr>
          <a:xfrm xmlns:a="http://schemas.openxmlformats.org/drawingml/2006/main">
            <a:off x="571500" y="4076700"/>
            <a:ext cx="52863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0">
                <a:solidFill>
                  <a:srgbClr val="B81C22"/>
                </a:solidFill>
                <a:latin typeface="Microsoft YaHei"/>
                <a:ea typeface="Microsoft YaHei"/>
                <a:cs typeface="Microsoft YaHei"/>
              </a:defRPr>
            </a:defPPr>
            <a:lvl1pPr>
              <a:defRPr sz="1875" b="0">
                <a:solidFill>
                  <a:srgbClr val="B81C22"/>
                </a:solidFill>
                <a:latin typeface="Microsoft YaHei"/>
                <a:ea typeface="Microsoft YaHei"/>
                <a:cs typeface="Microsoft YaHei"/>
              </a:defRPr>
            </a:lvl1pPr>
            <a:lvl2pPr>
              <a:defRPr sz="1875" b="0">
                <a:solidFill>
                  <a:srgbClr val="B81C22"/>
                </a:solidFill>
                <a:latin typeface="Microsoft YaHei"/>
                <a:ea typeface="Microsoft YaHei"/>
                <a:cs typeface="Microsoft YaHei"/>
              </a:defRPr>
            </a:lvl2pPr>
            <a:lvl3pPr>
              <a:defRPr sz="1875" b="0">
                <a:solidFill>
                  <a:srgbClr val="B81C22"/>
                </a:solidFill>
                <a:latin typeface="Microsoft YaHei"/>
                <a:ea typeface="Microsoft YaHei"/>
                <a:cs typeface="Microsoft YaHei"/>
              </a:defRPr>
            </a:lvl3pPr>
            <a:lvl4pPr>
              <a:defRPr sz="1875" b="0">
                <a:solidFill>
                  <a:srgbClr val="B81C22"/>
                </a:solidFill>
                <a:latin typeface="Microsoft YaHei"/>
                <a:ea typeface="Microsoft YaHei"/>
                <a:cs typeface="Microsoft YaHei"/>
              </a:defRPr>
            </a:lvl4pPr>
            <a:lvl5pPr>
              <a:defRPr sz="1875" b="0">
                <a:solidFill>
                  <a:srgbClr val="B81C22"/>
                </a:solidFill>
                <a:latin typeface="Microsoft YaHei"/>
                <a:ea typeface="Microsoft YaHei"/>
                <a:cs typeface="Microsoft YaHei"/>
              </a:defRPr>
            </a:lvl5pPr>
            <a:lvl6pPr>
              <a:defRPr sz="1875" b="0">
                <a:solidFill>
                  <a:srgbClr val="B81C22"/>
                </a:solidFill>
                <a:latin typeface="Microsoft YaHei"/>
                <a:ea typeface="Microsoft YaHei"/>
                <a:cs typeface="Microsoft YaHei"/>
              </a:defRPr>
            </a:lvl6pPr>
            <a:lvl7pPr>
              <a:defRPr sz="1875" b="0">
                <a:solidFill>
                  <a:srgbClr val="B81C22"/>
                </a:solidFill>
                <a:latin typeface="Microsoft YaHei"/>
                <a:ea typeface="Microsoft YaHei"/>
                <a:cs typeface="Microsoft YaHei"/>
              </a:defRPr>
            </a:lvl7pPr>
            <a:lvl8pPr>
              <a:defRPr sz="1875" b="0">
                <a:solidFill>
                  <a:srgbClr val="B81C22"/>
                </a:solidFill>
                <a:latin typeface="Microsoft YaHei"/>
                <a:ea typeface="Microsoft YaHei"/>
                <a:cs typeface="Microsoft YaHei"/>
              </a:defRPr>
            </a:lvl8pPr>
            <a:lvl9pPr>
              <a:defRPr sz="1875" b="0">
                <a:solidFill>
                  <a:srgbClr val="B81C22"/>
                </a:solidFill>
                <a:latin typeface="Microsoft YaHei"/>
                <a:ea typeface="Microsoft YaHei"/>
                <a:cs typeface="Microsoft YaHei"/>
              </a:defRPr>
            </a:lvl9pPr>
          </a:lstStyle>
          <a:p xmlns:a="http://schemas.openxmlformats.org/drawingml/2006/main">
            <a:pPr>
              <a:defRPr sz="1875" b="0">
                <a:solidFill>
                  <a:srgbClr val="B81C22"/>
                </a:solidFill>
                <a:latin typeface="Microsoft YaHei"/>
                <a:ea typeface="Microsoft YaHei"/>
                <a:cs typeface="Microsoft YaHei"/>
              </a:defRPr>
            </a:pPr>
            <a:r>
              <a:rPr sz="1875" u="sng">
                <a:solidFill>
                  <a:srgbClr val="B81C22"/>
                </a:solidFill>
                <a:latin typeface="Microsoft YaHei"/>
                <a:ea typeface="Microsoft YaHei"/>
                <a:cs typeface="Microsoft YaHei"/>
                <a:hlinkClick xmlns:r="http://schemas.openxmlformats.org/officeDocument/2006/relationships" r:id="Rfdf2f0a707924b83"/>
              </a:rPr>
              <a:t>NVIDIA Data Explorer</a:t>
            </a:r>
          </a:p>
        </p:txBody>
      </p:sp>
      <p:sp>
        <p:nvSpPr>
          <p:cNvPr id="9" name="reference-mast">
            <a:extLst xmlns:a="http://schemas.openxmlformats.org/drawingml/2006/main">
              <a:ext uri="{FF2B5EF4-FFF2-40B4-BE49-F238E27FC236}">
                <a16:creationId xmlns:a16="http://schemas.microsoft.com/office/drawing/2014/main" id="{DE152715-ECB0-4260-9901-70D092E661F4}"/>
              </a:ext>
            </a:extLst>
          </p:cNvPr>
          <p:cNvSpPr>
            <a:spLocks xmlns:a="http://schemas.openxmlformats.org/drawingml/2006/main" noGrp="1"/>
          </p:cNvSpPr>
          <p:nvPr/>
        </p:nvSpPr>
        <p:spPr>
          <a:xfrm xmlns:a="http://schemas.openxmlformats.org/drawingml/2006/main">
            <a:off x="571500" y="4591050"/>
            <a:ext cx="52863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0">
                <a:solidFill>
                  <a:srgbClr val="B81C22"/>
                </a:solidFill>
                <a:latin typeface="Microsoft YaHei"/>
                <a:ea typeface="Microsoft YaHei"/>
                <a:cs typeface="Microsoft YaHei"/>
              </a:defRPr>
            </a:defPPr>
            <a:lvl1pPr>
              <a:defRPr sz="1875" b="0">
                <a:solidFill>
                  <a:srgbClr val="B81C22"/>
                </a:solidFill>
                <a:latin typeface="Microsoft YaHei"/>
                <a:ea typeface="Microsoft YaHei"/>
                <a:cs typeface="Microsoft YaHei"/>
              </a:defRPr>
            </a:lvl1pPr>
            <a:lvl2pPr>
              <a:defRPr sz="1875" b="0">
                <a:solidFill>
                  <a:srgbClr val="B81C22"/>
                </a:solidFill>
                <a:latin typeface="Microsoft YaHei"/>
                <a:ea typeface="Microsoft YaHei"/>
                <a:cs typeface="Microsoft YaHei"/>
              </a:defRPr>
            </a:lvl2pPr>
            <a:lvl3pPr>
              <a:defRPr sz="1875" b="0">
                <a:solidFill>
                  <a:srgbClr val="B81C22"/>
                </a:solidFill>
                <a:latin typeface="Microsoft YaHei"/>
                <a:ea typeface="Microsoft YaHei"/>
                <a:cs typeface="Microsoft YaHei"/>
              </a:defRPr>
            </a:lvl3pPr>
            <a:lvl4pPr>
              <a:defRPr sz="1875" b="0">
                <a:solidFill>
                  <a:srgbClr val="B81C22"/>
                </a:solidFill>
                <a:latin typeface="Microsoft YaHei"/>
                <a:ea typeface="Microsoft YaHei"/>
                <a:cs typeface="Microsoft YaHei"/>
              </a:defRPr>
            </a:lvl4pPr>
            <a:lvl5pPr>
              <a:defRPr sz="1875" b="0">
                <a:solidFill>
                  <a:srgbClr val="B81C22"/>
                </a:solidFill>
                <a:latin typeface="Microsoft YaHei"/>
                <a:ea typeface="Microsoft YaHei"/>
                <a:cs typeface="Microsoft YaHei"/>
              </a:defRPr>
            </a:lvl5pPr>
            <a:lvl6pPr>
              <a:defRPr sz="1875" b="0">
                <a:solidFill>
                  <a:srgbClr val="B81C22"/>
                </a:solidFill>
                <a:latin typeface="Microsoft YaHei"/>
                <a:ea typeface="Microsoft YaHei"/>
                <a:cs typeface="Microsoft YaHei"/>
              </a:defRPr>
            </a:lvl6pPr>
            <a:lvl7pPr>
              <a:defRPr sz="1875" b="0">
                <a:solidFill>
                  <a:srgbClr val="B81C22"/>
                </a:solidFill>
                <a:latin typeface="Microsoft YaHei"/>
                <a:ea typeface="Microsoft YaHei"/>
                <a:cs typeface="Microsoft YaHei"/>
              </a:defRPr>
            </a:lvl7pPr>
            <a:lvl8pPr>
              <a:defRPr sz="1875" b="0">
                <a:solidFill>
                  <a:srgbClr val="B81C22"/>
                </a:solidFill>
                <a:latin typeface="Microsoft YaHei"/>
                <a:ea typeface="Microsoft YaHei"/>
                <a:cs typeface="Microsoft YaHei"/>
              </a:defRPr>
            </a:lvl8pPr>
            <a:lvl9pPr>
              <a:defRPr sz="1875" b="0">
                <a:solidFill>
                  <a:srgbClr val="B81C22"/>
                </a:solidFill>
                <a:latin typeface="Microsoft YaHei"/>
                <a:ea typeface="Microsoft YaHei"/>
                <a:cs typeface="Microsoft YaHei"/>
              </a:defRPr>
            </a:lvl9pPr>
          </a:lstStyle>
          <a:p xmlns:a="http://schemas.openxmlformats.org/drawingml/2006/main">
            <a:pPr>
              <a:defRPr sz="1875" b="0">
                <a:solidFill>
                  <a:srgbClr val="B81C22"/>
                </a:solidFill>
                <a:latin typeface="Microsoft YaHei"/>
                <a:ea typeface="Microsoft YaHei"/>
                <a:cs typeface="Microsoft YaHei"/>
              </a:defRPr>
            </a:pPr>
            <a:r>
              <a:rPr sz="1875" u="sng">
                <a:solidFill>
                  <a:srgbClr val="B81C22"/>
                </a:solidFill>
                <a:latin typeface="Microsoft YaHei"/>
                <a:ea typeface="Microsoft YaHei"/>
                <a:cs typeface="Microsoft YaHei"/>
                <a:hlinkClick xmlns:r="http://schemas.openxmlformats.org/officeDocument/2006/relationships" r:id="R85903bc1668c4a3c"/>
              </a:rPr>
              <a:t>MAST v3</a:t>
            </a:r>
          </a:p>
        </p:txBody>
      </p:sp>
      <p:sp>
        <p:nvSpPr>
          <p:cNvPr id="10" name="reference-mem">
            <a:extLst xmlns:a="http://schemas.openxmlformats.org/drawingml/2006/main">
              <a:ext uri="{FF2B5EF4-FFF2-40B4-BE49-F238E27FC236}">
                <a16:creationId xmlns:a16="http://schemas.microsoft.com/office/drawing/2014/main" id="{90973663-2FA2-4286-AB08-4DB2A72E6D8B}"/>
              </a:ext>
            </a:extLst>
          </p:cNvPr>
          <p:cNvSpPr>
            <a:spLocks xmlns:a="http://schemas.openxmlformats.org/drawingml/2006/main" noGrp="1"/>
          </p:cNvSpPr>
          <p:nvPr/>
        </p:nvSpPr>
        <p:spPr>
          <a:xfrm xmlns:a="http://schemas.openxmlformats.org/drawingml/2006/main">
            <a:off x="571500" y="5105400"/>
            <a:ext cx="52863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0">
                <a:solidFill>
                  <a:srgbClr val="B81C22"/>
                </a:solidFill>
                <a:latin typeface="Microsoft YaHei"/>
                <a:ea typeface="Microsoft YaHei"/>
                <a:cs typeface="Microsoft YaHei"/>
              </a:defRPr>
            </a:defPPr>
            <a:lvl1pPr>
              <a:defRPr sz="1875" b="0">
                <a:solidFill>
                  <a:srgbClr val="B81C22"/>
                </a:solidFill>
                <a:latin typeface="Microsoft YaHei"/>
                <a:ea typeface="Microsoft YaHei"/>
                <a:cs typeface="Microsoft YaHei"/>
              </a:defRPr>
            </a:lvl1pPr>
            <a:lvl2pPr>
              <a:defRPr sz="1875" b="0">
                <a:solidFill>
                  <a:srgbClr val="B81C22"/>
                </a:solidFill>
                <a:latin typeface="Microsoft YaHei"/>
                <a:ea typeface="Microsoft YaHei"/>
                <a:cs typeface="Microsoft YaHei"/>
              </a:defRPr>
            </a:lvl2pPr>
            <a:lvl3pPr>
              <a:defRPr sz="1875" b="0">
                <a:solidFill>
                  <a:srgbClr val="B81C22"/>
                </a:solidFill>
                <a:latin typeface="Microsoft YaHei"/>
                <a:ea typeface="Microsoft YaHei"/>
                <a:cs typeface="Microsoft YaHei"/>
              </a:defRPr>
            </a:lvl3pPr>
            <a:lvl4pPr>
              <a:defRPr sz="1875" b="0">
                <a:solidFill>
                  <a:srgbClr val="B81C22"/>
                </a:solidFill>
                <a:latin typeface="Microsoft YaHei"/>
                <a:ea typeface="Microsoft YaHei"/>
                <a:cs typeface="Microsoft YaHei"/>
              </a:defRPr>
            </a:lvl4pPr>
            <a:lvl5pPr>
              <a:defRPr sz="1875" b="0">
                <a:solidFill>
                  <a:srgbClr val="B81C22"/>
                </a:solidFill>
                <a:latin typeface="Microsoft YaHei"/>
                <a:ea typeface="Microsoft YaHei"/>
                <a:cs typeface="Microsoft YaHei"/>
              </a:defRPr>
            </a:lvl5pPr>
            <a:lvl6pPr>
              <a:defRPr sz="1875" b="0">
                <a:solidFill>
                  <a:srgbClr val="B81C22"/>
                </a:solidFill>
                <a:latin typeface="Microsoft YaHei"/>
                <a:ea typeface="Microsoft YaHei"/>
                <a:cs typeface="Microsoft YaHei"/>
              </a:defRPr>
            </a:lvl6pPr>
            <a:lvl7pPr>
              <a:defRPr sz="1875" b="0">
                <a:solidFill>
                  <a:srgbClr val="B81C22"/>
                </a:solidFill>
                <a:latin typeface="Microsoft YaHei"/>
                <a:ea typeface="Microsoft YaHei"/>
                <a:cs typeface="Microsoft YaHei"/>
              </a:defRPr>
            </a:lvl7pPr>
            <a:lvl8pPr>
              <a:defRPr sz="1875" b="0">
                <a:solidFill>
                  <a:srgbClr val="B81C22"/>
                </a:solidFill>
                <a:latin typeface="Microsoft YaHei"/>
                <a:ea typeface="Microsoft YaHei"/>
                <a:cs typeface="Microsoft YaHei"/>
              </a:defRPr>
            </a:lvl8pPr>
            <a:lvl9pPr>
              <a:defRPr sz="1875" b="0">
                <a:solidFill>
                  <a:srgbClr val="B81C22"/>
                </a:solidFill>
                <a:latin typeface="Microsoft YaHei"/>
                <a:ea typeface="Microsoft YaHei"/>
                <a:cs typeface="Microsoft YaHei"/>
              </a:defRPr>
            </a:lvl9pPr>
          </a:lstStyle>
          <a:p xmlns:a="http://schemas.openxmlformats.org/drawingml/2006/main">
            <a:pPr>
              <a:defRPr sz="1875" b="0">
                <a:solidFill>
                  <a:srgbClr val="B81C22"/>
                </a:solidFill>
                <a:latin typeface="Microsoft YaHei"/>
                <a:ea typeface="Microsoft YaHei"/>
                <a:cs typeface="Microsoft YaHei"/>
              </a:defRPr>
            </a:pPr>
            <a:r>
              <a:rPr sz="1875" u="sng">
                <a:solidFill>
                  <a:srgbClr val="B81C22"/>
                </a:solidFill>
                <a:latin typeface="Microsoft YaHei"/>
                <a:ea typeface="Microsoft YaHei"/>
                <a:cs typeface="Microsoft YaHei"/>
                <a:hlinkClick xmlns:r="http://schemas.openxmlformats.org/officeDocument/2006/relationships" r:id="R29b99ee65ddd4cc5"/>
              </a:rPr>
              <a:t>ReasoningBank v2</a:t>
            </a:r>
          </a:p>
        </p:txBody>
      </p:sp>
      <p:sp>
        <p:nvSpPr>
          <p:cNvPr id="11" name="reference-sql">
            <a:extLst xmlns:a="http://schemas.openxmlformats.org/drawingml/2006/main">
              <a:ext uri="{FF2B5EF4-FFF2-40B4-BE49-F238E27FC236}">
                <a16:creationId xmlns:a16="http://schemas.microsoft.com/office/drawing/2014/main" id="{D63D8194-21DB-4F01-8254-3D718B306123}"/>
              </a:ext>
            </a:extLst>
          </p:cNvPr>
          <p:cNvSpPr>
            <a:spLocks xmlns:a="http://schemas.openxmlformats.org/drawingml/2006/main" noGrp="1"/>
          </p:cNvSpPr>
          <p:nvPr/>
        </p:nvSpPr>
        <p:spPr>
          <a:xfrm xmlns:a="http://schemas.openxmlformats.org/drawingml/2006/main">
            <a:off x="6191250" y="2533650"/>
            <a:ext cx="52863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0">
                <a:solidFill>
                  <a:srgbClr val="B81C22"/>
                </a:solidFill>
                <a:latin typeface="Microsoft YaHei"/>
                <a:ea typeface="Microsoft YaHei"/>
                <a:cs typeface="Microsoft YaHei"/>
              </a:defRPr>
            </a:defPPr>
            <a:lvl1pPr>
              <a:defRPr sz="1875" b="0">
                <a:solidFill>
                  <a:srgbClr val="B81C22"/>
                </a:solidFill>
                <a:latin typeface="Microsoft YaHei"/>
                <a:ea typeface="Microsoft YaHei"/>
                <a:cs typeface="Microsoft YaHei"/>
              </a:defRPr>
            </a:lvl1pPr>
            <a:lvl2pPr>
              <a:defRPr sz="1875" b="0">
                <a:solidFill>
                  <a:srgbClr val="B81C22"/>
                </a:solidFill>
                <a:latin typeface="Microsoft YaHei"/>
                <a:ea typeface="Microsoft YaHei"/>
                <a:cs typeface="Microsoft YaHei"/>
              </a:defRPr>
            </a:lvl2pPr>
            <a:lvl3pPr>
              <a:defRPr sz="1875" b="0">
                <a:solidFill>
                  <a:srgbClr val="B81C22"/>
                </a:solidFill>
                <a:latin typeface="Microsoft YaHei"/>
                <a:ea typeface="Microsoft YaHei"/>
                <a:cs typeface="Microsoft YaHei"/>
              </a:defRPr>
            </a:lvl3pPr>
            <a:lvl4pPr>
              <a:defRPr sz="1875" b="0">
                <a:solidFill>
                  <a:srgbClr val="B81C22"/>
                </a:solidFill>
                <a:latin typeface="Microsoft YaHei"/>
                <a:ea typeface="Microsoft YaHei"/>
                <a:cs typeface="Microsoft YaHei"/>
              </a:defRPr>
            </a:lvl4pPr>
            <a:lvl5pPr>
              <a:defRPr sz="1875" b="0">
                <a:solidFill>
                  <a:srgbClr val="B81C22"/>
                </a:solidFill>
                <a:latin typeface="Microsoft YaHei"/>
                <a:ea typeface="Microsoft YaHei"/>
                <a:cs typeface="Microsoft YaHei"/>
              </a:defRPr>
            </a:lvl5pPr>
            <a:lvl6pPr>
              <a:defRPr sz="1875" b="0">
                <a:solidFill>
                  <a:srgbClr val="B81C22"/>
                </a:solidFill>
                <a:latin typeface="Microsoft YaHei"/>
                <a:ea typeface="Microsoft YaHei"/>
                <a:cs typeface="Microsoft YaHei"/>
              </a:defRPr>
            </a:lvl6pPr>
            <a:lvl7pPr>
              <a:defRPr sz="1875" b="0">
                <a:solidFill>
                  <a:srgbClr val="B81C22"/>
                </a:solidFill>
                <a:latin typeface="Microsoft YaHei"/>
                <a:ea typeface="Microsoft YaHei"/>
                <a:cs typeface="Microsoft YaHei"/>
              </a:defRPr>
            </a:lvl7pPr>
            <a:lvl8pPr>
              <a:defRPr sz="1875" b="0">
                <a:solidFill>
                  <a:srgbClr val="B81C22"/>
                </a:solidFill>
                <a:latin typeface="Microsoft YaHei"/>
                <a:ea typeface="Microsoft YaHei"/>
                <a:cs typeface="Microsoft YaHei"/>
              </a:defRPr>
            </a:lvl8pPr>
            <a:lvl9pPr>
              <a:defRPr sz="1875" b="0">
                <a:solidFill>
                  <a:srgbClr val="B81C22"/>
                </a:solidFill>
                <a:latin typeface="Microsoft YaHei"/>
                <a:ea typeface="Microsoft YaHei"/>
                <a:cs typeface="Microsoft YaHei"/>
              </a:defRPr>
            </a:lvl9pPr>
          </a:lstStyle>
          <a:p xmlns:a="http://schemas.openxmlformats.org/drawingml/2006/main">
            <a:pPr>
              <a:defRPr sz="1875" b="0">
                <a:solidFill>
                  <a:srgbClr val="B81C22"/>
                </a:solidFill>
                <a:latin typeface="Microsoft YaHei"/>
                <a:ea typeface="Microsoft YaHei"/>
                <a:cs typeface="Microsoft YaHei"/>
              </a:defRPr>
            </a:pPr>
            <a:r>
              <a:rPr sz="1875" u="sng">
                <a:solidFill>
                  <a:srgbClr val="B81C22"/>
                </a:solidFill>
                <a:latin typeface="Microsoft YaHei"/>
                <a:ea typeface="Microsoft YaHei"/>
                <a:cs typeface="Microsoft YaHei"/>
                <a:hlinkClick xmlns:r="http://schemas.openxmlformats.org/officeDocument/2006/relationships" r:id="R3d214a178c774444"/>
              </a:rPr>
              <a:t>SQLDriller</a:t>
            </a:r>
          </a:p>
        </p:txBody>
      </p:sp>
      <p:sp>
        <p:nvSpPr>
          <p:cNvPr id="12" name="reference-ts">
            <a:extLst xmlns:a="http://schemas.openxmlformats.org/drawingml/2006/main">
              <a:ext uri="{FF2B5EF4-FFF2-40B4-BE49-F238E27FC236}">
                <a16:creationId xmlns:a16="http://schemas.microsoft.com/office/drawing/2014/main" id="{01CF309E-04EE-4B7C-8ED5-1A74420260CD}"/>
              </a:ext>
            </a:extLst>
          </p:cNvPr>
          <p:cNvSpPr>
            <a:spLocks xmlns:a="http://schemas.openxmlformats.org/drawingml/2006/main" noGrp="1"/>
          </p:cNvSpPr>
          <p:nvPr/>
        </p:nvSpPr>
        <p:spPr>
          <a:xfrm xmlns:a="http://schemas.openxmlformats.org/drawingml/2006/main">
            <a:off x="6191250" y="3048000"/>
            <a:ext cx="52863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0">
                <a:solidFill>
                  <a:srgbClr val="B81C22"/>
                </a:solidFill>
                <a:latin typeface="Microsoft YaHei"/>
                <a:ea typeface="Microsoft YaHei"/>
                <a:cs typeface="Microsoft YaHei"/>
              </a:defRPr>
            </a:defPPr>
            <a:lvl1pPr>
              <a:defRPr sz="1875" b="0">
                <a:solidFill>
                  <a:srgbClr val="B81C22"/>
                </a:solidFill>
                <a:latin typeface="Microsoft YaHei"/>
                <a:ea typeface="Microsoft YaHei"/>
                <a:cs typeface="Microsoft YaHei"/>
              </a:defRPr>
            </a:lvl1pPr>
            <a:lvl2pPr>
              <a:defRPr sz="1875" b="0">
                <a:solidFill>
                  <a:srgbClr val="B81C22"/>
                </a:solidFill>
                <a:latin typeface="Microsoft YaHei"/>
                <a:ea typeface="Microsoft YaHei"/>
                <a:cs typeface="Microsoft YaHei"/>
              </a:defRPr>
            </a:lvl2pPr>
            <a:lvl3pPr>
              <a:defRPr sz="1875" b="0">
                <a:solidFill>
                  <a:srgbClr val="B81C22"/>
                </a:solidFill>
                <a:latin typeface="Microsoft YaHei"/>
                <a:ea typeface="Microsoft YaHei"/>
                <a:cs typeface="Microsoft YaHei"/>
              </a:defRPr>
            </a:lvl3pPr>
            <a:lvl4pPr>
              <a:defRPr sz="1875" b="0">
                <a:solidFill>
                  <a:srgbClr val="B81C22"/>
                </a:solidFill>
                <a:latin typeface="Microsoft YaHei"/>
                <a:ea typeface="Microsoft YaHei"/>
                <a:cs typeface="Microsoft YaHei"/>
              </a:defRPr>
            </a:lvl4pPr>
            <a:lvl5pPr>
              <a:defRPr sz="1875" b="0">
                <a:solidFill>
                  <a:srgbClr val="B81C22"/>
                </a:solidFill>
                <a:latin typeface="Microsoft YaHei"/>
                <a:ea typeface="Microsoft YaHei"/>
                <a:cs typeface="Microsoft YaHei"/>
              </a:defRPr>
            </a:lvl5pPr>
            <a:lvl6pPr>
              <a:defRPr sz="1875" b="0">
                <a:solidFill>
                  <a:srgbClr val="B81C22"/>
                </a:solidFill>
                <a:latin typeface="Microsoft YaHei"/>
                <a:ea typeface="Microsoft YaHei"/>
                <a:cs typeface="Microsoft YaHei"/>
              </a:defRPr>
            </a:lvl6pPr>
            <a:lvl7pPr>
              <a:defRPr sz="1875" b="0">
                <a:solidFill>
                  <a:srgbClr val="B81C22"/>
                </a:solidFill>
                <a:latin typeface="Microsoft YaHei"/>
                <a:ea typeface="Microsoft YaHei"/>
                <a:cs typeface="Microsoft YaHei"/>
              </a:defRPr>
            </a:lvl7pPr>
            <a:lvl8pPr>
              <a:defRPr sz="1875" b="0">
                <a:solidFill>
                  <a:srgbClr val="B81C22"/>
                </a:solidFill>
                <a:latin typeface="Microsoft YaHei"/>
                <a:ea typeface="Microsoft YaHei"/>
                <a:cs typeface="Microsoft YaHei"/>
              </a:defRPr>
            </a:lvl8pPr>
            <a:lvl9pPr>
              <a:defRPr sz="1875" b="0">
                <a:solidFill>
                  <a:srgbClr val="B81C22"/>
                </a:solidFill>
                <a:latin typeface="Microsoft YaHei"/>
                <a:ea typeface="Microsoft YaHei"/>
                <a:cs typeface="Microsoft YaHei"/>
              </a:defRPr>
            </a:lvl9pPr>
          </a:lstStyle>
          <a:p xmlns:a="http://schemas.openxmlformats.org/drawingml/2006/main">
            <a:pPr>
              <a:defRPr sz="1875" b="0">
                <a:solidFill>
                  <a:srgbClr val="B81C22"/>
                </a:solidFill>
                <a:latin typeface="Microsoft YaHei"/>
                <a:ea typeface="Microsoft YaHei"/>
                <a:cs typeface="Microsoft YaHei"/>
              </a:defRPr>
            </a:pPr>
            <a:r>
              <a:rPr sz="1875" u="sng">
                <a:solidFill>
                  <a:srgbClr val="B81C22"/>
                </a:solidFill>
                <a:latin typeface="Microsoft YaHei"/>
                <a:ea typeface="Microsoft YaHei"/>
                <a:cs typeface="Microsoft YaHei"/>
                <a:hlinkClick xmlns:r="http://schemas.openxmlformats.org/officeDocument/2006/relationships" r:id="R2433f431827d471f"/>
              </a:rPr>
              <a:t>TS-SQL</a:t>
            </a:r>
          </a:p>
        </p:txBody>
      </p:sp>
      <p:sp>
        <p:nvSpPr>
          <p:cNvPr id="13" name="reference-qp">
            <a:extLst xmlns:a="http://schemas.openxmlformats.org/drawingml/2006/main">
              <a:ext uri="{FF2B5EF4-FFF2-40B4-BE49-F238E27FC236}">
                <a16:creationId xmlns:a16="http://schemas.microsoft.com/office/drawing/2014/main" id="{DDDA338F-AB10-405F-BE4D-138D10F8761A}"/>
              </a:ext>
            </a:extLst>
          </p:cNvPr>
          <p:cNvSpPr>
            <a:spLocks xmlns:a="http://schemas.openxmlformats.org/drawingml/2006/main" noGrp="1"/>
          </p:cNvSpPr>
          <p:nvPr/>
        </p:nvSpPr>
        <p:spPr>
          <a:xfrm xmlns:a="http://schemas.openxmlformats.org/drawingml/2006/main">
            <a:off x="6191250" y="3562350"/>
            <a:ext cx="52863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0">
                <a:solidFill>
                  <a:srgbClr val="B81C22"/>
                </a:solidFill>
                <a:latin typeface="Microsoft YaHei"/>
                <a:ea typeface="Microsoft YaHei"/>
                <a:cs typeface="Microsoft YaHei"/>
              </a:defRPr>
            </a:defPPr>
            <a:lvl1pPr>
              <a:defRPr sz="1875" b="0">
                <a:solidFill>
                  <a:srgbClr val="B81C22"/>
                </a:solidFill>
                <a:latin typeface="Microsoft YaHei"/>
                <a:ea typeface="Microsoft YaHei"/>
                <a:cs typeface="Microsoft YaHei"/>
              </a:defRPr>
            </a:lvl1pPr>
            <a:lvl2pPr>
              <a:defRPr sz="1875" b="0">
                <a:solidFill>
                  <a:srgbClr val="B81C22"/>
                </a:solidFill>
                <a:latin typeface="Microsoft YaHei"/>
                <a:ea typeface="Microsoft YaHei"/>
                <a:cs typeface="Microsoft YaHei"/>
              </a:defRPr>
            </a:lvl2pPr>
            <a:lvl3pPr>
              <a:defRPr sz="1875" b="0">
                <a:solidFill>
                  <a:srgbClr val="B81C22"/>
                </a:solidFill>
                <a:latin typeface="Microsoft YaHei"/>
                <a:ea typeface="Microsoft YaHei"/>
                <a:cs typeface="Microsoft YaHei"/>
              </a:defRPr>
            </a:lvl3pPr>
            <a:lvl4pPr>
              <a:defRPr sz="1875" b="0">
                <a:solidFill>
                  <a:srgbClr val="B81C22"/>
                </a:solidFill>
                <a:latin typeface="Microsoft YaHei"/>
                <a:ea typeface="Microsoft YaHei"/>
                <a:cs typeface="Microsoft YaHei"/>
              </a:defRPr>
            </a:lvl4pPr>
            <a:lvl5pPr>
              <a:defRPr sz="1875" b="0">
                <a:solidFill>
                  <a:srgbClr val="B81C22"/>
                </a:solidFill>
                <a:latin typeface="Microsoft YaHei"/>
                <a:ea typeface="Microsoft YaHei"/>
                <a:cs typeface="Microsoft YaHei"/>
              </a:defRPr>
            </a:lvl5pPr>
            <a:lvl6pPr>
              <a:defRPr sz="1875" b="0">
                <a:solidFill>
                  <a:srgbClr val="B81C22"/>
                </a:solidFill>
                <a:latin typeface="Microsoft YaHei"/>
                <a:ea typeface="Microsoft YaHei"/>
                <a:cs typeface="Microsoft YaHei"/>
              </a:defRPr>
            </a:lvl6pPr>
            <a:lvl7pPr>
              <a:defRPr sz="1875" b="0">
                <a:solidFill>
                  <a:srgbClr val="B81C22"/>
                </a:solidFill>
                <a:latin typeface="Microsoft YaHei"/>
                <a:ea typeface="Microsoft YaHei"/>
                <a:cs typeface="Microsoft YaHei"/>
              </a:defRPr>
            </a:lvl7pPr>
            <a:lvl8pPr>
              <a:defRPr sz="1875" b="0">
                <a:solidFill>
                  <a:srgbClr val="B81C22"/>
                </a:solidFill>
                <a:latin typeface="Microsoft YaHei"/>
                <a:ea typeface="Microsoft YaHei"/>
                <a:cs typeface="Microsoft YaHei"/>
              </a:defRPr>
            </a:lvl8pPr>
            <a:lvl9pPr>
              <a:defRPr sz="1875" b="0">
                <a:solidFill>
                  <a:srgbClr val="B81C22"/>
                </a:solidFill>
                <a:latin typeface="Microsoft YaHei"/>
                <a:ea typeface="Microsoft YaHei"/>
                <a:cs typeface="Microsoft YaHei"/>
              </a:defRPr>
            </a:lvl9pPr>
          </a:lstStyle>
          <a:p xmlns:a="http://schemas.openxmlformats.org/drawingml/2006/main">
            <a:pPr>
              <a:defRPr sz="1875" b="0">
                <a:solidFill>
                  <a:srgbClr val="B81C22"/>
                </a:solidFill>
                <a:latin typeface="Microsoft YaHei"/>
                <a:ea typeface="Microsoft YaHei"/>
                <a:cs typeface="Microsoft YaHei"/>
              </a:defRPr>
            </a:pPr>
            <a:r>
              <a:rPr sz="1875" u="sng">
                <a:solidFill>
                  <a:srgbClr val="B81C22"/>
                </a:solidFill>
                <a:latin typeface="Microsoft YaHei"/>
                <a:ea typeface="Microsoft YaHei"/>
                <a:cs typeface="Microsoft YaHei"/>
                <a:hlinkClick xmlns:r="http://schemas.openxmlformats.org/officeDocument/2006/relationships" r:id="Rb99cfa8b0e6c4424"/>
              </a:rPr>
              <a:t>QueryProof v1</a:t>
            </a:r>
          </a:p>
        </p:txBody>
      </p:sp>
      <p:sp>
        <p:nvSpPr>
          <p:cNvPr id="14" name="reference-fin">
            <a:extLst xmlns:a="http://schemas.openxmlformats.org/drawingml/2006/main">
              <a:ext uri="{FF2B5EF4-FFF2-40B4-BE49-F238E27FC236}">
                <a16:creationId xmlns:a16="http://schemas.microsoft.com/office/drawing/2014/main" id="{6E1219CB-DD7E-44DD-AF74-B87BDFCC030F}"/>
              </a:ext>
            </a:extLst>
          </p:cNvPr>
          <p:cNvSpPr>
            <a:spLocks xmlns:a="http://schemas.openxmlformats.org/drawingml/2006/main" noGrp="1"/>
          </p:cNvSpPr>
          <p:nvPr/>
        </p:nvSpPr>
        <p:spPr>
          <a:xfrm xmlns:a="http://schemas.openxmlformats.org/drawingml/2006/main">
            <a:off x="6191250" y="4076700"/>
            <a:ext cx="52863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0">
                <a:solidFill>
                  <a:srgbClr val="B81C22"/>
                </a:solidFill>
                <a:latin typeface="Microsoft YaHei"/>
                <a:ea typeface="Microsoft YaHei"/>
                <a:cs typeface="Microsoft YaHei"/>
              </a:defRPr>
            </a:defPPr>
            <a:lvl1pPr>
              <a:defRPr sz="1875" b="0">
                <a:solidFill>
                  <a:srgbClr val="B81C22"/>
                </a:solidFill>
                <a:latin typeface="Microsoft YaHei"/>
                <a:ea typeface="Microsoft YaHei"/>
                <a:cs typeface="Microsoft YaHei"/>
              </a:defRPr>
            </a:lvl1pPr>
            <a:lvl2pPr>
              <a:defRPr sz="1875" b="0">
                <a:solidFill>
                  <a:srgbClr val="B81C22"/>
                </a:solidFill>
                <a:latin typeface="Microsoft YaHei"/>
                <a:ea typeface="Microsoft YaHei"/>
                <a:cs typeface="Microsoft YaHei"/>
              </a:defRPr>
            </a:lvl2pPr>
            <a:lvl3pPr>
              <a:defRPr sz="1875" b="0">
                <a:solidFill>
                  <a:srgbClr val="B81C22"/>
                </a:solidFill>
                <a:latin typeface="Microsoft YaHei"/>
                <a:ea typeface="Microsoft YaHei"/>
                <a:cs typeface="Microsoft YaHei"/>
              </a:defRPr>
            </a:lvl3pPr>
            <a:lvl4pPr>
              <a:defRPr sz="1875" b="0">
                <a:solidFill>
                  <a:srgbClr val="B81C22"/>
                </a:solidFill>
                <a:latin typeface="Microsoft YaHei"/>
                <a:ea typeface="Microsoft YaHei"/>
                <a:cs typeface="Microsoft YaHei"/>
              </a:defRPr>
            </a:lvl4pPr>
            <a:lvl5pPr>
              <a:defRPr sz="1875" b="0">
                <a:solidFill>
                  <a:srgbClr val="B81C22"/>
                </a:solidFill>
                <a:latin typeface="Microsoft YaHei"/>
                <a:ea typeface="Microsoft YaHei"/>
                <a:cs typeface="Microsoft YaHei"/>
              </a:defRPr>
            </a:lvl5pPr>
            <a:lvl6pPr>
              <a:defRPr sz="1875" b="0">
                <a:solidFill>
                  <a:srgbClr val="B81C22"/>
                </a:solidFill>
                <a:latin typeface="Microsoft YaHei"/>
                <a:ea typeface="Microsoft YaHei"/>
                <a:cs typeface="Microsoft YaHei"/>
              </a:defRPr>
            </a:lvl6pPr>
            <a:lvl7pPr>
              <a:defRPr sz="1875" b="0">
                <a:solidFill>
                  <a:srgbClr val="B81C22"/>
                </a:solidFill>
                <a:latin typeface="Microsoft YaHei"/>
                <a:ea typeface="Microsoft YaHei"/>
                <a:cs typeface="Microsoft YaHei"/>
              </a:defRPr>
            </a:lvl7pPr>
            <a:lvl8pPr>
              <a:defRPr sz="1875" b="0">
                <a:solidFill>
                  <a:srgbClr val="B81C22"/>
                </a:solidFill>
                <a:latin typeface="Microsoft YaHei"/>
                <a:ea typeface="Microsoft YaHei"/>
                <a:cs typeface="Microsoft YaHei"/>
              </a:defRPr>
            </a:lvl8pPr>
            <a:lvl9pPr>
              <a:defRPr sz="1875" b="0">
                <a:solidFill>
                  <a:srgbClr val="B81C22"/>
                </a:solidFill>
                <a:latin typeface="Microsoft YaHei"/>
                <a:ea typeface="Microsoft YaHei"/>
                <a:cs typeface="Microsoft YaHei"/>
              </a:defRPr>
            </a:lvl9pPr>
          </a:lstStyle>
          <a:p xmlns:a="http://schemas.openxmlformats.org/drawingml/2006/main">
            <a:pPr>
              <a:defRPr sz="1875" b="0">
                <a:solidFill>
                  <a:srgbClr val="B81C22"/>
                </a:solidFill>
                <a:latin typeface="Microsoft YaHei"/>
                <a:ea typeface="Microsoft YaHei"/>
                <a:cs typeface="Microsoft YaHei"/>
              </a:defRPr>
            </a:pPr>
            <a:r>
              <a:rPr sz="1875" u="sng">
                <a:solidFill>
                  <a:srgbClr val="B81C22"/>
                </a:solidFill>
                <a:latin typeface="Microsoft YaHei"/>
                <a:ea typeface="Microsoft YaHei"/>
                <a:cs typeface="Microsoft YaHei"/>
                <a:hlinkClick xmlns:r="http://schemas.openxmlformats.org/officeDocument/2006/relationships" r:id="R85a25190c9d04f93"/>
              </a:rPr>
              <a:t>FinHelm</a:t>
            </a:r>
          </a:p>
        </p:txBody>
      </p:sp>
      <p:sp>
        <p:nvSpPr>
          <p:cNvPr id="15" name="reference-scale">
            <a:extLst xmlns:a="http://schemas.openxmlformats.org/drawingml/2006/main">
              <a:ext uri="{FF2B5EF4-FFF2-40B4-BE49-F238E27FC236}">
                <a16:creationId xmlns:a16="http://schemas.microsoft.com/office/drawing/2014/main" id="{1A9CA86F-F8B8-4B8C-ABB0-36C7D18B57F0}"/>
              </a:ext>
            </a:extLst>
          </p:cNvPr>
          <p:cNvSpPr>
            <a:spLocks xmlns:a="http://schemas.openxmlformats.org/drawingml/2006/main" noGrp="1"/>
          </p:cNvSpPr>
          <p:nvPr/>
        </p:nvSpPr>
        <p:spPr>
          <a:xfrm xmlns:a="http://schemas.openxmlformats.org/drawingml/2006/main">
            <a:off x="6191250" y="4591050"/>
            <a:ext cx="52863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0">
                <a:solidFill>
                  <a:srgbClr val="B81C22"/>
                </a:solidFill>
                <a:latin typeface="Microsoft YaHei"/>
                <a:ea typeface="Microsoft YaHei"/>
                <a:cs typeface="Microsoft YaHei"/>
              </a:defRPr>
            </a:defPPr>
            <a:lvl1pPr>
              <a:defRPr sz="1875" b="0">
                <a:solidFill>
                  <a:srgbClr val="B81C22"/>
                </a:solidFill>
                <a:latin typeface="Microsoft YaHei"/>
                <a:ea typeface="Microsoft YaHei"/>
                <a:cs typeface="Microsoft YaHei"/>
              </a:defRPr>
            </a:lvl1pPr>
            <a:lvl2pPr>
              <a:defRPr sz="1875" b="0">
                <a:solidFill>
                  <a:srgbClr val="B81C22"/>
                </a:solidFill>
                <a:latin typeface="Microsoft YaHei"/>
                <a:ea typeface="Microsoft YaHei"/>
                <a:cs typeface="Microsoft YaHei"/>
              </a:defRPr>
            </a:lvl2pPr>
            <a:lvl3pPr>
              <a:defRPr sz="1875" b="0">
                <a:solidFill>
                  <a:srgbClr val="B81C22"/>
                </a:solidFill>
                <a:latin typeface="Microsoft YaHei"/>
                <a:ea typeface="Microsoft YaHei"/>
                <a:cs typeface="Microsoft YaHei"/>
              </a:defRPr>
            </a:lvl3pPr>
            <a:lvl4pPr>
              <a:defRPr sz="1875" b="0">
                <a:solidFill>
                  <a:srgbClr val="B81C22"/>
                </a:solidFill>
                <a:latin typeface="Microsoft YaHei"/>
                <a:ea typeface="Microsoft YaHei"/>
                <a:cs typeface="Microsoft YaHei"/>
              </a:defRPr>
            </a:lvl4pPr>
            <a:lvl5pPr>
              <a:defRPr sz="1875" b="0">
                <a:solidFill>
                  <a:srgbClr val="B81C22"/>
                </a:solidFill>
                <a:latin typeface="Microsoft YaHei"/>
                <a:ea typeface="Microsoft YaHei"/>
                <a:cs typeface="Microsoft YaHei"/>
              </a:defRPr>
            </a:lvl5pPr>
            <a:lvl6pPr>
              <a:defRPr sz="1875" b="0">
                <a:solidFill>
                  <a:srgbClr val="B81C22"/>
                </a:solidFill>
                <a:latin typeface="Microsoft YaHei"/>
                <a:ea typeface="Microsoft YaHei"/>
                <a:cs typeface="Microsoft YaHei"/>
              </a:defRPr>
            </a:lvl6pPr>
            <a:lvl7pPr>
              <a:defRPr sz="1875" b="0">
                <a:solidFill>
                  <a:srgbClr val="B81C22"/>
                </a:solidFill>
                <a:latin typeface="Microsoft YaHei"/>
                <a:ea typeface="Microsoft YaHei"/>
                <a:cs typeface="Microsoft YaHei"/>
              </a:defRPr>
            </a:lvl7pPr>
            <a:lvl8pPr>
              <a:defRPr sz="1875" b="0">
                <a:solidFill>
                  <a:srgbClr val="B81C22"/>
                </a:solidFill>
                <a:latin typeface="Microsoft YaHei"/>
                <a:ea typeface="Microsoft YaHei"/>
                <a:cs typeface="Microsoft YaHei"/>
              </a:defRPr>
            </a:lvl8pPr>
            <a:lvl9pPr>
              <a:defRPr sz="1875" b="0">
                <a:solidFill>
                  <a:srgbClr val="B81C22"/>
                </a:solidFill>
                <a:latin typeface="Microsoft YaHei"/>
                <a:ea typeface="Microsoft YaHei"/>
                <a:cs typeface="Microsoft YaHei"/>
              </a:defRPr>
            </a:lvl9pPr>
          </a:lstStyle>
          <a:p xmlns:a="http://schemas.openxmlformats.org/drawingml/2006/main">
            <a:pPr>
              <a:defRPr sz="1875" b="0">
                <a:solidFill>
                  <a:srgbClr val="B81C22"/>
                </a:solidFill>
                <a:latin typeface="Microsoft YaHei"/>
                <a:ea typeface="Microsoft YaHei"/>
                <a:cs typeface="Microsoft YaHei"/>
              </a:defRPr>
            </a:pPr>
            <a:r>
              <a:rPr sz="1875" u="sng">
                <a:solidFill>
                  <a:srgbClr val="B81C22"/>
                </a:solidFill>
                <a:latin typeface="Microsoft YaHei"/>
                <a:ea typeface="Microsoft YaHei"/>
                <a:cs typeface="Microsoft YaHei"/>
                <a:hlinkClick xmlns:r="http://schemas.openxmlformats.org/officeDocument/2006/relationships" r:id="R481f1dd5b1a34630"/>
              </a:rPr>
              <a:t>Scaling Agent Systems v3</a:t>
            </a:r>
          </a:p>
        </p:txBody>
      </p:sp>
      <p:sp>
        <p:nvSpPr>
          <p:cNvPr id="16" name="reference-sas">
            <a:extLst xmlns:a="http://schemas.openxmlformats.org/drawingml/2006/main">
              <a:ext uri="{FF2B5EF4-FFF2-40B4-BE49-F238E27FC236}">
                <a16:creationId xmlns:a16="http://schemas.microsoft.com/office/drawing/2014/main" id="{3304906A-5687-4111-999B-39F6B4E237E8}"/>
              </a:ext>
            </a:extLst>
          </p:cNvPr>
          <p:cNvSpPr>
            <a:spLocks xmlns:a="http://schemas.openxmlformats.org/drawingml/2006/main" noGrp="1"/>
          </p:cNvSpPr>
          <p:nvPr/>
        </p:nvSpPr>
        <p:spPr>
          <a:xfrm xmlns:a="http://schemas.openxmlformats.org/drawingml/2006/main">
            <a:off x="6191250" y="5105400"/>
            <a:ext cx="52863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0">
                <a:solidFill>
                  <a:srgbClr val="B81C22"/>
                </a:solidFill>
                <a:latin typeface="Microsoft YaHei"/>
                <a:ea typeface="Microsoft YaHei"/>
                <a:cs typeface="Microsoft YaHei"/>
              </a:defRPr>
            </a:defPPr>
            <a:lvl1pPr>
              <a:defRPr sz="1875" b="0">
                <a:solidFill>
                  <a:srgbClr val="B81C22"/>
                </a:solidFill>
                <a:latin typeface="Microsoft YaHei"/>
                <a:ea typeface="Microsoft YaHei"/>
                <a:cs typeface="Microsoft YaHei"/>
              </a:defRPr>
            </a:lvl1pPr>
            <a:lvl2pPr>
              <a:defRPr sz="1875" b="0">
                <a:solidFill>
                  <a:srgbClr val="B81C22"/>
                </a:solidFill>
                <a:latin typeface="Microsoft YaHei"/>
                <a:ea typeface="Microsoft YaHei"/>
                <a:cs typeface="Microsoft YaHei"/>
              </a:defRPr>
            </a:lvl2pPr>
            <a:lvl3pPr>
              <a:defRPr sz="1875" b="0">
                <a:solidFill>
                  <a:srgbClr val="B81C22"/>
                </a:solidFill>
                <a:latin typeface="Microsoft YaHei"/>
                <a:ea typeface="Microsoft YaHei"/>
                <a:cs typeface="Microsoft YaHei"/>
              </a:defRPr>
            </a:lvl3pPr>
            <a:lvl4pPr>
              <a:defRPr sz="1875" b="0">
                <a:solidFill>
                  <a:srgbClr val="B81C22"/>
                </a:solidFill>
                <a:latin typeface="Microsoft YaHei"/>
                <a:ea typeface="Microsoft YaHei"/>
                <a:cs typeface="Microsoft YaHei"/>
              </a:defRPr>
            </a:lvl4pPr>
            <a:lvl5pPr>
              <a:defRPr sz="1875" b="0">
                <a:solidFill>
                  <a:srgbClr val="B81C22"/>
                </a:solidFill>
                <a:latin typeface="Microsoft YaHei"/>
                <a:ea typeface="Microsoft YaHei"/>
                <a:cs typeface="Microsoft YaHei"/>
              </a:defRPr>
            </a:lvl5pPr>
            <a:lvl6pPr>
              <a:defRPr sz="1875" b="0">
                <a:solidFill>
                  <a:srgbClr val="B81C22"/>
                </a:solidFill>
                <a:latin typeface="Microsoft YaHei"/>
                <a:ea typeface="Microsoft YaHei"/>
                <a:cs typeface="Microsoft YaHei"/>
              </a:defRPr>
            </a:lvl6pPr>
            <a:lvl7pPr>
              <a:defRPr sz="1875" b="0">
                <a:solidFill>
                  <a:srgbClr val="B81C22"/>
                </a:solidFill>
                <a:latin typeface="Microsoft YaHei"/>
                <a:ea typeface="Microsoft YaHei"/>
                <a:cs typeface="Microsoft YaHei"/>
              </a:defRPr>
            </a:lvl7pPr>
            <a:lvl8pPr>
              <a:defRPr sz="1875" b="0">
                <a:solidFill>
                  <a:srgbClr val="B81C22"/>
                </a:solidFill>
                <a:latin typeface="Microsoft YaHei"/>
                <a:ea typeface="Microsoft YaHei"/>
                <a:cs typeface="Microsoft YaHei"/>
              </a:defRPr>
            </a:lvl8pPr>
            <a:lvl9pPr>
              <a:defRPr sz="1875" b="0">
                <a:solidFill>
                  <a:srgbClr val="B81C22"/>
                </a:solidFill>
                <a:latin typeface="Microsoft YaHei"/>
                <a:ea typeface="Microsoft YaHei"/>
                <a:cs typeface="Microsoft YaHei"/>
              </a:defRPr>
            </a:lvl9pPr>
          </a:lstStyle>
          <a:p xmlns:a="http://schemas.openxmlformats.org/drawingml/2006/main">
            <a:pPr>
              <a:defRPr sz="1875" b="0">
                <a:solidFill>
                  <a:srgbClr val="B81C22"/>
                </a:solidFill>
                <a:latin typeface="Microsoft YaHei"/>
                <a:ea typeface="Microsoft YaHei"/>
                <a:cs typeface="Microsoft YaHei"/>
              </a:defRPr>
            </a:pPr>
            <a:r>
              <a:rPr sz="1875" u="sng">
                <a:solidFill>
                  <a:srgbClr val="B81C22"/>
                </a:solidFill>
                <a:latin typeface="Microsoft YaHei"/>
                <a:ea typeface="Microsoft YaHei"/>
                <a:cs typeface="Microsoft YaHei"/>
                <a:hlinkClick xmlns:r="http://schemas.openxmlformats.org/officeDocument/2006/relationships" r:id="R7050ef42b2f04821"/>
              </a:rPr>
              <a:t>Strong Single Agent Baseline</a:t>
            </a:r>
          </a:p>
        </p:txBody>
      </p:sp>
    </p:spTree>
    <p:extLst>
      <p:ext uri="{BB962C8B-B14F-4D97-AF65-F5344CB8AC3E}">
        <p14:creationId xmlns:p14="http://schemas.microsoft.com/office/powerpoint/2010/main" val="910577282"/>
      </p:ext>
    </p:extLst>
  </p:cSld>
</p:sld>
</file>

<file path=ppt/slides/slide15.xml><?xml version="1.0" encoding="utf-8"?>
<p:sld xmlns:p="http://schemas.openxmlformats.org/presentationml/2006/main" show="0">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E547F508-C267-4F51-81A9-677A24AAAAB8}"/>
              </a:ext>
            </a:extLst>
          </p:cNvPr>
          <p:cNvSpPr>
            <a:spLocks xmlns:a="http://schemas.openxmlformats.org/drawingml/2006/main" noGrp="1"/>
          </p:cNvSpPr>
          <p:nvPr>
            <p:ph type="title" idx="0"/>
          </p:nvPr>
        </p:nvSpPr>
        <p:spPr>
          <a:xfrm xmlns:a="http://schemas.openxmlformats.org/drawingml/2006/main">
            <a:off x="474821" y="998125"/>
            <a:ext cx="11239500" cy="704850"/>
          </a:xfrm>
        </p:spPr>
        <p:txBody>
          <a:bodyPr xmlns:a="http://schemas.openxmlformats.org/drawingml/2006/main" lIns="0" tIns="0" rIns="0" bIns="0">
            <a:normAutofit fontScale="100000"/>
          </a:bodyPr>
          <a:lstStyle xmlns:a="http://schemas.openxmlformats.org/drawingml/2006/main">
            <a:defPPr>
              <a:defRPr sz="3960">
                <a:solidFill>
                  <a:srgbClr val="B81C22"/>
                </a:solidFill>
                <a:latin typeface="Microsoft YaHei"/>
                <a:ea typeface="Microsoft YaHei"/>
                <a:cs typeface="Microsoft YaHei"/>
              </a:defRPr>
            </a:defPPr>
            <a:lvl1pPr>
              <a:defRPr sz="3960">
                <a:solidFill>
                  <a:srgbClr val="B81C22"/>
                </a:solidFill>
                <a:latin typeface="Microsoft YaHei"/>
                <a:ea typeface="Microsoft YaHei"/>
                <a:cs typeface="Microsoft YaHei"/>
              </a:defRPr>
            </a:lvl1pPr>
            <a:lvl2pPr>
              <a:defRPr sz="3960">
                <a:solidFill>
                  <a:srgbClr val="B81C22"/>
                </a:solidFill>
                <a:latin typeface="Microsoft YaHei"/>
                <a:ea typeface="Microsoft YaHei"/>
                <a:cs typeface="Microsoft YaHei"/>
              </a:defRPr>
            </a:lvl2pPr>
            <a:lvl3pPr>
              <a:defRPr sz="3960">
                <a:solidFill>
                  <a:srgbClr val="B81C22"/>
                </a:solidFill>
                <a:latin typeface="Microsoft YaHei"/>
                <a:ea typeface="Microsoft YaHei"/>
                <a:cs typeface="Microsoft YaHei"/>
              </a:defRPr>
            </a:lvl3pPr>
            <a:lvl4pPr>
              <a:defRPr sz="3960">
                <a:solidFill>
                  <a:srgbClr val="B81C22"/>
                </a:solidFill>
                <a:latin typeface="Microsoft YaHei"/>
                <a:ea typeface="Microsoft YaHei"/>
                <a:cs typeface="Microsoft YaHei"/>
              </a:defRPr>
            </a:lvl4pPr>
            <a:lvl5pPr>
              <a:defRPr sz="3960">
                <a:solidFill>
                  <a:srgbClr val="B81C22"/>
                </a:solidFill>
                <a:latin typeface="Microsoft YaHei"/>
                <a:ea typeface="Microsoft YaHei"/>
                <a:cs typeface="Microsoft YaHei"/>
              </a:defRPr>
            </a:lvl5pPr>
            <a:lvl6pPr>
              <a:defRPr sz="3960">
                <a:solidFill>
                  <a:srgbClr val="B81C22"/>
                </a:solidFill>
                <a:latin typeface="Microsoft YaHei"/>
                <a:ea typeface="Microsoft YaHei"/>
                <a:cs typeface="Microsoft YaHei"/>
              </a:defRPr>
            </a:lvl6pPr>
            <a:lvl7pPr>
              <a:defRPr sz="3960">
                <a:solidFill>
                  <a:srgbClr val="B81C22"/>
                </a:solidFill>
                <a:latin typeface="Microsoft YaHei"/>
                <a:ea typeface="Microsoft YaHei"/>
                <a:cs typeface="Microsoft YaHei"/>
              </a:defRPr>
            </a:lvl7pPr>
            <a:lvl8pPr>
              <a:defRPr sz="3960">
                <a:solidFill>
                  <a:srgbClr val="B81C22"/>
                </a:solidFill>
                <a:latin typeface="Microsoft YaHei"/>
                <a:ea typeface="Microsoft YaHei"/>
                <a:cs typeface="Microsoft YaHei"/>
              </a:defRPr>
            </a:lvl8pPr>
            <a:lvl9pPr>
              <a:defRPr sz="3960">
                <a:solidFill>
                  <a:srgbClr val="B81C22"/>
                </a:solidFill>
                <a:latin typeface="Microsoft YaHei"/>
                <a:ea typeface="Microsoft YaHei"/>
                <a:cs typeface="Microsoft YaHei"/>
              </a:defRPr>
            </a:lvl9pPr>
          </a:lstStyle>
          <a:p xmlns:a="http://schemas.openxmlformats.org/drawingml/2006/main">
            <a:pPr>
              <a:defRPr sz="3960">
                <a:solidFill>
                  <a:srgbClr val="B81C22"/>
                </a:solidFill>
                <a:latin typeface="Microsoft YaHei"/>
                <a:ea typeface="Microsoft YaHei"/>
                <a:cs typeface="Microsoft YaHei"/>
              </a:defRPr>
            </a:pPr>
            <a:r>
              <a:rPr sz="3960">
                <a:solidFill>
                  <a:srgbClr val="B81C22"/>
                </a:solidFill>
                <a:latin typeface="Microsoft YaHei"/>
                <a:ea typeface="Microsoft YaHei"/>
                <a:cs typeface="Microsoft YaHei"/>
              </a:rPr>
              <a:t>Backup</a:t>
            </a:r>
            <a:endParaRPr/>
          </a:p>
        </p:txBody>
      </p:sp>
      <p:sp>
        <p:nvSpPr>
          <p:cNvPr id="3" name="content-heading">
            <a:extLst xmlns:a="http://schemas.openxmlformats.org/drawingml/2006/main">
              <a:ext uri="{FF2B5EF4-FFF2-40B4-BE49-F238E27FC236}">
                <a16:creationId xmlns:a16="http://schemas.microsoft.com/office/drawing/2014/main" id="{7B9DF8F2-98BA-448A-87E9-7079AC88C1A4}"/>
              </a:ext>
            </a:extLst>
          </p:cNvPr>
          <p:cNvSpPr>
            <a:spLocks xmlns:a="http://schemas.openxmlformats.org/drawingml/2006/main" noGrp="1"/>
          </p:cNvSpPr>
          <p:nvPr/>
        </p:nvSpPr>
        <p:spPr>
          <a:xfrm xmlns:a="http://schemas.openxmlformats.org/drawingml/2006/main">
            <a:off x="571500" y="1838325"/>
            <a:ext cx="1095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325" b="1">
                <a:solidFill>
                  <a:srgbClr val="303030"/>
                </a:solidFill>
                <a:latin typeface="Microsoft YaHei"/>
                <a:ea typeface="Microsoft YaHei"/>
                <a:cs typeface="Microsoft YaHei"/>
              </a:defRPr>
            </a:defPPr>
            <a:lvl1pPr>
              <a:defRPr sz="2325" b="1">
                <a:solidFill>
                  <a:srgbClr val="303030"/>
                </a:solidFill>
                <a:latin typeface="Microsoft YaHei"/>
                <a:ea typeface="Microsoft YaHei"/>
                <a:cs typeface="Microsoft YaHei"/>
              </a:defRPr>
            </a:lvl1pPr>
            <a:lvl2pPr>
              <a:defRPr sz="2325" b="1">
                <a:solidFill>
                  <a:srgbClr val="303030"/>
                </a:solidFill>
                <a:latin typeface="Microsoft YaHei"/>
                <a:ea typeface="Microsoft YaHei"/>
                <a:cs typeface="Microsoft YaHei"/>
              </a:defRPr>
            </a:lvl2pPr>
            <a:lvl3pPr>
              <a:defRPr sz="2325" b="1">
                <a:solidFill>
                  <a:srgbClr val="303030"/>
                </a:solidFill>
                <a:latin typeface="Microsoft YaHei"/>
                <a:ea typeface="Microsoft YaHei"/>
                <a:cs typeface="Microsoft YaHei"/>
              </a:defRPr>
            </a:lvl3pPr>
            <a:lvl4pPr>
              <a:defRPr sz="2325" b="1">
                <a:solidFill>
                  <a:srgbClr val="303030"/>
                </a:solidFill>
                <a:latin typeface="Microsoft YaHei"/>
                <a:ea typeface="Microsoft YaHei"/>
                <a:cs typeface="Microsoft YaHei"/>
              </a:defRPr>
            </a:lvl4pPr>
            <a:lvl5pPr>
              <a:defRPr sz="2325" b="1">
                <a:solidFill>
                  <a:srgbClr val="303030"/>
                </a:solidFill>
                <a:latin typeface="Microsoft YaHei"/>
                <a:ea typeface="Microsoft YaHei"/>
                <a:cs typeface="Microsoft YaHei"/>
              </a:defRPr>
            </a:lvl5pPr>
            <a:lvl6pPr>
              <a:defRPr sz="2325" b="1">
                <a:solidFill>
                  <a:srgbClr val="303030"/>
                </a:solidFill>
                <a:latin typeface="Microsoft YaHei"/>
                <a:ea typeface="Microsoft YaHei"/>
                <a:cs typeface="Microsoft YaHei"/>
              </a:defRPr>
            </a:lvl6pPr>
            <a:lvl7pPr>
              <a:defRPr sz="2325" b="1">
                <a:solidFill>
                  <a:srgbClr val="303030"/>
                </a:solidFill>
                <a:latin typeface="Microsoft YaHei"/>
                <a:ea typeface="Microsoft YaHei"/>
                <a:cs typeface="Microsoft YaHei"/>
              </a:defRPr>
            </a:lvl7pPr>
            <a:lvl8pPr>
              <a:defRPr sz="2325" b="1">
                <a:solidFill>
                  <a:srgbClr val="303030"/>
                </a:solidFill>
                <a:latin typeface="Microsoft YaHei"/>
                <a:ea typeface="Microsoft YaHei"/>
                <a:cs typeface="Microsoft YaHei"/>
              </a:defRPr>
            </a:lvl8pPr>
            <a:lvl9pPr>
              <a:defRPr sz="2325" b="1">
                <a:solidFill>
                  <a:srgbClr val="303030"/>
                </a:solidFill>
                <a:latin typeface="Microsoft YaHei"/>
                <a:ea typeface="Microsoft YaHei"/>
                <a:cs typeface="Microsoft YaHei"/>
              </a:defRPr>
            </a:lvl9pPr>
          </a:lstStyle>
          <a:p xmlns:a="http://schemas.openxmlformats.org/drawingml/2006/main">
            <a:pPr>
              <a:defRPr sz="2325" b="1">
                <a:solidFill>
                  <a:srgbClr val="303030"/>
                </a:solidFill>
                <a:latin typeface="Microsoft YaHei"/>
                <a:ea typeface="Microsoft YaHei"/>
                <a:cs typeface="Microsoft YaHei"/>
              </a:defRPr>
            </a:pPr>
            <a:r>
              <a:rPr sz="2325" b="1">
                <a:solidFill>
                  <a:srgbClr val="303030"/>
                </a:solidFill>
                <a:latin typeface="Microsoft YaHei"/>
                <a:ea typeface="Microsoft YaHei"/>
                <a:cs typeface="Microsoft YaHei"/>
              </a:rPr>
              <a:t>Failure Coding with MAST</a:t>
            </a:r>
          </a:p>
        </p:txBody>
      </p:sp>
      <p:sp>
        <p:nvSpPr>
          <p:cNvPr id="4" name="page">
            <a:extLst xmlns:a="http://schemas.openxmlformats.org/drawingml/2006/main">
              <a:ext uri="{FF2B5EF4-FFF2-40B4-BE49-F238E27FC236}">
                <a16:creationId xmlns:a16="http://schemas.microsoft.com/office/drawing/2014/main" id="{BF210A03-4384-4487-B41D-84C42ABA3972}"/>
              </a:ext>
            </a:extLst>
          </p:cNvPr>
          <p:cNvSpPr>
            <a:spLocks xmlns:a="http://schemas.openxmlformats.org/drawingml/2006/main" noGrp="1"/>
          </p:cNvSpPr>
          <p:nvPr/>
        </p:nvSpPr>
        <p:spPr>
          <a:xfrm xmlns:a="http://schemas.openxmlformats.org/drawingml/2006/main">
            <a:off x="10763250" y="6343650"/>
            <a:ext cx="95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0">
                <a:solidFill>
                  <a:srgbClr val="575757"/>
                </a:solidFill>
                <a:latin typeface="Microsoft YaHei"/>
                <a:ea typeface="Microsoft YaHei"/>
                <a:cs typeface="Microsoft YaHei"/>
              </a:defRPr>
            </a:defPPr>
            <a:lvl1pPr>
              <a:defRPr sz="1200" b="0">
                <a:solidFill>
                  <a:srgbClr val="575757"/>
                </a:solidFill>
                <a:latin typeface="Microsoft YaHei"/>
                <a:ea typeface="Microsoft YaHei"/>
                <a:cs typeface="Microsoft YaHei"/>
              </a:defRPr>
            </a:lvl1pPr>
            <a:lvl2pPr>
              <a:defRPr sz="1200" b="0">
                <a:solidFill>
                  <a:srgbClr val="575757"/>
                </a:solidFill>
                <a:latin typeface="Microsoft YaHei"/>
                <a:ea typeface="Microsoft YaHei"/>
                <a:cs typeface="Microsoft YaHei"/>
              </a:defRPr>
            </a:lvl2pPr>
            <a:lvl3pPr>
              <a:defRPr sz="1200" b="0">
                <a:solidFill>
                  <a:srgbClr val="575757"/>
                </a:solidFill>
                <a:latin typeface="Microsoft YaHei"/>
                <a:ea typeface="Microsoft YaHei"/>
                <a:cs typeface="Microsoft YaHei"/>
              </a:defRPr>
            </a:lvl3pPr>
            <a:lvl4pPr>
              <a:defRPr sz="1200" b="0">
                <a:solidFill>
                  <a:srgbClr val="575757"/>
                </a:solidFill>
                <a:latin typeface="Microsoft YaHei"/>
                <a:ea typeface="Microsoft YaHei"/>
                <a:cs typeface="Microsoft YaHei"/>
              </a:defRPr>
            </a:lvl4pPr>
            <a:lvl5pPr>
              <a:defRPr sz="1200" b="0">
                <a:solidFill>
                  <a:srgbClr val="575757"/>
                </a:solidFill>
                <a:latin typeface="Microsoft YaHei"/>
                <a:ea typeface="Microsoft YaHei"/>
                <a:cs typeface="Microsoft YaHei"/>
              </a:defRPr>
            </a:lvl5pPr>
            <a:lvl6pPr>
              <a:defRPr sz="1200" b="0">
                <a:solidFill>
                  <a:srgbClr val="575757"/>
                </a:solidFill>
                <a:latin typeface="Microsoft YaHei"/>
                <a:ea typeface="Microsoft YaHei"/>
                <a:cs typeface="Microsoft YaHei"/>
              </a:defRPr>
            </a:lvl6pPr>
            <a:lvl7pPr>
              <a:defRPr sz="1200" b="0">
                <a:solidFill>
                  <a:srgbClr val="575757"/>
                </a:solidFill>
                <a:latin typeface="Microsoft YaHei"/>
                <a:ea typeface="Microsoft YaHei"/>
                <a:cs typeface="Microsoft YaHei"/>
              </a:defRPr>
            </a:lvl7pPr>
            <a:lvl8pPr>
              <a:defRPr sz="1200" b="0">
                <a:solidFill>
                  <a:srgbClr val="575757"/>
                </a:solidFill>
                <a:latin typeface="Microsoft YaHei"/>
                <a:ea typeface="Microsoft YaHei"/>
                <a:cs typeface="Microsoft YaHei"/>
              </a:defRPr>
            </a:lvl8pPr>
            <a:lvl9pPr>
              <a:defRPr sz="1200" b="0">
                <a:solidFill>
                  <a:srgbClr val="575757"/>
                </a:solidFill>
                <a:latin typeface="Microsoft YaHei"/>
                <a:ea typeface="Microsoft YaHei"/>
                <a:cs typeface="Microsoft YaHei"/>
              </a:defRPr>
            </a:lvl9pPr>
          </a:lstStyle>
          <a:p xmlns:a="http://schemas.openxmlformats.org/drawingml/2006/main">
            <a:pPr>
              <a:defRPr sz="1200" b="0">
                <a:solidFill>
                  <a:srgbClr val="575757"/>
                </a:solidFill>
                <a:latin typeface="Microsoft YaHei"/>
                <a:ea typeface="Microsoft YaHei"/>
                <a:cs typeface="Microsoft YaHei"/>
              </a:defRPr>
            </a:pPr>
            <a:r>
              <a:rPr sz="1200" b="0">
                <a:solidFill>
                  <a:srgbClr val="575757"/>
                </a:solidFill>
                <a:latin typeface="Microsoft YaHei"/>
                <a:ea typeface="Microsoft YaHei"/>
                <a:cs typeface="Microsoft YaHei"/>
              </a:rPr>
              <a:t>Backup 2</a:t>
            </a:r>
          </a:p>
        </p:txBody>
      </p:sp>
      <p:graphicFrame>
        <p:nvGraphicFramePr>
          <p:cNvPr id="5" name="">
            <a:extLst xmlns:a="http://schemas.openxmlformats.org/drawingml/2006/main">
              <a:ext uri="{FF2B5EF4-FFF2-40B4-BE49-F238E27FC236}">
                <a16:creationId xmlns:a16="http://schemas.microsoft.com/office/drawing/2014/main" id="{0E389E74-38EE-4888-B264-4063F5D16A08}"/>
              </a:ext>
            </a:extLst>
          </p:cNvPr>
          <p:cNvGraphicFramePr/>
          <p:nvPr/>
        </p:nvGraphicFramePr>
        <p:xfrm>
          <a:off xmlns:a="http://schemas.openxmlformats.org/drawingml/2006/main" x="571500" y="2571750"/>
          <a:ext xmlns:a="http://schemas.openxmlformats.org/drawingml/2006/main" cx="10953750" cy="2781300"/>
        </p:xfrm>
        <a:graphic xmlns:a="http://schemas.openxmlformats.org/drawingml/2006/main">
          <a:graphicData uri="http://schemas.openxmlformats.org/drawingml/2006/table">
            <a:tbl>
              <a:tblPr/>
              <a:tblGrid>
                <a:gridCol w="5905500"/>
                <a:gridCol w="5048250"/>
              </a:tblGrid>
              <a:tr h="463550">
                <a:tc>
                  <a:txBody>
                    <a:bodyPr/>
                    <a:lstStyle/>
                    <a:p>
                      <a:r>
                        <a:rPr sz="1725" b="1">
                          <a:solidFill>
                            <a:srgbClr val="FFFFFF"/>
                          </a:solidFill>
                          <a:latin typeface="Microsoft YaHei"/>
                          <a:ea typeface="Microsoft YaHei"/>
                          <a:cs typeface="Microsoft YaHei"/>
                        </a:rPr>
                        <a:t>Observable event</a:t>
                      </a:r>
                    </a:p>
                  </a:txBody>
                  <a:tcPr marL="114300" marR="114300" marT="76200" marB="76200" anchor="ctr">
                    <a:lnL w="6668">
                      <a:solidFill>
                        <a:srgbClr val="D8D1C9"/>
                      </a:solidFill>
                      <a:prstDash val="solid"/>
                    </a:lnL>
                    <a:lnR w="6668">
                      <a:solidFill>
                        <a:srgbClr val="D8D1C9"/>
                      </a:solidFill>
                      <a:prstDash val="solid"/>
                    </a:lnR>
                    <a:lnT w="6668">
                      <a:solidFill>
                        <a:srgbClr val="D8D1C9"/>
                      </a:solidFill>
                      <a:prstDash val="solid"/>
                    </a:lnT>
                    <a:lnB w="6668">
                      <a:solidFill>
                        <a:srgbClr val="D8D1C9"/>
                      </a:solidFill>
                      <a:prstDash val="solid"/>
                    </a:lnB>
                    <a:solidFill>
                      <a:srgbClr val="B81C22"/>
                    </a:solidFill>
                  </a:tcPr>
                </a:tc>
                <a:tc>
                  <a:txBody>
                    <a:bodyPr/>
                    <a:lstStyle/>
                    <a:p>
                      <a:r>
                        <a:rPr sz="1725" b="1">
                          <a:solidFill>
                            <a:srgbClr val="FFFFFF"/>
                          </a:solidFill>
                          <a:latin typeface="Microsoft YaHei"/>
                          <a:ea typeface="Microsoft YaHei"/>
                          <a:cs typeface="Microsoft YaHei"/>
                        </a:rPr>
                        <a:t>Candidate label / treatment</a:t>
                      </a:r>
                    </a:p>
                  </a:txBody>
                  <a:tcPr marL="114300" marR="114300" marT="76200" marB="76200" anchor="ctr">
                    <a:lnR w="6668">
                      <a:solidFill>
                        <a:srgbClr val="D8D1C9"/>
                      </a:solidFill>
                      <a:prstDash val="solid"/>
                    </a:lnR>
                    <a:lnT w="6668">
                      <a:solidFill>
                        <a:srgbClr val="D8D1C9"/>
                      </a:solidFill>
                      <a:prstDash val="solid"/>
                    </a:lnT>
                    <a:lnB w="6668">
                      <a:solidFill>
                        <a:srgbClr val="D8D1C9"/>
                      </a:solidFill>
                      <a:prstDash val="solid"/>
                    </a:lnB>
                    <a:solidFill>
                      <a:srgbClr val="B81C22"/>
                    </a:solidFill>
                  </a:tcPr>
                </a:tc>
              </a:tr>
              <a:tr h="463550">
                <a:tc>
                  <a:txBody>
                    <a:bodyPr/>
                    <a:lstStyle/>
                    <a:p>
                      <a:r>
                        <a:rPr sz="1725" b="0">
                          <a:solidFill>
                            <a:srgbClr val="575757"/>
                          </a:solidFill>
                          <a:latin typeface="Microsoft YaHei"/>
                          <a:ea typeface="Microsoft YaHei"/>
                          <a:cs typeface="Microsoft YaHei"/>
                        </a:rPr>
                        <a:t>A possessed finding is not passed on</a:t>
                      </a:r>
                    </a:p>
                  </a:txBody>
                  <a:tcPr marL="114300" marR="114300" marT="76200" marB="76200" anchor="ctr">
                    <a:lnL w="6668">
                      <a:solidFill>
                        <a:srgbClr val="D8D1C9"/>
                      </a:solidFill>
                      <a:prstDash val="solid"/>
                    </a:lnL>
                    <a:lnR w="6668">
                      <a:solidFill>
                        <a:srgbClr val="D8D1C9"/>
                      </a:solidFill>
                      <a:prstDash val="solid"/>
                    </a:lnR>
                    <a:lnB w="6668">
                      <a:solidFill>
                        <a:srgbClr val="D8D1C9"/>
                      </a:solidFill>
                      <a:prstDash val="solid"/>
                    </a:lnB>
                    <a:solidFill>
                      <a:srgbClr val="FFFFFF"/>
                    </a:solidFill>
                  </a:tcPr>
                </a:tc>
                <a:tc>
                  <a:txBody>
                    <a:bodyPr/>
                    <a:lstStyle/>
                    <a:p>
                      <a:r>
                        <a:rPr sz="1725" b="0">
                          <a:solidFill>
                            <a:srgbClr val="575757"/>
                          </a:solidFill>
                          <a:latin typeface="Microsoft YaHei"/>
                          <a:ea typeface="Microsoft YaHei"/>
                          <a:cs typeface="Microsoft YaHei"/>
                        </a:rPr>
                        <a:t>FM-2.4: require trace evidence</a:t>
                      </a:r>
                    </a:p>
                  </a:txBody>
                  <a:tcPr marL="114300" marR="114300" marT="76200" marB="76200" anchor="ctr">
                    <a:lnR w="6668">
                      <a:solidFill>
                        <a:srgbClr val="D8D1C9"/>
                      </a:solidFill>
                      <a:prstDash val="solid"/>
                    </a:lnR>
                    <a:lnB w="6668">
                      <a:solidFill>
                        <a:srgbClr val="D8D1C9"/>
                      </a:solidFill>
                      <a:prstDash val="solid"/>
                    </a:lnB>
                    <a:solidFill>
                      <a:srgbClr val="FFFFFF"/>
                    </a:solidFill>
                  </a:tcPr>
                </a:tc>
              </a:tr>
              <a:tr h="463550">
                <a:tc>
                  <a:txBody>
                    <a:bodyPr/>
                    <a:lstStyle/>
                    <a:p>
                      <a:r>
                        <a:rPr sz="1725" b="0">
                          <a:solidFill>
                            <a:srgbClr val="575757"/>
                          </a:solidFill>
                          <a:latin typeface="Microsoft YaHei"/>
                          <a:ea typeface="Microsoft YaHei"/>
                          <a:cs typeface="Microsoft YaHei"/>
                        </a:rPr>
                        <a:t>Received agent evidence is disregarded</a:t>
                      </a:r>
                    </a:p>
                  </a:txBody>
                  <a:tcPr marL="114300" marR="114300" marT="76200" marB="76200" anchor="ctr">
                    <a:lnL w="6668">
                      <a:solidFill>
                        <a:srgbClr val="D8D1C9"/>
                      </a:solidFill>
                      <a:prstDash val="solid"/>
                    </a:lnL>
                    <a:lnR w="6668">
                      <a:solidFill>
                        <a:srgbClr val="D8D1C9"/>
                      </a:solidFill>
                      <a:prstDash val="solid"/>
                    </a:lnR>
                    <a:lnB w="6668">
                      <a:solidFill>
                        <a:srgbClr val="D8D1C9"/>
                      </a:solidFill>
                      <a:prstDash val="solid"/>
                    </a:lnB>
                    <a:solidFill>
                      <a:srgbClr val="F7F3EE"/>
                    </a:solidFill>
                  </a:tcPr>
                </a:tc>
                <a:tc>
                  <a:txBody>
                    <a:bodyPr/>
                    <a:lstStyle/>
                    <a:p>
                      <a:r>
                        <a:rPr sz="1725" b="0">
                          <a:solidFill>
                            <a:srgbClr val="575757"/>
                          </a:solidFill>
                          <a:latin typeface="Microsoft YaHei"/>
                          <a:ea typeface="Microsoft YaHei"/>
                          <a:cs typeface="Microsoft YaHei"/>
                        </a:rPr>
                        <a:t>FM-2.5: trace received input and action</a:t>
                      </a:r>
                    </a:p>
                  </a:txBody>
                  <a:tcPr marL="114300" marR="114300" marT="76200" marB="76200" anchor="ctr">
                    <a:lnR w="6668">
                      <a:solidFill>
                        <a:srgbClr val="D8D1C9"/>
                      </a:solidFill>
                      <a:prstDash val="solid"/>
                    </a:lnR>
                    <a:lnB w="6668">
                      <a:solidFill>
                        <a:srgbClr val="D8D1C9"/>
                      </a:solidFill>
                      <a:prstDash val="solid"/>
                    </a:lnB>
                    <a:solidFill>
                      <a:srgbClr val="F7F3EE"/>
                    </a:solidFill>
                  </a:tcPr>
                </a:tc>
              </a:tr>
              <a:tr h="463550">
                <a:tc>
                  <a:txBody>
                    <a:bodyPr/>
                    <a:lstStyle/>
                    <a:p>
                      <a:r>
                        <a:rPr sz="1725" b="0">
                          <a:solidFill>
                            <a:srgbClr val="575757"/>
                          </a:solidFill>
                          <a:latin typeface="Microsoft YaHei"/>
                          <a:ea typeface="Microsoft YaHei"/>
                          <a:cs typeface="Microsoft YaHei"/>
                        </a:rPr>
                        <a:t>A required semantic check is omitted</a:t>
                      </a:r>
                    </a:p>
                  </a:txBody>
                  <a:tcPr marL="114300" marR="114300" marT="76200" marB="76200" anchor="ctr">
                    <a:lnL w="6668">
                      <a:solidFill>
                        <a:srgbClr val="D8D1C9"/>
                      </a:solidFill>
                      <a:prstDash val="solid"/>
                    </a:lnL>
                    <a:lnR w="6668">
                      <a:solidFill>
                        <a:srgbClr val="D8D1C9"/>
                      </a:solidFill>
                      <a:prstDash val="solid"/>
                    </a:lnR>
                    <a:lnB w="6668">
                      <a:solidFill>
                        <a:srgbClr val="D8D1C9"/>
                      </a:solidFill>
                      <a:prstDash val="solid"/>
                    </a:lnB>
                    <a:solidFill>
                      <a:srgbClr val="FFFFFF"/>
                    </a:solidFill>
                  </a:tcPr>
                </a:tc>
                <a:tc>
                  <a:txBody>
                    <a:bodyPr/>
                    <a:lstStyle/>
                    <a:p>
                      <a:r>
                        <a:rPr sz="1725" b="0">
                          <a:solidFill>
                            <a:srgbClr val="575757"/>
                          </a:solidFill>
                          <a:latin typeface="Microsoft YaHei"/>
                          <a:ea typeface="Microsoft YaHei"/>
                          <a:cs typeface="Microsoft YaHei"/>
                        </a:rPr>
                        <a:t>FM-3.2: incomplete verification</a:t>
                      </a:r>
                    </a:p>
                  </a:txBody>
                  <a:tcPr marL="114300" marR="114300" marT="76200" marB="76200" anchor="ctr">
                    <a:lnR w="6668">
                      <a:solidFill>
                        <a:srgbClr val="D8D1C9"/>
                      </a:solidFill>
                      <a:prstDash val="solid"/>
                    </a:lnR>
                    <a:lnB w="6668">
                      <a:solidFill>
                        <a:srgbClr val="D8D1C9"/>
                      </a:solidFill>
                      <a:prstDash val="solid"/>
                    </a:lnB>
                    <a:solidFill>
                      <a:srgbClr val="FFFFFF"/>
                    </a:solidFill>
                  </a:tcPr>
                </a:tc>
              </a:tr>
              <a:tr h="463550">
                <a:tc>
                  <a:txBody>
                    <a:bodyPr/>
                    <a:lstStyle/>
                    <a:p>
                      <a:r>
                        <a:rPr sz="1725" b="0">
                          <a:solidFill>
                            <a:srgbClr val="575757"/>
                          </a:solidFill>
                          <a:latin typeface="Microsoft YaHei"/>
                          <a:ea typeface="Microsoft YaHei"/>
                          <a:cs typeface="Microsoft YaHei"/>
                        </a:rPr>
                        <a:t>An attempted check approves a wrong meaning</a:t>
                      </a:r>
                    </a:p>
                  </a:txBody>
                  <a:tcPr marL="114300" marR="114300" marT="76200" marB="76200" anchor="ctr">
                    <a:lnL w="6668">
                      <a:solidFill>
                        <a:srgbClr val="D8D1C9"/>
                      </a:solidFill>
                      <a:prstDash val="solid"/>
                    </a:lnL>
                    <a:lnR w="6668">
                      <a:solidFill>
                        <a:srgbClr val="D8D1C9"/>
                      </a:solidFill>
                      <a:prstDash val="solid"/>
                    </a:lnR>
                    <a:lnB w="6668">
                      <a:solidFill>
                        <a:srgbClr val="D8D1C9"/>
                      </a:solidFill>
                      <a:prstDash val="solid"/>
                    </a:lnB>
                    <a:solidFill>
                      <a:srgbClr val="F7F3EE"/>
                    </a:solidFill>
                  </a:tcPr>
                </a:tc>
                <a:tc>
                  <a:txBody>
                    <a:bodyPr/>
                    <a:lstStyle/>
                    <a:p>
                      <a:r>
                        <a:rPr sz="1725" b="0">
                          <a:solidFill>
                            <a:srgbClr val="575757"/>
                          </a:solidFill>
                          <a:latin typeface="Microsoft YaHei"/>
                          <a:ea typeface="Microsoft YaHei"/>
                          <a:cs typeface="Microsoft YaHei"/>
                        </a:rPr>
                        <a:t>FM-3.3: incorrect verification</a:t>
                      </a:r>
                    </a:p>
                  </a:txBody>
                  <a:tcPr marL="114300" marR="114300" marT="76200" marB="76200" anchor="ctr">
                    <a:lnR w="6668">
                      <a:solidFill>
                        <a:srgbClr val="D8D1C9"/>
                      </a:solidFill>
                      <a:prstDash val="solid"/>
                    </a:lnR>
                    <a:lnB w="6668">
                      <a:solidFill>
                        <a:srgbClr val="D8D1C9"/>
                      </a:solidFill>
                      <a:prstDash val="solid"/>
                    </a:lnB>
                    <a:solidFill>
                      <a:srgbClr val="F7F3EE"/>
                    </a:solidFill>
                  </a:tcPr>
                </a:tc>
              </a:tr>
              <a:tr h="463550">
                <a:tc>
                  <a:txBody>
                    <a:bodyPr/>
                    <a:lstStyle/>
                    <a:p>
                      <a:r>
                        <a:rPr sz="1725" b="0">
                          <a:solidFill>
                            <a:srgbClr val="575757"/>
                          </a:solidFill>
                          <a:latin typeface="Microsoft YaHei"/>
                          <a:ea typeface="Microsoft YaHei"/>
                          <a:cs typeface="Microsoft YaHei"/>
                        </a:rPr>
                        <a:t>A remembered convention is applied outside scope</a:t>
                      </a:r>
                    </a:p>
                  </a:txBody>
                  <a:tcPr marL="114300" marR="114300" marT="76200" marB="76200" anchor="ctr">
                    <a:lnL w="6668">
                      <a:solidFill>
                        <a:srgbClr val="D8D1C9"/>
                      </a:solidFill>
                      <a:prstDash val="solid"/>
                    </a:lnL>
                    <a:lnR w="6668">
                      <a:solidFill>
                        <a:srgbClr val="D8D1C9"/>
                      </a:solidFill>
                      <a:prstDash val="solid"/>
                    </a:lnR>
                    <a:lnB w="6668">
                      <a:solidFill>
                        <a:srgbClr val="D8D1C9"/>
                      </a:solidFill>
                      <a:prstDash val="solid"/>
                    </a:lnB>
                    <a:solidFill>
                      <a:srgbClr val="FFFFFF"/>
                    </a:solidFill>
                  </a:tcPr>
                </a:tc>
                <a:tc>
                  <a:txBody>
                    <a:bodyPr/>
                    <a:lstStyle/>
                    <a:p>
                      <a:r>
                        <a:rPr sz="1725" b="0">
                          <a:solidFill>
                            <a:srgbClr val="575757"/>
                          </a:solidFill>
                          <a:latin typeface="Microsoft YaHei"/>
                          <a:ea typeface="Microsoft YaHei"/>
                          <a:cs typeface="Microsoft YaHei"/>
                        </a:rPr>
                        <a:t>Domain mechanism; no automatic MAST code</a:t>
                      </a:r>
                    </a:p>
                  </a:txBody>
                  <a:tcPr marL="114300" marR="114300" marT="76200" marB="76200" anchor="ctr">
                    <a:lnR w="6668">
                      <a:solidFill>
                        <a:srgbClr val="D8D1C9"/>
                      </a:solidFill>
                      <a:prstDash val="solid"/>
                    </a:lnR>
                    <a:lnB w="6668">
                      <a:solidFill>
                        <a:srgbClr val="D8D1C9"/>
                      </a:solidFill>
                      <a:prstDash val="solid"/>
                    </a:lnB>
                    <a:solidFill>
                      <a:srgbClr val="FFFFFF"/>
                    </a:solidFill>
                  </a:tcPr>
                </a:tc>
              </a:tr>
            </a:tbl>
          </a:graphicData>
        </a:graphic>
      </p:graphicFrame>
      <p:sp>
        <p:nvSpPr>
          <p:cNvPr id="6" name="dimensions">
            <a:extLst xmlns:a="http://schemas.openxmlformats.org/drawingml/2006/main">
              <a:ext uri="{FF2B5EF4-FFF2-40B4-BE49-F238E27FC236}">
                <a16:creationId xmlns:a16="http://schemas.microsoft.com/office/drawing/2014/main" id="{5236FDF0-B324-4E4E-B3AA-3750A00AAFEF}"/>
              </a:ext>
            </a:extLst>
          </p:cNvPr>
          <p:cNvSpPr>
            <a:spLocks xmlns:a="http://schemas.openxmlformats.org/drawingml/2006/main" noGrp="1"/>
          </p:cNvSpPr>
          <p:nvPr/>
        </p:nvSpPr>
        <p:spPr>
          <a:xfrm xmlns:a="http://schemas.openxmlformats.org/drawingml/2006/main">
            <a:off x="571500" y="5514975"/>
            <a:ext cx="10858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0">
                <a:solidFill>
                  <a:srgbClr val="575757"/>
                </a:solidFill>
                <a:latin typeface="Microsoft YaHei"/>
                <a:ea typeface="Microsoft YaHei"/>
                <a:cs typeface="Microsoft YaHei"/>
              </a:defRPr>
            </a:defPPr>
            <a:lvl1pPr>
              <a:defRPr sz="1725" b="0">
                <a:solidFill>
                  <a:srgbClr val="575757"/>
                </a:solidFill>
                <a:latin typeface="Microsoft YaHei"/>
                <a:ea typeface="Microsoft YaHei"/>
                <a:cs typeface="Microsoft YaHei"/>
              </a:defRPr>
            </a:lvl1pPr>
            <a:lvl2pPr>
              <a:defRPr sz="1725" b="0">
                <a:solidFill>
                  <a:srgbClr val="575757"/>
                </a:solidFill>
                <a:latin typeface="Microsoft YaHei"/>
                <a:ea typeface="Microsoft YaHei"/>
                <a:cs typeface="Microsoft YaHei"/>
              </a:defRPr>
            </a:lvl2pPr>
            <a:lvl3pPr>
              <a:defRPr sz="1725" b="0">
                <a:solidFill>
                  <a:srgbClr val="575757"/>
                </a:solidFill>
                <a:latin typeface="Microsoft YaHei"/>
                <a:ea typeface="Microsoft YaHei"/>
                <a:cs typeface="Microsoft YaHei"/>
              </a:defRPr>
            </a:lvl3pPr>
            <a:lvl4pPr>
              <a:defRPr sz="1725" b="0">
                <a:solidFill>
                  <a:srgbClr val="575757"/>
                </a:solidFill>
                <a:latin typeface="Microsoft YaHei"/>
                <a:ea typeface="Microsoft YaHei"/>
                <a:cs typeface="Microsoft YaHei"/>
              </a:defRPr>
            </a:lvl4pPr>
            <a:lvl5pPr>
              <a:defRPr sz="1725" b="0">
                <a:solidFill>
                  <a:srgbClr val="575757"/>
                </a:solidFill>
                <a:latin typeface="Microsoft YaHei"/>
                <a:ea typeface="Microsoft YaHei"/>
                <a:cs typeface="Microsoft YaHei"/>
              </a:defRPr>
            </a:lvl5pPr>
            <a:lvl6pPr>
              <a:defRPr sz="1725" b="0">
                <a:solidFill>
                  <a:srgbClr val="575757"/>
                </a:solidFill>
                <a:latin typeface="Microsoft YaHei"/>
                <a:ea typeface="Microsoft YaHei"/>
                <a:cs typeface="Microsoft YaHei"/>
              </a:defRPr>
            </a:lvl6pPr>
            <a:lvl7pPr>
              <a:defRPr sz="1725" b="0">
                <a:solidFill>
                  <a:srgbClr val="575757"/>
                </a:solidFill>
                <a:latin typeface="Microsoft YaHei"/>
                <a:ea typeface="Microsoft YaHei"/>
                <a:cs typeface="Microsoft YaHei"/>
              </a:defRPr>
            </a:lvl7pPr>
            <a:lvl8pPr>
              <a:defRPr sz="1725" b="0">
                <a:solidFill>
                  <a:srgbClr val="575757"/>
                </a:solidFill>
                <a:latin typeface="Microsoft YaHei"/>
                <a:ea typeface="Microsoft YaHei"/>
                <a:cs typeface="Microsoft YaHei"/>
              </a:defRPr>
            </a:lvl8pPr>
            <a:lvl9pPr>
              <a:defRPr sz="1725" b="0">
                <a:solidFill>
                  <a:srgbClr val="575757"/>
                </a:solidFill>
                <a:latin typeface="Microsoft YaHei"/>
                <a:ea typeface="Microsoft YaHei"/>
                <a:cs typeface="Microsoft YaHei"/>
              </a:defRPr>
            </a:lvl9pPr>
          </a:lstStyle>
          <a:p xmlns:a="http://schemas.openxmlformats.org/drawingml/2006/main">
            <a:pPr>
              <a:defRPr sz="1725" b="0">
                <a:solidFill>
                  <a:srgbClr val="575757"/>
                </a:solidFill>
                <a:latin typeface="Microsoft YaHei"/>
                <a:ea typeface="Microsoft YaHei"/>
                <a:cs typeface="Microsoft YaHei"/>
              </a:defRPr>
            </a:pPr>
            <a:r>
              <a:rPr sz="1725" b="0">
                <a:solidFill>
                  <a:srgbClr val="575757"/>
                </a:solidFill>
                <a:latin typeface="Microsoft YaHei"/>
                <a:ea typeface="Microsoft YaHei"/>
                <a:cs typeface="Microsoft YaHei"/>
              </a:rPr>
              <a:t>Inspect population, period, denominator, joins/grain, units and exceptions</a:t>
            </a:r>
          </a:p>
          <a:p xmlns:a="http://schemas.openxmlformats.org/drawingml/2006/main">
            <a:pPr>
              <a:defRPr sz="1725" b="0">
                <a:solidFill>
                  <a:srgbClr val="575757"/>
                </a:solidFill>
                <a:latin typeface="Microsoft YaHei"/>
                <a:ea typeface="Microsoft YaHei"/>
                <a:cs typeface="Microsoft YaHei"/>
              </a:defRPr>
            </a:pPr>
            <a:r>
              <a:rPr sz="1725" b="0">
                <a:solidFill>
                  <a:srgbClr val="575757"/>
                </a:solidFill>
                <a:latin typeface="Microsoft YaHei"/>
                <a:ea typeface="Microsoft YaHei"/>
                <a:cs typeface="Microsoft YaHei"/>
              </a:rPr>
              <a:t>when relevant. Keep unknown cases and assess coding consistency.</a:t>
            </a:r>
          </a:p>
        </p:txBody>
      </p:sp>
    </p:spTree>
    <p:extLst>
      <p:ext uri="{BB962C8B-B14F-4D97-AF65-F5344CB8AC3E}">
        <p14:creationId xmlns:p14="http://schemas.microsoft.com/office/powerpoint/2010/main" val="910577282"/>
      </p:ext>
    </p:extLst>
  </p:cSld>
</p:sld>
</file>

<file path=ppt/slides/slide16.xml><?xml version="1.0" encoding="utf-8"?>
<p:sld xmlns:p="http://schemas.openxmlformats.org/presentationml/2006/main" show="0">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E547F508-C267-4F51-81A9-677A24AAAAB8}"/>
              </a:ext>
            </a:extLst>
          </p:cNvPr>
          <p:cNvSpPr>
            <a:spLocks xmlns:a="http://schemas.openxmlformats.org/drawingml/2006/main" noGrp="1"/>
          </p:cNvSpPr>
          <p:nvPr>
            <p:ph type="title" idx="0"/>
          </p:nvPr>
        </p:nvSpPr>
        <p:spPr>
          <a:xfrm xmlns:a="http://schemas.openxmlformats.org/drawingml/2006/main">
            <a:off x="474821" y="998125"/>
            <a:ext cx="11239500" cy="704850"/>
          </a:xfrm>
        </p:spPr>
        <p:txBody>
          <a:bodyPr xmlns:a="http://schemas.openxmlformats.org/drawingml/2006/main" lIns="0" tIns="0" rIns="0" bIns="0">
            <a:normAutofit fontScale="100000"/>
          </a:bodyPr>
          <a:lstStyle xmlns:a="http://schemas.openxmlformats.org/drawingml/2006/main">
            <a:defPPr>
              <a:defRPr sz="3960">
                <a:solidFill>
                  <a:srgbClr val="B81C22"/>
                </a:solidFill>
                <a:latin typeface="Microsoft YaHei"/>
                <a:ea typeface="Microsoft YaHei"/>
                <a:cs typeface="Microsoft YaHei"/>
              </a:defRPr>
            </a:defPPr>
            <a:lvl1pPr>
              <a:defRPr sz="3960">
                <a:solidFill>
                  <a:srgbClr val="B81C22"/>
                </a:solidFill>
                <a:latin typeface="Microsoft YaHei"/>
                <a:ea typeface="Microsoft YaHei"/>
                <a:cs typeface="Microsoft YaHei"/>
              </a:defRPr>
            </a:lvl1pPr>
            <a:lvl2pPr>
              <a:defRPr sz="3960">
                <a:solidFill>
                  <a:srgbClr val="B81C22"/>
                </a:solidFill>
                <a:latin typeface="Microsoft YaHei"/>
                <a:ea typeface="Microsoft YaHei"/>
                <a:cs typeface="Microsoft YaHei"/>
              </a:defRPr>
            </a:lvl2pPr>
            <a:lvl3pPr>
              <a:defRPr sz="3960">
                <a:solidFill>
                  <a:srgbClr val="B81C22"/>
                </a:solidFill>
                <a:latin typeface="Microsoft YaHei"/>
                <a:ea typeface="Microsoft YaHei"/>
                <a:cs typeface="Microsoft YaHei"/>
              </a:defRPr>
            </a:lvl3pPr>
            <a:lvl4pPr>
              <a:defRPr sz="3960">
                <a:solidFill>
                  <a:srgbClr val="B81C22"/>
                </a:solidFill>
                <a:latin typeface="Microsoft YaHei"/>
                <a:ea typeface="Microsoft YaHei"/>
                <a:cs typeface="Microsoft YaHei"/>
              </a:defRPr>
            </a:lvl4pPr>
            <a:lvl5pPr>
              <a:defRPr sz="3960">
                <a:solidFill>
                  <a:srgbClr val="B81C22"/>
                </a:solidFill>
                <a:latin typeface="Microsoft YaHei"/>
                <a:ea typeface="Microsoft YaHei"/>
                <a:cs typeface="Microsoft YaHei"/>
              </a:defRPr>
            </a:lvl5pPr>
            <a:lvl6pPr>
              <a:defRPr sz="3960">
                <a:solidFill>
                  <a:srgbClr val="B81C22"/>
                </a:solidFill>
                <a:latin typeface="Microsoft YaHei"/>
                <a:ea typeface="Microsoft YaHei"/>
                <a:cs typeface="Microsoft YaHei"/>
              </a:defRPr>
            </a:lvl6pPr>
            <a:lvl7pPr>
              <a:defRPr sz="3960">
                <a:solidFill>
                  <a:srgbClr val="B81C22"/>
                </a:solidFill>
                <a:latin typeface="Microsoft YaHei"/>
                <a:ea typeface="Microsoft YaHei"/>
                <a:cs typeface="Microsoft YaHei"/>
              </a:defRPr>
            </a:lvl7pPr>
            <a:lvl8pPr>
              <a:defRPr sz="3960">
                <a:solidFill>
                  <a:srgbClr val="B81C22"/>
                </a:solidFill>
                <a:latin typeface="Microsoft YaHei"/>
                <a:ea typeface="Microsoft YaHei"/>
                <a:cs typeface="Microsoft YaHei"/>
              </a:defRPr>
            </a:lvl8pPr>
            <a:lvl9pPr>
              <a:defRPr sz="3960">
                <a:solidFill>
                  <a:srgbClr val="B81C22"/>
                </a:solidFill>
                <a:latin typeface="Microsoft YaHei"/>
                <a:ea typeface="Microsoft YaHei"/>
                <a:cs typeface="Microsoft YaHei"/>
              </a:defRPr>
            </a:lvl9pPr>
          </a:lstStyle>
          <a:p xmlns:a="http://schemas.openxmlformats.org/drawingml/2006/main">
            <a:pPr>
              <a:defRPr sz="3960">
                <a:solidFill>
                  <a:srgbClr val="B81C22"/>
                </a:solidFill>
                <a:latin typeface="Microsoft YaHei"/>
                <a:ea typeface="Microsoft YaHei"/>
                <a:cs typeface="Microsoft YaHei"/>
              </a:defRPr>
            </a:pPr>
            <a:r>
              <a:rPr sz="3960">
                <a:solidFill>
                  <a:srgbClr val="B81C22"/>
                </a:solidFill>
                <a:latin typeface="Microsoft YaHei"/>
                <a:ea typeface="Microsoft YaHei"/>
                <a:cs typeface="Microsoft YaHei"/>
              </a:rPr>
              <a:t>Backup</a:t>
            </a:r>
            <a:endParaRPr/>
          </a:p>
        </p:txBody>
      </p:sp>
      <p:sp>
        <p:nvSpPr>
          <p:cNvPr id="3" name="content-heading">
            <a:extLst xmlns:a="http://schemas.openxmlformats.org/drawingml/2006/main">
              <a:ext uri="{FF2B5EF4-FFF2-40B4-BE49-F238E27FC236}">
                <a16:creationId xmlns:a16="http://schemas.microsoft.com/office/drawing/2014/main" id="{233CB872-6366-4FF6-8D53-8D24EAB4760E}"/>
              </a:ext>
            </a:extLst>
          </p:cNvPr>
          <p:cNvSpPr>
            <a:spLocks xmlns:a="http://schemas.openxmlformats.org/drawingml/2006/main" noGrp="1"/>
          </p:cNvSpPr>
          <p:nvPr/>
        </p:nvSpPr>
        <p:spPr>
          <a:xfrm xmlns:a="http://schemas.openxmlformats.org/drawingml/2006/main">
            <a:off x="571500" y="1838325"/>
            <a:ext cx="1095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325" b="1">
                <a:solidFill>
                  <a:srgbClr val="303030"/>
                </a:solidFill>
                <a:latin typeface="Microsoft YaHei"/>
                <a:ea typeface="Microsoft YaHei"/>
                <a:cs typeface="Microsoft YaHei"/>
              </a:defRPr>
            </a:defPPr>
            <a:lvl1pPr>
              <a:defRPr sz="2325" b="1">
                <a:solidFill>
                  <a:srgbClr val="303030"/>
                </a:solidFill>
                <a:latin typeface="Microsoft YaHei"/>
                <a:ea typeface="Microsoft YaHei"/>
                <a:cs typeface="Microsoft YaHei"/>
              </a:defRPr>
            </a:lvl1pPr>
            <a:lvl2pPr>
              <a:defRPr sz="2325" b="1">
                <a:solidFill>
                  <a:srgbClr val="303030"/>
                </a:solidFill>
                <a:latin typeface="Microsoft YaHei"/>
                <a:ea typeface="Microsoft YaHei"/>
                <a:cs typeface="Microsoft YaHei"/>
              </a:defRPr>
            </a:lvl2pPr>
            <a:lvl3pPr>
              <a:defRPr sz="2325" b="1">
                <a:solidFill>
                  <a:srgbClr val="303030"/>
                </a:solidFill>
                <a:latin typeface="Microsoft YaHei"/>
                <a:ea typeface="Microsoft YaHei"/>
                <a:cs typeface="Microsoft YaHei"/>
              </a:defRPr>
            </a:lvl3pPr>
            <a:lvl4pPr>
              <a:defRPr sz="2325" b="1">
                <a:solidFill>
                  <a:srgbClr val="303030"/>
                </a:solidFill>
                <a:latin typeface="Microsoft YaHei"/>
                <a:ea typeface="Microsoft YaHei"/>
                <a:cs typeface="Microsoft YaHei"/>
              </a:defRPr>
            </a:lvl4pPr>
            <a:lvl5pPr>
              <a:defRPr sz="2325" b="1">
                <a:solidFill>
                  <a:srgbClr val="303030"/>
                </a:solidFill>
                <a:latin typeface="Microsoft YaHei"/>
                <a:ea typeface="Microsoft YaHei"/>
                <a:cs typeface="Microsoft YaHei"/>
              </a:defRPr>
            </a:lvl5pPr>
            <a:lvl6pPr>
              <a:defRPr sz="2325" b="1">
                <a:solidFill>
                  <a:srgbClr val="303030"/>
                </a:solidFill>
                <a:latin typeface="Microsoft YaHei"/>
                <a:ea typeface="Microsoft YaHei"/>
                <a:cs typeface="Microsoft YaHei"/>
              </a:defRPr>
            </a:lvl6pPr>
            <a:lvl7pPr>
              <a:defRPr sz="2325" b="1">
                <a:solidFill>
                  <a:srgbClr val="303030"/>
                </a:solidFill>
                <a:latin typeface="Microsoft YaHei"/>
                <a:ea typeface="Microsoft YaHei"/>
                <a:cs typeface="Microsoft YaHei"/>
              </a:defRPr>
            </a:lvl7pPr>
            <a:lvl8pPr>
              <a:defRPr sz="2325" b="1">
                <a:solidFill>
                  <a:srgbClr val="303030"/>
                </a:solidFill>
                <a:latin typeface="Microsoft YaHei"/>
                <a:ea typeface="Microsoft YaHei"/>
                <a:cs typeface="Microsoft YaHei"/>
              </a:defRPr>
            </a:lvl8pPr>
            <a:lvl9pPr>
              <a:defRPr sz="2325" b="1">
                <a:solidFill>
                  <a:srgbClr val="303030"/>
                </a:solidFill>
                <a:latin typeface="Microsoft YaHei"/>
                <a:ea typeface="Microsoft YaHei"/>
                <a:cs typeface="Microsoft YaHei"/>
              </a:defRPr>
            </a:lvl9pPr>
          </a:lstStyle>
          <a:p xmlns:a="http://schemas.openxmlformats.org/drawingml/2006/main">
            <a:pPr>
              <a:defRPr sz="2325" b="1">
                <a:solidFill>
                  <a:srgbClr val="303030"/>
                </a:solidFill>
                <a:latin typeface="Microsoft YaHei"/>
                <a:ea typeface="Microsoft YaHei"/>
                <a:cs typeface="Microsoft YaHei"/>
              </a:defRPr>
            </a:pPr>
            <a:r>
              <a:rPr sz="2325" b="1">
                <a:solidFill>
                  <a:srgbClr val="303030"/>
                </a:solidFill>
                <a:latin typeface="Microsoft YaHei"/>
                <a:ea typeface="Microsoft YaHei"/>
                <a:cs typeface="Microsoft YaHei"/>
              </a:rPr>
              <a:t>Valid Tests and Evaluation Isolation</a:t>
            </a:r>
          </a:p>
        </p:txBody>
      </p:sp>
      <p:sp>
        <p:nvSpPr>
          <p:cNvPr id="4" name="page">
            <a:extLst xmlns:a="http://schemas.openxmlformats.org/drawingml/2006/main">
              <a:ext uri="{FF2B5EF4-FFF2-40B4-BE49-F238E27FC236}">
                <a16:creationId xmlns:a16="http://schemas.microsoft.com/office/drawing/2014/main" id="{ACF8CE6E-D5B4-4A9A-8133-6B875B3670B1}"/>
              </a:ext>
            </a:extLst>
          </p:cNvPr>
          <p:cNvSpPr>
            <a:spLocks xmlns:a="http://schemas.openxmlformats.org/drawingml/2006/main" noGrp="1"/>
          </p:cNvSpPr>
          <p:nvPr/>
        </p:nvSpPr>
        <p:spPr>
          <a:xfrm xmlns:a="http://schemas.openxmlformats.org/drawingml/2006/main">
            <a:off x="10763250" y="6343650"/>
            <a:ext cx="95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0">
                <a:solidFill>
                  <a:srgbClr val="575757"/>
                </a:solidFill>
                <a:latin typeface="Microsoft YaHei"/>
                <a:ea typeface="Microsoft YaHei"/>
                <a:cs typeface="Microsoft YaHei"/>
              </a:defRPr>
            </a:defPPr>
            <a:lvl1pPr>
              <a:defRPr sz="1200" b="0">
                <a:solidFill>
                  <a:srgbClr val="575757"/>
                </a:solidFill>
                <a:latin typeface="Microsoft YaHei"/>
                <a:ea typeface="Microsoft YaHei"/>
                <a:cs typeface="Microsoft YaHei"/>
              </a:defRPr>
            </a:lvl1pPr>
            <a:lvl2pPr>
              <a:defRPr sz="1200" b="0">
                <a:solidFill>
                  <a:srgbClr val="575757"/>
                </a:solidFill>
                <a:latin typeface="Microsoft YaHei"/>
                <a:ea typeface="Microsoft YaHei"/>
                <a:cs typeface="Microsoft YaHei"/>
              </a:defRPr>
            </a:lvl2pPr>
            <a:lvl3pPr>
              <a:defRPr sz="1200" b="0">
                <a:solidFill>
                  <a:srgbClr val="575757"/>
                </a:solidFill>
                <a:latin typeface="Microsoft YaHei"/>
                <a:ea typeface="Microsoft YaHei"/>
                <a:cs typeface="Microsoft YaHei"/>
              </a:defRPr>
            </a:lvl3pPr>
            <a:lvl4pPr>
              <a:defRPr sz="1200" b="0">
                <a:solidFill>
                  <a:srgbClr val="575757"/>
                </a:solidFill>
                <a:latin typeface="Microsoft YaHei"/>
                <a:ea typeface="Microsoft YaHei"/>
                <a:cs typeface="Microsoft YaHei"/>
              </a:defRPr>
            </a:lvl4pPr>
            <a:lvl5pPr>
              <a:defRPr sz="1200" b="0">
                <a:solidFill>
                  <a:srgbClr val="575757"/>
                </a:solidFill>
                <a:latin typeface="Microsoft YaHei"/>
                <a:ea typeface="Microsoft YaHei"/>
                <a:cs typeface="Microsoft YaHei"/>
              </a:defRPr>
            </a:lvl5pPr>
            <a:lvl6pPr>
              <a:defRPr sz="1200" b="0">
                <a:solidFill>
                  <a:srgbClr val="575757"/>
                </a:solidFill>
                <a:latin typeface="Microsoft YaHei"/>
                <a:ea typeface="Microsoft YaHei"/>
                <a:cs typeface="Microsoft YaHei"/>
              </a:defRPr>
            </a:lvl6pPr>
            <a:lvl7pPr>
              <a:defRPr sz="1200" b="0">
                <a:solidFill>
                  <a:srgbClr val="575757"/>
                </a:solidFill>
                <a:latin typeface="Microsoft YaHei"/>
                <a:ea typeface="Microsoft YaHei"/>
                <a:cs typeface="Microsoft YaHei"/>
              </a:defRPr>
            </a:lvl7pPr>
            <a:lvl8pPr>
              <a:defRPr sz="1200" b="0">
                <a:solidFill>
                  <a:srgbClr val="575757"/>
                </a:solidFill>
                <a:latin typeface="Microsoft YaHei"/>
                <a:ea typeface="Microsoft YaHei"/>
                <a:cs typeface="Microsoft YaHei"/>
              </a:defRPr>
            </a:lvl8pPr>
            <a:lvl9pPr>
              <a:defRPr sz="1200" b="0">
                <a:solidFill>
                  <a:srgbClr val="575757"/>
                </a:solidFill>
                <a:latin typeface="Microsoft YaHei"/>
                <a:ea typeface="Microsoft YaHei"/>
                <a:cs typeface="Microsoft YaHei"/>
              </a:defRPr>
            </a:lvl9pPr>
          </a:lstStyle>
          <a:p xmlns:a="http://schemas.openxmlformats.org/drawingml/2006/main">
            <a:pPr>
              <a:defRPr sz="1200" b="0">
                <a:solidFill>
                  <a:srgbClr val="575757"/>
                </a:solidFill>
                <a:latin typeface="Microsoft YaHei"/>
                <a:ea typeface="Microsoft YaHei"/>
                <a:cs typeface="Microsoft YaHei"/>
              </a:defRPr>
            </a:pPr>
            <a:r>
              <a:rPr sz="1200" b="0">
                <a:solidFill>
                  <a:srgbClr val="575757"/>
                </a:solidFill>
                <a:latin typeface="Microsoft YaHei"/>
                <a:ea typeface="Microsoft YaHei"/>
                <a:cs typeface="Microsoft YaHei"/>
              </a:rPr>
              <a:t>Backup 3</a:t>
            </a:r>
          </a:p>
        </p:txBody>
      </p:sp>
      <p:sp>
        <p:nvSpPr>
          <p:cNvPr id="5" name="validity">
            <a:extLst xmlns:a="http://schemas.openxmlformats.org/drawingml/2006/main">
              <a:ext uri="{FF2B5EF4-FFF2-40B4-BE49-F238E27FC236}">
                <a16:creationId xmlns:a16="http://schemas.microsoft.com/office/drawing/2014/main" id="{8A670E30-9645-4A33-857B-6D74AA7EC160}"/>
              </a:ext>
            </a:extLst>
          </p:cNvPr>
          <p:cNvSpPr>
            <a:spLocks xmlns:a="http://schemas.openxmlformats.org/drawingml/2006/main" noGrp="1"/>
          </p:cNvSpPr>
          <p:nvPr/>
        </p:nvSpPr>
        <p:spPr>
          <a:xfrm xmlns:a="http://schemas.openxmlformats.org/drawingml/2006/main">
            <a:off x="571500" y="2571750"/>
            <a:ext cx="10858500" cy="1247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325" b="1">
                <a:solidFill>
                  <a:srgbClr val="303030"/>
                </a:solidFill>
                <a:latin typeface="Microsoft YaHei"/>
                <a:ea typeface="Microsoft YaHei"/>
                <a:cs typeface="Microsoft YaHei"/>
              </a:defRPr>
            </a:defPPr>
            <a:lvl1pPr>
              <a:defRPr sz="2325" b="1">
                <a:solidFill>
                  <a:srgbClr val="303030"/>
                </a:solidFill>
                <a:latin typeface="Microsoft YaHei"/>
                <a:ea typeface="Microsoft YaHei"/>
                <a:cs typeface="Microsoft YaHei"/>
              </a:defRPr>
            </a:lvl1pPr>
            <a:lvl2pPr>
              <a:defRPr sz="2325" b="1">
                <a:solidFill>
                  <a:srgbClr val="303030"/>
                </a:solidFill>
                <a:latin typeface="Microsoft YaHei"/>
                <a:ea typeface="Microsoft YaHei"/>
                <a:cs typeface="Microsoft YaHei"/>
              </a:defRPr>
            </a:lvl2pPr>
            <a:lvl3pPr>
              <a:defRPr sz="2325" b="1">
                <a:solidFill>
                  <a:srgbClr val="303030"/>
                </a:solidFill>
                <a:latin typeface="Microsoft YaHei"/>
                <a:ea typeface="Microsoft YaHei"/>
                <a:cs typeface="Microsoft YaHei"/>
              </a:defRPr>
            </a:lvl3pPr>
            <a:lvl4pPr>
              <a:defRPr sz="2325" b="1">
                <a:solidFill>
                  <a:srgbClr val="303030"/>
                </a:solidFill>
                <a:latin typeface="Microsoft YaHei"/>
                <a:ea typeface="Microsoft YaHei"/>
                <a:cs typeface="Microsoft YaHei"/>
              </a:defRPr>
            </a:lvl4pPr>
            <a:lvl5pPr>
              <a:defRPr sz="2325" b="1">
                <a:solidFill>
                  <a:srgbClr val="303030"/>
                </a:solidFill>
                <a:latin typeface="Microsoft YaHei"/>
                <a:ea typeface="Microsoft YaHei"/>
                <a:cs typeface="Microsoft YaHei"/>
              </a:defRPr>
            </a:lvl5pPr>
            <a:lvl6pPr>
              <a:defRPr sz="2325" b="1">
                <a:solidFill>
                  <a:srgbClr val="303030"/>
                </a:solidFill>
                <a:latin typeface="Microsoft YaHei"/>
                <a:ea typeface="Microsoft YaHei"/>
                <a:cs typeface="Microsoft YaHei"/>
              </a:defRPr>
            </a:lvl6pPr>
            <a:lvl7pPr>
              <a:defRPr sz="2325" b="1">
                <a:solidFill>
                  <a:srgbClr val="303030"/>
                </a:solidFill>
                <a:latin typeface="Microsoft YaHei"/>
                <a:ea typeface="Microsoft YaHei"/>
                <a:cs typeface="Microsoft YaHei"/>
              </a:defRPr>
            </a:lvl7pPr>
            <a:lvl8pPr>
              <a:defRPr sz="2325" b="1">
                <a:solidFill>
                  <a:srgbClr val="303030"/>
                </a:solidFill>
                <a:latin typeface="Microsoft YaHei"/>
                <a:ea typeface="Microsoft YaHei"/>
                <a:cs typeface="Microsoft YaHei"/>
              </a:defRPr>
            </a:lvl8pPr>
            <a:lvl9pPr>
              <a:defRPr sz="2325" b="1">
                <a:solidFill>
                  <a:srgbClr val="303030"/>
                </a:solidFill>
                <a:latin typeface="Microsoft YaHei"/>
                <a:ea typeface="Microsoft YaHei"/>
                <a:cs typeface="Microsoft YaHei"/>
              </a:defRPr>
            </a:lvl9pPr>
          </a:lstStyle>
          <a:p xmlns:a="http://schemas.openxmlformats.org/drawingml/2006/main">
            <a:pPr>
              <a:defRPr sz="2325" b="1">
                <a:solidFill>
                  <a:srgbClr val="303030"/>
                </a:solidFill>
                <a:latin typeface="Microsoft YaHei"/>
                <a:ea typeface="Microsoft YaHei"/>
                <a:cs typeface="Microsoft YaHei"/>
              </a:defRPr>
            </a:pPr>
            <a:r>
              <a:rPr sz="2325" b="1">
                <a:solidFill>
                  <a:srgbClr val="303030"/>
                </a:solidFill>
                <a:latin typeface="Microsoft YaHei"/>
                <a:ea typeface="Microsoft YaHei"/>
                <a:cs typeface="Microsoft YaHei"/>
              </a:rPr>
              <a:t>A useful counterexample must be valid under the task schema,</a:t>
            </a:r>
          </a:p>
          <a:p xmlns:a="http://schemas.openxmlformats.org/drawingml/2006/main">
            <a:pPr>
              <a:defRPr sz="2325" b="1">
                <a:solidFill>
                  <a:srgbClr val="303030"/>
                </a:solidFill>
                <a:latin typeface="Microsoft YaHei"/>
                <a:ea typeface="Microsoft YaHei"/>
                <a:cs typeface="Microsoft YaHei"/>
              </a:defRPr>
            </a:pPr>
            <a:r>
              <a:rPr sz="2325" b="1">
                <a:solidFill>
                  <a:srgbClr val="303030"/>
                </a:solidFill>
                <a:latin typeface="Microsoft YaHei"/>
                <a:ea typeface="Microsoft YaHei"/>
                <a:cs typeface="Microsoft YaHei"/>
              </a:rPr>
              <a:t>distinguish plausible interpretations, and have source-supported</a:t>
            </a:r>
          </a:p>
          <a:p xmlns:a="http://schemas.openxmlformats.org/drawingml/2006/main">
            <a:pPr>
              <a:defRPr sz="2325" b="1">
                <a:solidFill>
                  <a:srgbClr val="303030"/>
                </a:solidFill>
                <a:latin typeface="Microsoft YaHei"/>
                <a:ea typeface="Microsoft YaHei"/>
                <a:cs typeface="Microsoft YaHei"/>
              </a:defRPr>
            </a:pPr>
            <a:r>
              <a:rPr sz="2325" b="1">
                <a:solidFill>
                  <a:srgbClr val="303030"/>
                </a:solidFill>
                <a:latin typeface="Microsoft YaHei"/>
                <a:ea typeface="Microsoft YaHei"/>
                <a:cs typeface="Microsoft YaHei"/>
              </a:rPr>
              <a:t>expected behaviour.</a:t>
            </a:r>
          </a:p>
        </p:txBody>
      </p:sp>
      <p:sp>
        <p:nvSpPr>
          <p:cNvPr id="6" name="isolation">
            <a:extLst xmlns:a="http://schemas.openxmlformats.org/drawingml/2006/main">
              <a:ext uri="{FF2B5EF4-FFF2-40B4-BE49-F238E27FC236}">
                <a16:creationId xmlns:a16="http://schemas.microsoft.com/office/drawing/2014/main" id="{DA4C9039-E51F-4DC3-A875-8E2C1DF9D2B4}"/>
              </a:ext>
            </a:extLst>
          </p:cNvPr>
          <p:cNvSpPr>
            <a:spLocks xmlns:a="http://schemas.openxmlformats.org/drawingml/2006/main" noGrp="1"/>
          </p:cNvSpPr>
          <p:nvPr/>
        </p:nvSpPr>
        <p:spPr>
          <a:xfrm xmlns:a="http://schemas.openxmlformats.org/drawingml/2006/main">
            <a:off x="571500" y="4143375"/>
            <a:ext cx="10858500" cy="1581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0">
                <a:solidFill>
                  <a:srgbClr val="575757"/>
                </a:solidFill>
                <a:latin typeface="Microsoft YaHei"/>
                <a:ea typeface="Microsoft YaHei"/>
                <a:cs typeface="Microsoft YaHei"/>
              </a:defRPr>
            </a:defPPr>
            <a:lvl1pPr>
              <a:defRPr sz="2100" b="0">
                <a:solidFill>
                  <a:srgbClr val="575757"/>
                </a:solidFill>
                <a:latin typeface="Microsoft YaHei"/>
                <a:ea typeface="Microsoft YaHei"/>
                <a:cs typeface="Microsoft YaHei"/>
              </a:defRPr>
            </a:lvl1pPr>
            <a:lvl2pPr>
              <a:defRPr sz="2100" b="0">
                <a:solidFill>
                  <a:srgbClr val="575757"/>
                </a:solidFill>
                <a:latin typeface="Microsoft YaHei"/>
                <a:ea typeface="Microsoft YaHei"/>
                <a:cs typeface="Microsoft YaHei"/>
              </a:defRPr>
            </a:lvl2pPr>
            <a:lvl3pPr>
              <a:defRPr sz="2100" b="0">
                <a:solidFill>
                  <a:srgbClr val="575757"/>
                </a:solidFill>
                <a:latin typeface="Microsoft YaHei"/>
                <a:ea typeface="Microsoft YaHei"/>
                <a:cs typeface="Microsoft YaHei"/>
              </a:defRPr>
            </a:lvl3pPr>
            <a:lvl4pPr>
              <a:defRPr sz="2100" b="0">
                <a:solidFill>
                  <a:srgbClr val="575757"/>
                </a:solidFill>
                <a:latin typeface="Microsoft YaHei"/>
                <a:ea typeface="Microsoft YaHei"/>
                <a:cs typeface="Microsoft YaHei"/>
              </a:defRPr>
            </a:lvl4pPr>
            <a:lvl5pPr>
              <a:defRPr sz="2100" b="0">
                <a:solidFill>
                  <a:srgbClr val="575757"/>
                </a:solidFill>
                <a:latin typeface="Microsoft YaHei"/>
                <a:ea typeface="Microsoft YaHei"/>
                <a:cs typeface="Microsoft YaHei"/>
              </a:defRPr>
            </a:lvl5pPr>
            <a:lvl6pPr>
              <a:defRPr sz="2100" b="0">
                <a:solidFill>
                  <a:srgbClr val="575757"/>
                </a:solidFill>
                <a:latin typeface="Microsoft YaHei"/>
                <a:ea typeface="Microsoft YaHei"/>
                <a:cs typeface="Microsoft YaHei"/>
              </a:defRPr>
            </a:lvl6pPr>
            <a:lvl7pPr>
              <a:defRPr sz="2100" b="0">
                <a:solidFill>
                  <a:srgbClr val="575757"/>
                </a:solidFill>
                <a:latin typeface="Microsoft YaHei"/>
                <a:ea typeface="Microsoft YaHei"/>
                <a:cs typeface="Microsoft YaHei"/>
              </a:defRPr>
            </a:lvl7pPr>
            <a:lvl8pPr>
              <a:defRPr sz="2100" b="0">
                <a:solidFill>
                  <a:srgbClr val="575757"/>
                </a:solidFill>
                <a:latin typeface="Microsoft YaHei"/>
                <a:ea typeface="Microsoft YaHei"/>
                <a:cs typeface="Microsoft YaHei"/>
              </a:defRPr>
            </a:lvl8pPr>
            <a:lvl9pPr>
              <a:defRPr sz="2100" b="0">
                <a:solidFill>
                  <a:srgbClr val="575757"/>
                </a:solidFill>
                <a:latin typeface="Microsoft YaHei"/>
                <a:ea typeface="Microsoft YaHei"/>
                <a:cs typeface="Microsoft YaHei"/>
              </a:defRPr>
            </a:lvl9pPr>
          </a:lstStyle>
          <a:p xmlns:a="http://schemas.openxmlformats.org/drawingml/2006/main">
            <a:pPr>
              <a:defRPr sz="2100" b="0">
                <a:solidFill>
                  <a:srgbClr val="575757"/>
                </a:solidFill>
                <a:latin typeface="Microsoft YaHei"/>
                <a:ea typeface="Microsoft YaHei"/>
                <a:cs typeface="Microsoft YaHei"/>
              </a:defRPr>
            </a:pPr>
            <a:r>
              <a:rPr sz="2100" b="0">
                <a:solidFill>
                  <a:srgbClr val="575757"/>
                </a:solidFill>
                <a:latin typeface="Microsoft YaHei"/>
                <a:ea typeface="Microsoft YaHei"/>
                <a:cs typeface="Microsoft YaHei"/>
              </a:rPr>
              <a:t>Freeze the memory bank using permitted development material.</a:t>
            </a:r>
          </a:p>
          <a:p xmlns:a="http://schemas.openxmlformats.org/drawingml/2006/main">
            <a:pPr>
              <a:defRPr sz="2100" b="0">
                <a:solidFill>
                  <a:srgbClr val="575757"/>
                </a:solidFill>
                <a:latin typeface="Microsoft YaHei"/>
                <a:ea typeface="Microsoft YaHei"/>
                <a:cs typeface="Microsoft YaHei"/>
              </a:defRPr>
            </a:pPr>
            <a:r>
              <a:rPr sz="2100" b="0">
                <a:solidFill>
                  <a:srgbClr val="575757"/>
                </a:solidFill>
                <a:latin typeface="Microsoft YaHei"/>
                <a:ea typeface="Microsoft YaHei"/>
                <a:cs typeface="Microsoft YaHei"/>
              </a:rPr>
              <a:t>Keep held-out answers and researcher test oracles outside all agents.</a:t>
            </a:r>
          </a:p>
          <a:p xmlns:a="http://schemas.openxmlformats.org/drawingml/2006/main">
            <a:pPr>
              <a:defRPr sz="2100" b="0">
                <a:solidFill>
                  <a:srgbClr val="575757"/>
                </a:solidFill>
                <a:latin typeface="Microsoft YaHei"/>
                <a:ea typeface="Microsoft YaHei"/>
                <a:cs typeface="Microsoft YaHei"/>
              </a:defRPr>
            </a:pPr>
            <a:r>
              <a:rPr sz="2100" b="0">
                <a:solidFill>
                  <a:srgbClr val="575757"/>
                </a:solidFill>
                <a:latin typeface="Microsoft YaHei"/>
                <a:ea typeface="Microsoft YaHei"/>
                <a:cs typeface="Microsoft YaHei"/>
              </a:rPr>
              <a:t>Separate native benchmark tasks from planted diagnostic cases.</a:t>
            </a:r>
          </a:p>
          <a:p xmlns:a="http://schemas.openxmlformats.org/drawingml/2006/main">
            <a:pPr>
              <a:defRPr sz="2100" b="0">
                <a:solidFill>
                  <a:srgbClr val="575757"/>
                </a:solidFill>
                <a:latin typeface="Microsoft YaHei"/>
                <a:ea typeface="Microsoft YaHei"/>
                <a:cs typeface="Microsoft YaHei"/>
              </a:defRPr>
            </a:pPr>
            <a:r>
              <a:rPr sz="2100" b="0">
                <a:solidFill>
                  <a:srgbClr val="575757"/>
                </a:solidFill>
                <a:latin typeface="Microsoft YaHei"/>
                <a:ea typeface="Microsoft YaHei"/>
                <a:cs typeface="Microsoft YaHei"/>
              </a:rPr>
              <a:t>Record invalid and inconclusive tests as such.</a:t>
            </a:r>
          </a:p>
        </p:txBody>
      </p:sp>
    </p:spTree>
    <p:extLst>
      <p:ext uri="{BB962C8B-B14F-4D97-AF65-F5344CB8AC3E}">
        <p14:creationId xmlns:p14="http://schemas.microsoft.com/office/powerpoint/2010/main" val="910577282"/>
      </p:ext>
    </p:extLst>
  </p:cSld>
</p:sld>
</file>

<file path=ppt/slides/slide17.xml><?xml version="1.0" encoding="utf-8"?>
<p:sld xmlns:p="http://schemas.openxmlformats.org/presentationml/2006/main" show="0">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E547F508-C267-4F51-81A9-677A24AAAAB8}"/>
              </a:ext>
            </a:extLst>
          </p:cNvPr>
          <p:cNvSpPr>
            <a:spLocks xmlns:a="http://schemas.openxmlformats.org/drawingml/2006/main" noGrp="1"/>
          </p:cNvSpPr>
          <p:nvPr>
            <p:ph type="title" idx="0"/>
          </p:nvPr>
        </p:nvSpPr>
        <p:spPr>
          <a:xfrm xmlns:a="http://schemas.openxmlformats.org/drawingml/2006/main">
            <a:off x="474821" y="998125"/>
            <a:ext cx="11239500" cy="704850"/>
          </a:xfrm>
        </p:spPr>
        <p:txBody>
          <a:bodyPr xmlns:a="http://schemas.openxmlformats.org/drawingml/2006/main" lIns="0" tIns="0" rIns="0" bIns="0">
            <a:normAutofit fontScale="100000"/>
          </a:bodyPr>
          <a:lstStyle xmlns:a="http://schemas.openxmlformats.org/drawingml/2006/main">
            <a:defPPr>
              <a:defRPr sz="3960">
                <a:solidFill>
                  <a:srgbClr val="B81C22"/>
                </a:solidFill>
                <a:latin typeface="Microsoft YaHei"/>
                <a:ea typeface="Microsoft YaHei"/>
                <a:cs typeface="Microsoft YaHei"/>
              </a:defRPr>
            </a:defPPr>
            <a:lvl1pPr>
              <a:defRPr sz="3960">
                <a:solidFill>
                  <a:srgbClr val="B81C22"/>
                </a:solidFill>
                <a:latin typeface="Microsoft YaHei"/>
                <a:ea typeface="Microsoft YaHei"/>
                <a:cs typeface="Microsoft YaHei"/>
              </a:defRPr>
            </a:lvl1pPr>
            <a:lvl2pPr>
              <a:defRPr sz="3960">
                <a:solidFill>
                  <a:srgbClr val="B81C22"/>
                </a:solidFill>
                <a:latin typeface="Microsoft YaHei"/>
                <a:ea typeface="Microsoft YaHei"/>
                <a:cs typeface="Microsoft YaHei"/>
              </a:defRPr>
            </a:lvl2pPr>
            <a:lvl3pPr>
              <a:defRPr sz="3960">
                <a:solidFill>
                  <a:srgbClr val="B81C22"/>
                </a:solidFill>
                <a:latin typeface="Microsoft YaHei"/>
                <a:ea typeface="Microsoft YaHei"/>
                <a:cs typeface="Microsoft YaHei"/>
              </a:defRPr>
            </a:lvl3pPr>
            <a:lvl4pPr>
              <a:defRPr sz="3960">
                <a:solidFill>
                  <a:srgbClr val="B81C22"/>
                </a:solidFill>
                <a:latin typeface="Microsoft YaHei"/>
                <a:ea typeface="Microsoft YaHei"/>
                <a:cs typeface="Microsoft YaHei"/>
              </a:defRPr>
            </a:lvl4pPr>
            <a:lvl5pPr>
              <a:defRPr sz="3960">
                <a:solidFill>
                  <a:srgbClr val="B81C22"/>
                </a:solidFill>
                <a:latin typeface="Microsoft YaHei"/>
                <a:ea typeface="Microsoft YaHei"/>
                <a:cs typeface="Microsoft YaHei"/>
              </a:defRPr>
            </a:lvl5pPr>
            <a:lvl6pPr>
              <a:defRPr sz="3960">
                <a:solidFill>
                  <a:srgbClr val="B81C22"/>
                </a:solidFill>
                <a:latin typeface="Microsoft YaHei"/>
                <a:ea typeface="Microsoft YaHei"/>
                <a:cs typeface="Microsoft YaHei"/>
              </a:defRPr>
            </a:lvl6pPr>
            <a:lvl7pPr>
              <a:defRPr sz="3960">
                <a:solidFill>
                  <a:srgbClr val="B81C22"/>
                </a:solidFill>
                <a:latin typeface="Microsoft YaHei"/>
                <a:ea typeface="Microsoft YaHei"/>
                <a:cs typeface="Microsoft YaHei"/>
              </a:defRPr>
            </a:lvl7pPr>
            <a:lvl8pPr>
              <a:defRPr sz="3960">
                <a:solidFill>
                  <a:srgbClr val="B81C22"/>
                </a:solidFill>
                <a:latin typeface="Microsoft YaHei"/>
                <a:ea typeface="Microsoft YaHei"/>
                <a:cs typeface="Microsoft YaHei"/>
              </a:defRPr>
            </a:lvl8pPr>
            <a:lvl9pPr>
              <a:defRPr sz="3960">
                <a:solidFill>
                  <a:srgbClr val="B81C22"/>
                </a:solidFill>
                <a:latin typeface="Microsoft YaHei"/>
                <a:ea typeface="Microsoft YaHei"/>
                <a:cs typeface="Microsoft YaHei"/>
              </a:defRPr>
            </a:lvl9pPr>
          </a:lstStyle>
          <a:p xmlns:a="http://schemas.openxmlformats.org/drawingml/2006/main">
            <a:pPr>
              <a:defRPr sz="3960">
                <a:solidFill>
                  <a:srgbClr val="B81C22"/>
                </a:solidFill>
                <a:latin typeface="Microsoft YaHei"/>
                <a:ea typeface="Microsoft YaHei"/>
                <a:cs typeface="Microsoft YaHei"/>
              </a:defRPr>
            </a:pPr>
            <a:r>
              <a:rPr sz="3960">
                <a:solidFill>
                  <a:srgbClr val="B81C22"/>
                </a:solidFill>
                <a:latin typeface="Microsoft YaHei"/>
                <a:ea typeface="Microsoft YaHei"/>
                <a:cs typeface="Microsoft YaHei"/>
              </a:rPr>
              <a:t>Backup</a:t>
            </a:r>
            <a:endParaRPr/>
          </a:p>
        </p:txBody>
      </p:sp>
      <p:sp>
        <p:nvSpPr>
          <p:cNvPr id="3" name="content-heading">
            <a:extLst xmlns:a="http://schemas.openxmlformats.org/drawingml/2006/main">
              <a:ext uri="{FF2B5EF4-FFF2-40B4-BE49-F238E27FC236}">
                <a16:creationId xmlns:a16="http://schemas.microsoft.com/office/drawing/2014/main" id="{C31BECC9-5A8B-4B80-B0A7-0DA9E0F41CF2}"/>
              </a:ext>
            </a:extLst>
          </p:cNvPr>
          <p:cNvSpPr>
            <a:spLocks xmlns:a="http://schemas.openxmlformats.org/drawingml/2006/main" noGrp="1"/>
          </p:cNvSpPr>
          <p:nvPr/>
        </p:nvSpPr>
        <p:spPr>
          <a:xfrm xmlns:a="http://schemas.openxmlformats.org/drawingml/2006/main">
            <a:off x="571500" y="1838325"/>
            <a:ext cx="1095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325" b="1">
                <a:solidFill>
                  <a:srgbClr val="303030"/>
                </a:solidFill>
                <a:latin typeface="Microsoft YaHei"/>
                <a:ea typeface="Microsoft YaHei"/>
                <a:cs typeface="Microsoft YaHei"/>
              </a:defRPr>
            </a:defPPr>
            <a:lvl1pPr>
              <a:defRPr sz="2325" b="1">
                <a:solidFill>
                  <a:srgbClr val="303030"/>
                </a:solidFill>
                <a:latin typeface="Microsoft YaHei"/>
                <a:ea typeface="Microsoft YaHei"/>
                <a:cs typeface="Microsoft YaHei"/>
              </a:defRPr>
            </a:lvl1pPr>
            <a:lvl2pPr>
              <a:defRPr sz="2325" b="1">
                <a:solidFill>
                  <a:srgbClr val="303030"/>
                </a:solidFill>
                <a:latin typeface="Microsoft YaHei"/>
                <a:ea typeface="Microsoft YaHei"/>
                <a:cs typeface="Microsoft YaHei"/>
              </a:defRPr>
            </a:lvl2pPr>
            <a:lvl3pPr>
              <a:defRPr sz="2325" b="1">
                <a:solidFill>
                  <a:srgbClr val="303030"/>
                </a:solidFill>
                <a:latin typeface="Microsoft YaHei"/>
                <a:ea typeface="Microsoft YaHei"/>
                <a:cs typeface="Microsoft YaHei"/>
              </a:defRPr>
            </a:lvl3pPr>
            <a:lvl4pPr>
              <a:defRPr sz="2325" b="1">
                <a:solidFill>
                  <a:srgbClr val="303030"/>
                </a:solidFill>
                <a:latin typeface="Microsoft YaHei"/>
                <a:ea typeface="Microsoft YaHei"/>
                <a:cs typeface="Microsoft YaHei"/>
              </a:defRPr>
            </a:lvl4pPr>
            <a:lvl5pPr>
              <a:defRPr sz="2325" b="1">
                <a:solidFill>
                  <a:srgbClr val="303030"/>
                </a:solidFill>
                <a:latin typeface="Microsoft YaHei"/>
                <a:ea typeface="Microsoft YaHei"/>
                <a:cs typeface="Microsoft YaHei"/>
              </a:defRPr>
            </a:lvl5pPr>
            <a:lvl6pPr>
              <a:defRPr sz="2325" b="1">
                <a:solidFill>
                  <a:srgbClr val="303030"/>
                </a:solidFill>
                <a:latin typeface="Microsoft YaHei"/>
                <a:ea typeface="Microsoft YaHei"/>
                <a:cs typeface="Microsoft YaHei"/>
              </a:defRPr>
            </a:lvl6pPr>
            <a:lvl7pPr>
              <a:defRPr sz="2325" b="1">
                <a:solidFill>
                  <a:srgbClr val="303030"/>
                </a:solidFill>
                <a:latin typeface="Microsoft YaHei"/>
                <a:ea typeface="Microsoft YaHei"/>
                <a:cs typeface="Microsoft YaHei"/>
              </a:defRPr>
            </a:lvl7pPr>
            <a:lvl8pPr>
              <a:defRPr sz="2325" b="1">
                <a:solidFill>
                  <a:srgbClr val="303030"/>
                </a:solidFill>
                <a:latin typeface="Microsoft YaHei"/>
                <a:ea typeface="Microsoft YaHei"/>
                <a:cs typeface="Microsoft YaHei"/>
              </a:defRPr>
            </a:lvl8pPr>
            <a:lvl9pPr>
              <a:defRPr sz="2325" b="1">
                <a:solidFill>
                  <a:srgbClr val="303030"/>
                </a:solidFill>
                <a:latin typeface="Microsoft YaHei"/>
                <a:ea typeface="Microsoft YaHei"/>
                <a:cs typeface="Microsoft YaHei"/>
              </a:defRPr>
            </a:lvl9pPr>
          </a:lstStyle>
          <a:p xmlns:a="http://schemas.openxmlformats.org/drawingml/2006/main">
            <a:pPr>
              <a:defRPr sz="2325" b="1">
                <a:solidFill>
                  <a:srgbClr val="303030"/>
                </a:solidFill>
                <a:latin typeface="Microsoft YaHei"/>
                <a:ea typeface="Microsoft YaHei"/>
                <a:cs typeface="Microsoft YaHei"/>
              </a:defRPr>
            </a:pPr>
            <a:r>
              <a:rPr sz="2325" b="1">
                <a:solidFill>
                  <a:srgbClr val="303030"/>
                </a:solidFill>
                <a:latin typeface="Microsoft YaHei"/>
                <a:ea typeface="Microsoft YaHei"/>
                <a:cs typeface="Microsoft YaHei"/>
              </a:rPr>
              <a:t>Fair Comparisons and Effect Estimates</a:t>
            </a:r>
          </a:p>
        </p:txBody>
      </p:sp>
      <p:sp>
        <p:nvSpPr>
          <p:cNvPr id="4" name="page">
            <a:extLst xmlns:a="http://schemas.openxmlformats.org/drawingml/2006/main">
              <a:ext uri="{FF2B5EF4-FFF2-40B4-BE49-F238E27FC236}">
                <a16:creationId xmlns:a16="http://schemas.microsoft.com/office/drawing/2014/main" id="{7C7CCD7E-FCA6-43F0-986A-AA529A630A58}"/>
              </a:ext>
            </a:extLst>
          </p:cNvPr>
          <p:cNvSpPr>
            <a:spLocks xmlns:a="http://schemas.openxmlformats.org/drawingml/2006/main" noGrp="1"/>
          </p:cNvSpPr>
          <p:nvPr/>
        </p:nvSpPr>
        <p:spPr>
          <a:xfrm xmlns:a="http://schemas.openxmlformats.org/drawingml/2006/main">
            <a:off x="10763250" y="6343650"/>
            <a:ext cx="95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0">
                <a:solidFill>
                  <a:srgbClr val="575757"/>
                </a:solidFill>
                <a:latin typeface="Microsoft YaHei"/>
                <a:ea typeface="Microsoft YaHei"/>
                <a:cs typeface="Microsoft YaHei"/>
              </a:defRPr>
            </a:defPPr>
            <a:lvl1pPr>
              <a:defRPr sz="1200" b="0">
                <a:solidFill>
                  <a:srgbClr val="575757"/>
                </a:solidFill>
                <a:latin typeface="Microsoft YaHei"/>
                <a:ea typeface="Microsoft YaHei"/>
                <a:cs typeface="Microsoft YaHei"/>
              </a:defRPr>
            </a:lvl1pPr>
            <a:lvl2pPr>
              <a:defRPr sz="1200" b="0">
                <a:solidFill>
                  <a:srgbClr val="575757"/>
                </a:solidFill>
                <a:latin typeface="Microsoft YaHei"/>
                <a:ea typeface="Microsoft YaHei"/>
                <a:cs typeface="Microsoft YaHei"/>
              </a:defRPr>
            </a:lvl2pPr>
            <a:lvl3pPr>
              <a:defRPr sz="1200" b="0">
                <a:solidFill>
                  <a:srgbClr val="575757"/>
                </a:solidFill>
                <a:latin typeface="Microsoft YaHei"/>
                <a:ea typeface="Microsoft YaHei"/>
                <a:cs typeface="Microsoft YaHei"/>
              </a:defRPr>
            </a:lvl3pPr>
            <a:lvl4pPr>
              <a:defRPr sz="1200" b="0">
                <a:solidFill>
                  <a:srgbClr val="575757"/>
                </a:solidFill>
                <a:latin typeface="Microsoft YaHei"/>
                <a:ea typeface="Microsoft YaHei"/>
                <a:cs typeface="Microsoft YaHei"/>
              </a:defRPr>
            </a:lvl4pPr>
            <a:lvl5pPr>
              <a:defRPr sz="1200" b="0">
                <a:solidFill>
                  <a:srgbClr val="575757"/>
                </a:solidFill>
                <a:latin typeface="Microsoft YaHei"/>
                <a:ea typeface="Microsoft YaHei"/>
                <a:cs typeface="Microsoft YaHei"/>
              </a:defRPr>
            </a:lvl5pPr>
            <a:lvl6pPr>
              <a:defRPr sz="1200" b="0">
                <a:solidFill>
                  <a:srgbClr val="575757"/>
                </a:solidFill>
                <a:latin typeface="Microsoft YaHei"/>
                <a:ea typeface="Microsoft YaHei"/>
                <a:cs typeface="Microsoft YaHei"/>
              </a:defRPr>
            </a:lvl6pPr>
            <a:lvl7pPr>
              <a:defRPr sz="1200" b="0">
                <a:solidFill>
                  <a:srgbClr val="575757"/>
                </a:solidFill>
                <a:latin typeface="Microsoft YaHei"/>
                <a:ea typeface="Microsoft YaHei"/>
                <a:cs typeface="Microsoft YaHei"/>
              </a:defRPr>
            </a:lvl7pPr>
            <a:lvl8pPr>
              <a:defRPr sz="1200" b="0">
                <a:solidFill>
                  <a:srgbClr val="575757"/>
                </a:solidFill>
                <a:latin typeface="Microsoft YaHei"/>
                <a:ea typeface="Microsoft YaHei"/>
                <a:cs typeface="Microsoft YaHei"/>
              </a:defRPr>
            </a:lvl8pPr>
            <a:lvl9pPr>
              <a:defRPr sz="1200" b="0">
                <a:solidFill>
                  <a:srgbClr val="575757"/>
                </a:solidFill>
                <a:latin typeface="Microsoft YaHei"/>
                <a:ea typeface="Microsoft YaHei"/>
                <a:cs typeface="Microsoft YaHei"/>
              </a:defRPr>
            </a:lvl9pPr>
          </a:lstStyle>
          <a:p xmlns:a="http://schemas.openxmlformats.org/drawingml/2006/main">
            <a:pPr>
              <a:defRPr sz="1200" b="0">
                <a:solidFill>
                  <a:srgbClr val="575757"/>
                </a:solidFill>
                <a:latin typeface="Microsoft YaHei"/>
                <a:ea typeface="Microsoft YaHei"/>
                <a:cs typeface="Microsoft YaHei"/>
              </a:defRPr>
            </a:pPr>
            <a:r>
              <a:rPr sz="1200" b="0">
                <a:solidFill>
                  <a:srgbClr val="575757"/>
                </a:solidFill>
                <a:latin typeface="Microsoft YaHei"/>
                <a:ea typeface="Microsoft YaHei"/>
                <a:cs typeface="Microsoft YaHei"/>
              </a:rPr>
              <a:t>Backup 4</a:t>
            </a:r>
          </a:p>
        </p:txBody>
      </p:sp>
      <p:sp>
        <p:nvSpPr>
          <p:cNvPr id="5" name="fairness">
            <a:extLst xmlns:a="http://schemas.openxmlformats.org/drawingml/2006/main">
              <a:ext uri="{FF2B5EF4-FFF2-40B4-BE49-F238E27FC236}">
                <a16:creationId xmlns:a16="http://schemas.microsoft.com/office/drawing/2014/main" id="{B5A61794-EC11-4841-A921-10E9B9BD741D}"/>
              </a:ext>
            </a:extLst>
          </p:cNvPr>
          <p:cNvSpPr>
            <a:spLocks xmlns:a="http://schemas.openxmlformats.org/drawingml/2006/main" noGrp="1"/>
          </p:cNvSpPr>
          <p:nvPr/>
        </p:nvSpPr>
        <p:spPr>
          <a:xfrm xmlns:a="http://schemas.openxmlformats.org/drawingml/2006/main">
            <a:off x="571500" y="2562225"/>
            <a:ext cx="10858500" cy="1343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1">
                <a:solidFill>
                  <a:srgbClr val="303030"/>
                </a:solidFill>
                <a:latin typeface="Microsoft YaHei"/>
                <a:ea typeface="Microsoft YaHei"/>
                <a:cs typeface="Microsoft YaHei"/>
              </a:defRPr>
            </a:defPPr>
            <a:lvl1pPr>
              <a:defRPr sz="2175" b="1">
                <a:solidFill>
                  <a:srgbClr val="303030"/>
                </a:solidFill>
                <a:latin typeface="Microsoft YaHei"/>
                <a:ea typeface="Microsoft YaHei"/>
                <a:cs typeface="Microsoft YaHei"/>
              </a:defRPr>
            </a:lvl1pPr>
            <a:lvl2pPr>
              <a:defRPr sz="2175" b="1">
                <a:solidFill>
                  <a:srgbClr val="303030"/>
                </a:solidFill>
                <a:latin typeface="Microsoft YaHei"/>
                <a:ea typeface="Microsoft YaHei"/>
                <a:cs typeface="Microsoft YaHei"/>
              </a:defRPr>
            </a:lvl2pPr>
            <a:lvl3pPr>
              <a:defRPr sz="2175" b="1">
                <a:solidFill>
                  <a:srgbClr val="303030"/>
                </a:solidFill>
                <a:latin typeface="Microsoft YaHei"/>
                <a:ea typeface="Microsoft YaHei"/>
                <a:cs typeface="Microsoft YaHei"/>
              </a:defRPr>
            </a:lvl3pPr>
            <a:lvl4pPr>
              <a:defRPr sz="2175" b="1">
                <a:solidFill>
                  <a:srgbClr val="303030"/>
                </a:solidFill>
                <a:latin typeface="Microsoft YaHei"/>
                <a:ea typeface="Microsoft YaHei"/>
                <a:cs typeface="Microsoft YaHei"/>
              </a:defRPr>
            </a:lvl4pPr>
            <a:lvl5pPr>
              <a:defRPr sz="2175" b="1">
                <a:solidFill>
                  <a:srgbClr val="303030"/>
                </a:solidFill>
                <a:latin typeface="Microsoft YaHei"/>
                <a:ea typeface="Microsoft YaHei"/>
                <a:cs typeface="Microsoft YaHei"/>
              </a:defRPr>
            </a:lvl5pPr>
            <a:lvl6pPr>
              <a:defRPr sz="2175" b="1">
                <a:solidFill>
                  <a:srgbClr val="303030"/>
                </a:solidFill>
                <a:latin typeface="Microsoft YaHei"/>
                <a:ea typeface="Microsoft YaHei"/>
                <a:cs typeface="Microsoft YaHei"/>
              </a:defRPr>
            </a:lvl6pPr>
            <a:lvl7pPr>
              <a:defRPr sz="2175" b="1">
                <a:solidFill>
                  <a:srgbClr val="303030"/>
                </a:solidFill>
                <a:latin typeface="Microsoft YaHei"/>
                <a:ea typeface="Microsoft YaHei"/>
                <a:cs typeface="Microsoft YaHei"/>
              </a:defRPr>
            </a:lvl7pPr>
            <a:lvl8pPr>
              <a:defRPr sz="2175" b="1">
                <a:solidFill>
                  <a:srgbClr val="303030"/>
                </a:solidFill>
                <a:latin typeface="Microsoft YaHei"/>
                <a:ea typeface="Microsoft YaHei"/>
                <a:cs typeface="Microsoft YaHei"/>
              </a:defRPr>
            </a:lvl8pPr>
            <a:lvl9pPr>
              <a:defRPr sz="2175" b="1">
                <a:solidFill>
                  <a:srgbClr val="303030"/>
                </a:solidFill>
                <a:latin typeface="Microsoft YaHei"/>
                <a:ea typeface="Microsoft YaHei"/>
                <a:cs typeface="Microsoft YaHei"/>
              </a:defRPr>
            </a:lvl9pPr>
          </a:lstStyle>
          <a:p xmlns:a="http://schemas.openxmlformats.org/drawingml/2006/main">
            <a:pPr>
              <a:defRPr sz="2175" b="1">
                <a:solidFill>
                  <a:srgbClr val="303030"/>
                </a:solidFill>
                <a:latin typeface="Microsoft YaHei"/>
                <a:ea typeface="Microsoft YaHei"/>
                <a:cs typeface="Microsoft YaHei"/>
              </a:defRPr>
            </a:pPr>
            <a:r>
              <a:rPr sz="2175" b="1">
                <a:solidFill>
                  <a:srgbClr val="303030"/>
                </a:solidFill>
                <a:latin typeface="Microsoft YaHei"/>
                <a:ea typeface="Microsoft YaHei"/>
                <a:cs typeface="Microsoft YaHei"/>
              </a:rPr>
              <a:t>Match source access, prepared assets, tools and aggregate resource caps.</a:t>
            </a:r>
          </a:p>
          <a:p xmlns:a="http://schemas.openxmlformats.org/drawingml/2006/main">
            <a:pPr>
              <a:defRPr sz="2175" b="1">
                <a:solidFill>
                  <a:srgbClr val="303030"/>
                </a:solidFill>
                <a:latin typeface="Microsoft YaHei"/>
                <a:ea typeface="Microsoft YaHei"/>
                <a:cs typeface="Microsoft YaHei"/>
              </a:defRPr>
            </a:pPr>
            <a:r>
              <a:rPr sz="2175" b="1">
                <a:solidFill>
                  <a:srgbClr val="303030"/>
                </a:solidFill>
                <a:latin typeface="Microsoft YaHei"/>
                <a:ea typeface="Microsoft YaHei"/>
                <a:cs typeface="Microsoft YaHei"/>
              </a:rPr>
              <a:t>Use the same model and tasks across conditions.</a:t>
            </a:r>
          </a:p>
          <a:p xmlns:a="http://schemas.openxmlformats.org/drawingml/2006/main">
            <a:pPr>
              <a:defRPr sz="2175" b="1">
                <a:solidFill>
                  <a:srgbClr val="303030"/>
                </a:solidFill>
                <a:latin typeface="Microsoft YaHei"/>
                <a:ea typeface="Microsoft YaHei"/>
                <a:cs typeface="Microsoft YaHei"/>
              </a:defRPr>
            </a:pPr>
            <a:r>
              <a:rPr sz="2175" b="1">
                <a:solidFill>
                  <a:srgbClr val="303030"/>
                </a:solidFill>
                <a:latin typeface="Microsoft YaHei"/>
                <a:ea typeface="Microsoft YaHei"/>
                <a:cs typeface="Microsoft YaHei"/>
              </a:rPr>
              <a:t>Record actual delegation and total usage, including failed runs.</a:t>
            </a:r>
          </a:p>
        </p:txBody>
      </p:sp>
      <p:sp>
        <p:nvSpPr>
          <p:cNvPr id="6" name="analysis">
            <a:extLst xmlns:a="http://schemas.openxmlformats.org/drawingml/2006/main">
              <a:ext uri="{FF2B5EF4-FFF2-40B4-BE49-F238E27FC236}">
                <a16:creationId xmlns:a16="http://schemas.microsoft.com/office/drawing/2014/main" id="{88804DF4-1AE6-4087-B307-A9A373068DAD}"/>
              </a:ext>
            </a:extLst>
          </p:cNvPr>
          <p:cNvSpPr>
            <a:spLocks xmlns:a="http://schemas.openxmlformats.org/drawingml/2006/main" noGrp="1"/>
          </p:cNvSpPr>
          <p:nvPr/>
        </p:nvSpPr>
        <p:spPr>
          <a:xfrm xmlns:a="http://schemas.openxmlformats.org/drawingml/2006/main">
            <a:off x="571500" y="4257675"/>
            <a:ext cx="1085850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0">
                <a:solidFill>
                  <a:srgbClr val="575757"/>
                </a:solidFill>
                <a:latin typeface="Microsoft YaHei"/>
                <a:ea typeface="Microsoft YaHei"/>
                <a:cs typeface="Microsoft YaHei"/>
              </a:defRPr>
            </a:defPPr>
            <a:lvl1pPr>
              <a:defRPr sz="2100" b="0">
                <a:solidFill>
                  <a:srgbClr val="575757"/>
                </a:solidFill>
                <a:latin typeface="Microsoft YaHei"/>
                <a:ea typeface="Microsoft YaHei"/>
                <a:cs typeface="Microsoft YaHei"/>
              </a:defRPr>
            </a:lvl1pPr>
            <a:lvl2pPr>
              <a:defRPr sz="2100" b="0">
                <a:solidFill>
                  <a:srgbClr val="575757"/>
                </a:solidFill>
                <a:latin typeface="Microsoft YaHei"/>
                <a:ea typeface="Microsoft YaHei"/>
                <a:cs typeface="Microsoft YaHei"/>
              </a:defRPr>
            </a:lvl2pPr>
            <a:lvl3pPr>
              <a:defRPr sz="2100" b="0">
                <a:solidFill>
                  <a:srgbClr val="575757"/>
                </a:solidFill>
                <a:latin typeface="Microsoft YaHei"/>
                <a:ea typeface="Microsoft YaHei"/>
                <a:cs typeface="Microsoft YaHei"/>
              </a:defRPr>
            </a:lvl3pPr>
            <a:lvl4pPr>
              <a:defRPr sz="2100" b="0">
                <a:solidFill>
                  <a:srgbClr val="575757"/>
                </a:solidFill>
                <a:latin typeface="Microsoft YaHei"/>
                <a:ea typeface="Microsoft YaHei"/>
                <a:cs typeface="Microsoft YaHei"/>
              </a:defRPr>
            </a:lvl4pPr>
            <a:lvl5pPr>
              <a:defRPr sz="2100" b="0">
                <a:solidFill>
                  <a:srgbClr val="575757"/>
                </a:solidFill>
                <a:latin typeface="Microsoft YaHei"/>
                <a:ea typeface="Microsoft YaHei"/>
                <a:cs typeface="Microsoft YaHei"/>
              </a:defRPr>
            </a:lvl5pPr>
            <a:lvl6pPr>
              <a:defRPr sz="2100" b="0">
                <a:solidFill>
                  <a:srgbClr val="575757"/>
                </a:solidFill>
                <a:latin typeface="Microsoft YaHei"/>
                <a:ea typeface="Microsoft YaHei"/>
                <a:cs typeface="Microsoft YaHei"/>
              </a:defRPr>
            </a:lvl6pPr>
            <a:lvl7pPr>
              <a:defRPr sz="2100" b="0">
                <a:solidFill>
                  <a:srgbClr val="575757"/>
                </a:solidFill>
                <a:latin typeface="Microsoft YaHei"/>
                <a:ea typeface="Microsoft YaHei"/>
                <a:cs typeface="Microsoft YaHei"/>
              </a:defRPr>
            </a:lvl7pPr>
            <a:lvl8pPr>
              <a:defRPr sz="2100" b="0">
                <a:solidFill>
                  <a:srgbClr val="575757"/>
                </a:solidFill>
                <a:latin typeface="Microsoft YaHei"/>
                <a:ea typeface="Microsoft YaHei"/>
                <a:cs typeface="Microsoft YaHei"/>
              </a:defRPr>
            </a:lvl8pPr>
            <a:lvl9pPr>
              <a:defRPr sz="2100" b="0">
                <a:solidFill>
                  <a:srgbClr val="575757"/>
                </a:solidFill>
                <a:latin typeface="Microsoft YaHei"/>
                <a:ea typeface="Microsoft YaHei"/>
                <a:cs typeface="Microsoft YaHei"/>
              </a:defRPr>
            </a:lvl9pPr>
          </a:lstStyle>
          <a:p xmlns:a="http://schemas.openxmlformats.org/drawingml/2006/main">
            <a:pPr>
              <a:defRPr sz="2100" b="0">
                <a:solidFill>
                  <a:srgbClr val="575757"/>
                </a:solidFill>
                <a:latin typeface="Microsoft YaHei"/>
                <a:ea typeface="Microsoft YaHei"/>
                <a:cs typeface="Microsoft YaHei"/>
              </a:defRPr>
            </a:pPr>
            <a:r>
              <a:rPr sz="2100" b="0">
                <a:solidFill>
                  <a:srgbClr val="575757"/>
                </a:solidFill>
                <a:latin typeface="Microsoft YaHei"/>
                <a:ea typeface="Microsoft YaHei"/>
                <a:cs typeface="Microsoft YaHei"/>
              </a:rPr>
              <a:t>Pair comparisons by task and report uncertainty.</a:t>
            </a:r>
          </a:p>
          <a:p xmlns:a="http://schemas.openxmlformats.org/drawingml/2006/main">
            <a:pPr>
              <a:defRPr sz="2100" b="0">
                <a:solidFill>
                  <a:srgbClr val="575757"/>
                </a:solidFill>
                <a:latin typeface="Microsoft YaHei"/>
                <a:ea typeface="Microsoft YaHei"/>
                <a:cs typeface="Microsoft YaHei"/>
              </a:defRPr>
            </a:pPr>
            <a:r>
              <a:rPr sz="2100" b="0">
                <a:solidFill>
                  <a:srgbClr val="575757"/>
                </a:solidFill>
                <a:latin typeface="Microsoft YaHei"/>
                <a:ea typeface="Microsoft YaHei"/>
                <a:cs typeface="Microsoft YaHei"/>
              </a:rPr>
              <a:t>Cluster related task variants rather than treating them as independent.</a:t>
            </a:r>
          </a:p>
          <a:p xmlns:a="http://schemas.openxmlformats.org/drawingml/2006/main">
            <a:pPr>
              <a:defRPr sz="2100" b="0">
                <a:solidFill>
                  <a:srgbClr val="575757"/>
                </a:solidFill>
                <a:latin typeface="Microsoft YaHei"/>
                <a:ea typeface="Microsoft YaHei"/>
                <a:cs typeface="Microsoft YaHei"/>
              </a:defRPr>
            </a:pPr>
            <a:r>
              <a:rPr sz="2100" b="0">
                <a:solidFill>
                  <a:srgbClr val="575757"/>
                </a:solidFill>
                <a:latin typeface="Microsoft YaHei"/>
                <a:ea typeface="Microsoft YaHei"/>
                <a:cs typeface="Microsoft YaHei"/>
              </a:rPr>
              <a:t>Use the same candidate pool to compare reviewers.</a:t>
            </a:r>
          </a:p>
          <a:p xmlns:a="http://schemas.openxmlformats.org/drawingml/2006/main">
            <a:pPr>
              <a:defRPr sz="2100" b="0">
                <a:solidFill>
                  <a:srgbClr val="575757"/>
                </a:solidFill>
                <a:latin typeface="Microsoft YaHei"/>
                <a:ea typeface="Microsoft YaHei"/>
                <a:cs typeface="Microsoft YaHei"/>
              </a:defRPr>
            </a:pPr>
            <a:r>
              <a:rPr sz="2100" b="0">
                <a:solidFill>
                  <a:srgbClr val="575757"/>
                </a:solidFill>
                <a:latin typeface="Microsoft YaHei"/>
                <a:ea typeface="Microsoft YaHei"/>
                <a:cs typeface="Microsoft YaHei"/>
              </a:rPr>
              <a:t>Estimate separate effects and interaction explicitly.</a:t>
            </a:r>
          </a:p>
        </p:txBody>
      </p:sp>
    </p:spTree>
    <p:extLst>
      <p:ext uri="{BB962C8B-B14F-4D97-AF65-F5344CB8AC3E}">
        <p14:creationId xmlns:p14="http://schemas.microsoft.com/office/powerpoint/2010/main" val="910577282"/>
      </p:ext>
    </p:extLst>
  </p:cSld>
</p:sld>
</file>

<file path=ppt/slides/slide18.xml><?xml version="1.0" encoding="utf-8"?>
<p:sld xmlns:p="http://schemas.openxmlformats.org/presentationml/2006/main" show="0">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E547F508-C267-4F51-81A9-677A24AAAAB8}"/>
              </a:ext>
            </a:extLst>
          </p:cNvPr>
          <p:cNvSpPr>
            <a:spLocks xmlns:a="http://schemas.openxmlformats.org/drawingml/2006/main" noGrp="1"/>
          </p:cNvSpPr>
          <p:nvPr>
            <p:ph type="title" idx="0"/>
          </p:nvPr>
        </p:nvSpPr>
        <p:spPr>
          <a:xfrm xmlns:a="http://schemas.openxmlformats.org/drawingml/2006/main">
            <a:off x="474821" y="998125"/>
            <a:ext cx="11239500" cy="704850"/>
          </a:xfrm>
        </p:spPr>
        <p:txBody>
          <a:bodyPr xmlns:a="http://schemas.openxmlformats.org/drawingml/2006/main" lIns="0" tIns="0" rIns="0" bIns="0">
            <a:normAutofit fontScale="100000"/>
          </a:bodyPr>
          <a:lstStyle xmlns:a="http://schemas.openxmlformats.org/drawingml/2006/main">
            <a:defPPr>
              <a:defRPr sz="3960">
                <a:solidFill>
                  <a:srgbClr val="B81C22"/>
                </a:solidFill>
                <a:latin typeface="Microsoft YaHei"/>
                <a:ea typeface="Microsoft YaHei"/>
                <a:cs typeface="Microsoft YaHei"/>
              </a:defRPr>
            </a:defPPr>
            <a:lvl1pPr>
              <a:defRPr sz="3960">
                <a:solidFill>
                  <a:srgbClr val="B81C22"/>
                </a:solidFill>
                <a:latin typeface="Microsoft YaHei"/>
                <a:ea typeface="Microsoft YaHei"/>
                <a:cs typeface="Microsoft YaHei"/>
              </a:defRPr>
            </a:lvl1pPr>
            <a:lvl2pPr>
              <a:defRPr sz="3960">
                <a:solidFill>
                  <a:srgbClr val="B81C22"/>
                </a:solidFill>
                <a:latin typeface="Microsoft YaHei"/>
                <a:ea typeface="Microsoft YaHei"/>
                <a:cs typeface="Microsoft YaHei"/>
              </a:defRPr>
            </a:lvl2pPr>
            <a:lvl3pPr>
              <a:defRPr sz="3960">
                <a:solidFill>
                  <a:srgbClr val="B81C22"/>
                </a:solidFill>
                <a:latin typeface="Microsoft YaHei"/>
                <a:ea typeface="Microsoft YaHei"/>
                <a:cs typeface="Microsoft YaHei"/>
              </a:defRPr>
            </a:lvl3pPr>
            <a:lvl4pPr>
              <a:defRPr sz="3960">
                <a:solidFill>
                  <a:srgbClr val="B81C22"/>
                </a:solidFill>
                <a:latin typeface="Microsoft YaHei"/>
                <a:ea typeface="Microsoft YaHei"/>
                <a:cs typeface="Microsoft YaHei"/>
              </a:defRPr>
            </a:lvl4pPr>
            <a:lvl5pPr>
              <a:defRPr sz="3960">
                <a:solidFill>
                  <a:srgbClr val="B81C22"/>
                </a:solidFill>
                <a:latin typeface="Microsoft YaHei"/>
                <a:ea typeface="Microsoft YaHei"/>
                <a:cs typeface="Microsoft YaHei"/>
              </a:defRPr>
            </a:lvl5pPr>
            <a:lvl6pPr>
              <a:defRPr sz="3960">
                <a:solidFill>
                  <a:srgbClr val="B81C22"/>
                </a:solidFill>
                <a:latin typeface="Microsoft YaHei"/>
                <a:ea typeface="Microsoft YaHei"/>
                <a:cs typeface="Microsoft YaHei"/>
              </a:defRPr>
            </a:lvl6pPr>
            <a:lvl7pPr>
              <a:defRPr sz="3960">
                <a:solidFill>
                  <a:srgbClr val="B81C22"/>
                </a:solidFill>
                <a:latin typeface="Microsoft YaHei"/>
                <a:ea typeface="Microsoft YaHei"/>
                <a:cs typeface="Microsoft YaHei"/>
              </a:defRPr>
            </a:lvl7pPr>
            <a:lvl8pPr>
              <a:defRPr sz="3960">
                <a:solidFill>
                  <a:srgbClr val="B81C22"/>
                </a:solidFill>
                <a:latin typeface="Microsoft YaHei"/>
                <a:ea typeface="Microsoft YaHei"/>
                <a:cs typeface="Microsoft YaHei"/>
              </a:defRPr>
            </a:lvl8pPr>
            <a:lvl9pPr>
              <a:defRPr sz="3960">
                <a:solidFill>
                  <a:srgbClr val="B81C22"/>
                </a:solidFill>
                <a:latin typeface="Microsoft YaHei"/>
                <a:ea typeface="Microsoft YaHei"/>
                <a:cs typeface="Microsoft YaHei"/>
              </a:defRPr>
            </a:lvl9pPr>
          </a:lstStyle>
          <a:p xmlns:a="http://schemas.openxmlformats.org/drawingml/2006/main">
            <a:pPr>
              <a:defRPr sz="3960">
                <a:solidFill>
                  <a:srgbClr val="B81C22"/>
                </a:solidFill>
                <a:latin typeface="Microsoft YaHei"/>
                <a:ea typeface="Microsoft YaHei"/>
                <a:cs typeface="Microsoft YaHei"/>
              </a:defRPr>
            </a:pPr>
            <a:r>
              <a:rPr sz="3960">
                <a:solidFill>
                  <a:srgbClr val="B81C22"/>
                </a:solidFill>
                <a:latin typeface="Microsoft YaHei"/>
                <a:ea typeface="Microsoft YaHei"/>
                <a:cs typeface="Microsoft YaHei"/>
              </a:rPr>
              <a:t>Backup</a:t>
            </a:r>
            <a:endParaRPr/>
          </a:p>
        </p:txBody>
      </p:sp>
      <p:sp>
        <p:nvSpPr>
          <p:cNvPr id="3" name="content-heading">
            <a:extLst xmlns:a="http://schemas.openxmlformats.org/drawingml/2006/main">
              <a:ext uri="{FF2B5EF4-FFF2-40B4-BE49-F238E27FC236}">
                <a16:creationId xmlns:a16="http://schemas.microsoft.com/office/drawing/2014/main" id="{BBD9DA8D-4FFC-4A54-8C33-1861D452D417}"/>
              </a:ext>
            </a:extLst>
          </p:cNvPr>
          <p:cNvSpPr>
            <a:spLocks xmlns:a="http://schemas.openxmlformats.org/drawingml/2006/main" noGrp="1"/>
          </p:cNvSpPr>
          <p:nvPr/>
        </p:nvSpPr>
        <p:spPr>
          <a:xfrm xmlns:a="http://schemas.openxmlformats.org/drawingml/2006/main">
            <a:off x="571500" y="1838325"/>
            <a:ext cx="1095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325" b="1">
                <a:solidFill>
                  <a:srgbClr val="303030"/>
                </a:solidFill>
                <a:latin typeface="Microsoft YaHei"/>
                <a:ea typeface="Microsoft YaHei"/>
                <a:cs typeface="Microsoft YaHei"/>
              </a:defRPr>
            </a:defPPr>
            <a:lvl1pPr>
              <a:defRPr sz="2325" b="1">
                <a:solidFill>
                  <a:srgbClr val="303030"/>
                </a:solidFill>
                <a:latin typeface="Microsoft YaHei"/>
                <a:ea typeface="Microsoft YaHei"/>
                <a:cs typeface="Microsoft YaHei"/>
              </a:defRPr>
            </a:lvl1pPr>
            <a:lvl2pPr>
              <a:defRPr sz="2325" b="1">
                <a:solidFill>
                  <a:srgbClr val="303030"/>
                </a:solidFill>
                <a:latin typeface="Microsoft YaHei"/>
                <a:ea typeface="Microsoft YaHei"/>
                <a:cs typeface="Microsoft YaHei"/>
              </a:defRPr>
            </a:lvl2pPr>
            <a:lvl3pPr>
              <a:defRPr sz="2325" b="1">
                <a:solidFill>
                  <a:srgbClr val="303030"/>
                </a:solidFill>
                <a:latin typeface="Microsoft YaHei"/>
                <a:ea typeface="Microsoft YaHei"/>
                <a:cs typeface="Microsoft YaHei"/>
              </a:defRPr>
            </a:lvl3pPr>
            <a:lvl4pPr>
              <a:defRPr sz="2325" b="1">
                <a:solidFill>
                  <a:srgbClr val="303030"/>
                </a:solidFill>
                <a:latin typeface="Microsoft YaHei"/>
                <a:ea typeface="Microsoft YaHei"/>
                <a:cs typeface="Microsoft YaHei"/>
              </a:defRPr>
            </a:lvl4pPr>
            <a:lvl5pPr>
              <a:defRPr sz="2325" b="1">
                <a:solidFill>
                  <a:srgbClr val="303030"/>
                </a:solidFill>
                <a:latin typeface="Microsoft YaHei"/>
                <a:ea typeface="Microsoft YaHei"/>
                <a:cs typeface="Microsoft YaHei"/>
              </a:defRPr>
            </a:lvl5pPr>
            <a:lvl6pPr>
              <a:defRPr sz="2325" b="1">
                <a:solidFill>
                  <a:srgbClr val="303030"/>
                </a:solidFill>
                <a:latin typeface="Microsoft YaHei"/>
                <a:ea typeface="Microsoft YaHei"/>
                <a:cs typeface="Microsoft YaHei"/>
              </a:defRPr>
            </a:lvl6pPr>
            <a:lvl7pPr>
              <a:defRPr sz="2325" b="1">
                <a:solidFill>
                  <a:srgbClr val="303030"/>
                </a:solidFill>
                <a:latin typeface="Microsoft YaHei"/>
                <a:ea typeface="Microsoft YaHei"/>
                <a:cs typeface="Microsoft YaHei"/>
              </a:defRPr>
            </a:lvl7pPr>
            <a:lvl8pPr>
              <a:defRPr sz="2325" b="1">
                <a:solidFill>
                  <a:srgbClr val="303030"/>
                </a:solidFill>
                <a:latin typeface="Microsoft YaHei"/>
                <a:ea typeface="Microsoft YaHei"/>
                <a:cs typeface="Microsoft YaHei"/>
              </a:defRPr>
            </a:lvl8pPr>
            <a:lvl9pPr>
              <a:defRPr sz="2325" b="1">
                <a:solidFill>
                  <a:srgbClr val="303030"/>
                </a:solidFill>
                <a:latin typeface="Microsoft YaHei"/>
                <a:ea typeface="Microsoft YaHei"/>
                <a:cs typeface="Microsoft YaHei"/>
              </a:defRPr>
            </a:lvl9pPr>
          </a:lstStyle>
          <a:p xmlns:a="http://schemas.openxmlformats.org/drawingml/2006/main">
            <a:pPr>
              <a:defRPr sz="2325" b="1">
                <a:solidFill>
                  <a:srgbClr val="303030"/>
                </a:solidFill>
                <a:latin typeface="Microsoft YaHei"/>
                <a:ea typeface="Microsoft YaHei"/>
                <a:cs typeface="Microsoft YaHei"/>
              </a:defRPr>
            </a:pPr>
            <a:r>
              <a:rPr sz="2325" b="1">
                <a:solidFill>
                  <a:srgbClr val="303030"/>
                </a:solidFill>
                <a:latin typeface="Microsoft YaHei"/>
                <a:ea typeface="Microsoft YaHei"/>
                <a:cs typeface="Microsoft YaHei"/>
              </a:rPr>
              <a:t>Feasibility and Business Cost</a:t>
            </a:r>
          </a:p>
        </p:txBody>
      </p:sp>
      <p:sp>
        <p:nvSpPr>
          <p:cNvPr id="4" name="page">
            <a:extLst xmlns:a="http://schemas.openxmlformats.org/drawingml/2006/main">
              <a:ext uri="{FF2B5EF4-FFF2-40B4-BE49-F238E27FC236}">
                <a16:creationId xmlns:a16="http://schemas.microsoft.com/office/drawing/2014/main" id="{3CA2AEE8-629D-4BFF-819D-C8CB9860C4E5}"/>
              </a:ext>
            </a:extLst>
          </p:cNvPr>
          <p:cNvSpPr>
            <a:spLocks xmlns:a="http://schemas.openxmlformats.org/drawingml/2006/main" noGrp="1"/>
          </p:cNvSpPr>
          <p:nvPr/>
        </p:nvSpPr>
        <p:spPr>
          <a:xfrm xmlns:a="http://schemas.openxmlformats.org/drawingml/2006/main">
            <a:off x="10763250" y="6343650"/>
            <a:ext cx="95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0">
                <a:solidFill>
                  <a:srgbClr val="575757"/>
                </a:solidFill>
                <a:latin typeface="Microsoft YaHei"/>
                <a:ea typeface="Microsoft YaHei"/>
                <a:cs typeface="Microsoft YaHei"/>
              </a:defRPr>
            </a:defPPr>
            <a:lvl1pPr>
              <a:defRPr sz="1200" b="0">
                <a:solidFill>
                  <a:srgbClr val="575757"/>
                </a:solidFill>
                <a:latin typeface="Microsoft YaHei"/>
                <a:ea typeface="Microsoft YaHei"/>
                <a:cs typeface="Microsoft YaHei"/>
              </a:defRPr>
            </a:lvl1pPr>
            <a:lvl2pPr>
              <a:defRPr sz="1200" b="0">
                <a:solidFill>
                  <a:srgbClr val="575757"/>
                </a:solidFill>
                <a:latin typeface="Microsoft YaHei"/>
                <a:ea typeface="Microsoft YaHei"/>
                <a:cs typeface="Microsoft YaHei"/>
              </a:defRPr>
            </a:lvl2pPr>
            <a:lvl3pPr>
              <a:defRPr sz="1200" b="0">
                <a:solidFill>
                  <a:srgbClr val="575757"/>
                </a:solidFill>
                <a:latin typeface="Microsoft YaHei"/>
                <a:ea typeface="Microsoft YaHei"/>
                <a:cs typeface="Microsoft YaHei"/>
              </a:defRPr>
            </a:lvl3pPr>
            <a:lvl4pPr>
              <a:defRPr sz="1200" b="0">
                <a:solidFill>
                  <a:srgbClr val="575757"/>
                </a:solidFill>
                <a:latin typeface="Microsoft YaHei"/>
                <a:ea typeface="Microsoft YaHei"/>
                <a:cs typeface="Microsoft YaHei"/>
              </a:defRPr>
            </a:lvl4pPr>
            <a:lvl5pPr>
              <a:defRPr sz="1200" b="0">
                <a:solidFill>
                  <a:srgbClr val="575757"/>
                </a:solidFill>
                <a:latin typeface="Microsoft YaHei"/>
                <a:ea typeface="Microsoft YaHei"/>
                <a:cs typeface="Microsoft YaHei"/>
              </a:defRPr>
            </a:lvl5pPr>
            <a:lvl6pPr>
              <a:defRPr sz="1200" b="0">
                <a:solidFill>
                  <a:srgbClr val="575757"/>
                </a:solidFill>
                <a:latin typeface="Microsoft YaHei"/>
                <a:ea typeface="Microsoft YaHei"/>
                <a:cs typeface="Microsoft YaHei"/>
              </a:defRPr>
            </a:lvl6pPr>
            <a:lvl7pPr>
              <a:defRPr sz="1200" b="0">
                <a:solidFill>
                  <a:srgbClr val="575757"/>
                </a:solidFill>
                <a:latin typeface="Microsoft YaHei"/>
                <a:ea typeface="Microsoft YaHei"/>
                <a:cs typeface="Microsoft YaHei"/>
              </a:defRPr>
            </a:lvl7pPr>
            <a:lvl8pPr>
              <a:defRPr sz="1200" b="0">
                <a:solidFill>
                  <a:srgbClr val="575757"/>
                </a:solidFill>
                <a:latin typeface="Microsoft YaHei"/>
                <a:ea typeface="Microsoft YaHei"/>
                <a:cs typeface="Microsoft YaHei"/>
              </a:defRPr>
            </a:lvl8pPr>
            <a:lvl9pPr>
              <a:defRPr sz="1200" b="0">
                <a:solidFill>
                  <a:srgbClr val="575757"/>
                </a:solidFill>
                <a:latin typeface="Microsoft YaHei"/>
                <a:ea typeface="Microsoft YaHei"/>
                <a:cs typeface="Microsoft YaHei"/>
              </a:defRPr>
            </a:lvl9pPr>
          </a:lstStyle>
          <a:p xmlns:a="http://schemas.openxmlformats.org/drawingml/2006/main">
            <a:pPr>
              <a:defRPr sz="1200" b="0">
                <a:solidFill>
                  <a:srgbClr val="575757"/>
                </a:solidFill>
                <a:latin typeface="Microsoft YaHei"/>
                <a:ea typeface="Microsoft YaHei"/>
                <a:cs typeface="Microsoft YaHei"/>
              </a:defRPr>
            </a:pPr>
            <a:r>
              <a:rPr sz="1200" b="0">
                <a:solidFill>
                  <a:srgbClr val="575757"/>
                </a:solidFill>
                <a:latin typeface="Microsoft YaHei"/>
                <a:ea typeface="Microsoft YaHei"/>
                <a:cs typeface="Microsoft YaHei"/>
              </a:rPr>
              <a:t>Backup 5</a:t>
            </a:r>
          </a:p>
        </p:txBody>
      </p:sp>
      <p:sp>
        <p:nvSpPr>
          <p:cNvPr id="5" name="budget">
            <a:extLst xmlns:a="http://schemas.openxmlformats.org/drawingml/2006/main">
              <a:ext uri="{FF2B5EF4-FFF2-40B4-BE49-F238E27FC236}">
                <a16:creationId xmlns:a16="http://schemas.microsoft.com/office/drawing/2014/main" id="{2215A36E-0213-43D2-B032-06C17C393D56}"/>
              </a:ext>
            </a:extLst>
          </p:cNvPr>
          <p:cNvSpPr>
            <a:spLocks xmlns:a="http://schemas.openxmlformats.org/drawingml/2006/main" noGrp="1"/>
          </p:cNvSpPr>
          <p:nvPr/>
        </p:nvSpPr>
        <p:spPr>
          <a:xfrm xmlns:a="http://schemas.openxmlformats.org/drawingml/2006/main">
            <a:off x="571500" y="2552700"/>
            <a:ext cx="10858500" cy="1371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1">
                <a:solidFill>
                  <a:srgbClr val="303030"/>
                </a:solidFill>
                <a:latin typeface="Microsoft YaHei"/>
                <a:ea typeface="Microsoft YaHei"/>
                <a:cs typeface="Microsoft YaHei"/>
              </a:defRPr>
            </a:defPPr>
            <a:lvl1pPr>
              <a:defRPr sz="2175" b="1">
                <a:solidFill>
                  <a:srgbClr val="303030"/>
                </a:solidFill>
                <a:latin typeface="Microsoft YaHei"/>
                <a:ea typeface="Microsoft YaHei"/>
                <a:cs typeface="Microsoft YaHei"/>
              </a:defRPr>
            </a:lvl1pPr>
            <a:lvl2pPr>
              <a:defRPr sz="2175" b="1">
                <a:solidFill>
                  <a:srgbClr val="303030"/>
                </a:solidFill>
                <a:latin typeface="Microsoft YaHei"/>
                <a:ea typeface="Microsoft YaHei"/>
                <a:cs typeface="Microsoft YaHei"/>
              </a:defRPr>
            </a:lvl2pPr>
            <a:lvl3pPr>
              <a:defRPr sz="2175" b="1">
                <a:solidFill>
                  <a:srgbClr val="303030"/>
                </a:solidFill>
                <a:latin typeface="Microsoft YaHei"/>
                <a:ea typeface="Microsoft YaHei"/>
                <a:cs typeface="Microsoft YaHei"/>
              </a:defRPr>
            </a:lvl3pPr>
            <a:lvl4pPr>
              <a:defRPr sz="2175" b="1">
                <a:solidFill>
                  <a:srgbClr val="303030"/>
                </a:solidFill>
                <a:latin typeface="Microsoft YaHei"/>
                <a:ea typeface="Microsoft YaHei"/>
                <a:cs typeface="Microsoft YaHei"/>
              </a:defRPr>
            </a:lvl4pPr>
            <a:lvl5pPr>
              <a:defRPr sz="2175" b="1">
                <a:solidFill>
                  <a:srgbClr val="303030"/>
                </a:solidFill>
                <a:latin typeface="Microsoft YaHei"/>
                <a:ea typeface="Microsoft YaHei"/>
                <a:cs typeface="Microsoft YaHei"/>
              </a:defRPr>
            </a:lvl5pPr>
            <a:lvl6pPr>
              <a:defRPr sz="2175" b="1">
                <a:solidFill>
                  <a:srgbClr val="303030"/>
                </a:solidFill>
                <a:latin typeface="Microsoft YaHei"/>
                <a:ea typeface="Microsoft YaHei"/>
                <a:cs typeface="Microsoft YaHei"/>
              </a:defRPr>
            </a:lvl6pPr>
            <a:lvl7pPr>
              <a:defRPr sz="2175" b="1">
                <a:solidFill>
                  <a:srgbClr val="303030"/>
                </a:solidFill>
                <a:latin typeface="Microsoft YaHei"/>
                <a:ea typeface="Microsoft YaHei"/>
                <a:cs typeface="Microsoft YaHei"/>
              </a:defRPr>
            </a:lvl7pPr>
            <a:lvl8pPr>
              <a:defRPr sz="2175" b="1">
                <a:solidFill>
                  <a:srgbClr val="303030"/>
                </a:solidFill>
                <a:latin typeface="Microsoft YaHei"/>
                <a:ea typeface="Microsoft YaHei"/>
                <a:cs typeface="Microsoft YaHei"/>
              </a:defRPr>
            </a:lvl8pPr>
            <a:lvl9pPr>
              <a:defRPr sz="2175" b="1">
                <a:solidFill>
                  <a:srgbClr val="303030"/>
                </a:solidFill>
                <a:latin typeface="Microsoft YaHei"/>
                <a:ea typeface="Microsoft YaHei"/>
                <a:cs typeface="Microsoft YaHei"/>
              </a:defRPr>
            </a:lvl9pPr>
          </a:lstStyle>
          <a:p xmlns:a="http://schemas.openxmlformats.org/drawingml/2006/main">
            <a:pPr>
              <a:defRPr sz="2175" b="1">
                <a:solidFill>
                  <a:srgbClr val="303030"/>
                </a:solidFill>
                <a:latin typeface="Microsoft YaHei"/>
                <a:ea typeface="Microsoft YaHei"/>
                <a:cs typeface="Microsoft YaHei"/>
              </a:defRPr>
            </a:pPr>
            <a:r>
              <a:rPr sz="2175" b="1">
                <a:solidFill>
                  <a:srgbClr val="303030"/>
                </a:solidFill>
                <a:latin typeface="Microsoft YaHei"/>
                <a:ea typeface="Microsoft YaHei"/>
                <a:cs typeface="Microsoft YaHei"/>
              </a:rPr>
              <a:t>Agree an affordable model and a total spending limit before paid runs.</a:t>
            </a:r>
          </a:p>
          <a:p xmlns:a="http://schemas.openxmlformats.org/drawingml/2006/main">
            <a:pPr>
              <a:defRPr sz="2175" b="1">
                <a:solidFill>
                  <a:srgbClr val="303030"/>
                </a:solidFill>
                <a:latin typeface="Microsoft YaHei"/>
                <a:ea typeface="Microsoft YaHei"/>
                <a:cs typeface="Microsoft YaHei"/>
              </a:defRPr>
            </a:pPr>
            <a:r>
              <a:rPr sz="2175" b="1">
                <a:solidFill>
                  <a:srgbClr val="303030"/>
                </a:solidFill>
                <a:latin typeface="Microsoft YaHei"/>
                <a:ea typeface="Microsoft YaHei"/>
                <a:cs typeface="Microsoft YaHei"/>
              </a:rPr>
              <a:t>Use the pilot to determine task count, repeats and resource caps.</a:t>
            </a:r>
          </a:p>
          <a:p xmlns:a="http://schemas.openxmlformats.org/drawingml/2006/main">
            <a:pPr>
              <a:defRPr sz="2175" b="1">
                <a:solidFill>
                  <a:srgbClr val="303030"/>
                </a:solidFill>
                <a:latin typeface="Microsoft YaHei"/>
                <a:ea typeface="Microsoft YaHei"/>
                <a:cs typeface="Microsoft YaHei"/>
              </a:defRPr>
            </a:pPr>
            <a:r>
              <a:rPr sz="2175" b="1">
                <a:solidFill>
                  <a:srgbClr val="303030"/>
                </a:solidFill>
                <a:latin typeface="Microsoft YaHei"/>
                <a:ea typeface="Microsoft YaHei"/>
                <a:cs typeface="Microsoft YaHei"/>
              </a:rPr>
              <a:t>Keep the four core MAS conditions and strong single-agent controls.</a:t>
            </a:r>
          </a:p>
        </p:txBody>
      </p:sp>
      <p:sp>
        <p:nvSpPr>
          <p:cNvPr id="6" name="economics">
            <a:extLst xmlns:a="http://schemas.openxmlformats.org/drawingml/2006/main">
              <a:ext uri="{FF2B5EF4-FFF2-40B4-BE49-F238E27FC236}">
                <a16:creationId xmlns:a16="http://schemas.microsoft.com/office/drawing/2014/main" id="{AE9832BE-7507-4293-BD89-08AE9B83D91F}"/>
              </a:ext>
            </a:extLst>
          </p:cNvPr>
          <p:cNvSpPr>
            <a:spLocks xmlns:a="http://schemas.openxmlformats.org/drawingml/2006/main" noGrp="1"/>
          </p:cNvSpPr>
          <p:nvPr/>
        </p:nvSpPr>
        <p:spPr>
          <a:xfrm xmlns:a="http://schemas.openxmlformats.org/drawingml/2006/main">
            <a:off x="571500" y="4248150"/>
            <a:ext cx="10858500" cy="1495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0">
                <a:solidFill>
                  <a:srgbClr val="575757"/>
                </a:solidFill>
                <a:latin typeface="Microsoft YaHei"/>
                <a:ea typeface="Microsoft YaHei"/>
                <a:cs typeface="Microsoft YaHei"/>
              </a:defRPr>
            </a:defPPr>
            <a:lvl1pPr>
              <a:defRPr sz="2100" b="0">
                <a:solidFill>
                  <a:srgbClr val="575757"/>
                </a:solidFill>
                <a:latin typeface="Microsoft YaHei"/>
                <a:ea typeface="Microsoft YaHei"/>
                <a:cs typeface="Microsoft YaHei"/>
              </a:defRPr>
            </a:lvl1pPr>
            <a:lvl2pPr>
              <a:defRPr sz="2100" b="0">
                <a:solidFill>
                  <a:srgbClr val="575757"/>
                </a:solidFill>
                <a:latin typeface="Microsoft YaHei"/>
                <a:ea typeface="Microsoft YaHei"/>
                <a:cs typeface="Microsoft YaHei"/>
              </a:defRPr>
            </a:lvl2pPr>
            <a:lvl3pPr>
              <a:defRPr sz="2100" b="0">
                <a:solidFill>
                  <a:srgbClr val="575757"/>
                </a:solidFill>
                <a:latin typeface="Microsoft YaHei"/>
                <a:ea typeface="Microsoft YaHei"/>
                <a:cs typeface="Microsoft YaHei"/>
              </a:defRPr>
            </a:lvl3pPr>
            <a:lvl4pPr>
              <a:defRPr sz="2100" b="0">
                <a:solidFill>
                  <a:srgbClr val="575757"/>
                </a:solidFill>
                <a:latin typeface="Microsoft YaHei"/>
                <a:ea typeface="Microsoft YaHei"/>
                <a:cs typeface="Microsoft YaHei"/>
              </a:defRPr>
            </a:lvl4pPr>
            <a:lvl5pPr>
              <a:defRPr sz="2100" b="0">
                <a:solidFill>
                  <a:srgbClr val="575757"/>
                </a:solidFill>
                <a:latin typeface="Microsoft YaHei"/>
                <a:ea typeface="Microsoft YaHei"/>
                <a:cs typeface="Microsoft YaHei"/>
              </a:defRPr>
            </a:lvl5pPr>
            <a:lvl6pPr>
              <a:defRPr sz="2100" b="0">
                <a:solidFill>
                  <a:srgbClr val="575757"/>
                </a:solidFill>
                <a:latin typeface="Microsoft YaHei"/>
                <a:ea typeface="Microsoft YaHei"/>
                <a:cs typeface="Microsoft YaHei"/>
              </a:defRPr>
            </a:lvl6pPr>
            <a:lvl7pPr>
              <a:defRPr sz="2100" b="0">
                <a:solidFill>
                  <a:srgbClr val="575757"/>
                </a:solidFill>
                <a:latin typeface="Microsoft YaHei"/>
                <a:ea typeface="Microsoft YaHei"/>
                <a:cs typeface="Microsoft YaHei"/>
              </a:defRPr>
            </a:lvl7pPr>
            <a:lvl8pPr>
              <a:defRPr sz="2100" b="0">
                <a:solidFill>
                  <a:srgbClr val="575757"/>
                </a:solidFill>
                <a:latin typeface="Microsoft YaHei"/>
                <a:ea typeface="Microsoft YaHei"/>
                <a:cs typeface="Microsoft YaHei"/>
              </a:defRPr>
            </a:lvl8pPr>
            <a:lvl9pPr>
              <a:defRPr sz="2100" b="0">
                <a:solidFill>
                  <a:srgbClr val="575757"/>
                </a:solidFill>
                <a:latin typeface="Microsoft YaHei"/>
                <a:ea typeface="Microsoft YaHei"/>
                <a:cs typeface="Microsoft YaHei"/>
              </a:defRPr>
            </a:lvl9pPr>
          </a:lstStyle>
          <a:p xmlns:a="http://schemas.openxmlformats.org/drawingml/2006/main">
            <a:pPr>
              <a:defRPr sz="2100" b="0">
                <a:solidFill>
                  <a:srgbClr val="575757"/>
                </a:solidFill>
                <a:latin typeface="Microsoft YaHei"/>
                <a:ea typeface="Microsoft YaHei"/>
                <a:cs typeface="Microsoft YaHei"/>
              </a:defRPr>
            </a:pPr>
            <a:r>
              <a:rPr sz="2100" b="0">
                <a:solidFill>
                  <a:srgbClr val="575757"/>
                </a:solidFill>
                <a:latin typeface="Microsoft YaHei"/>
                <a:ea typeface="Microsoft YaHei"/>
                <a:cs typeface="Microsoft YaHei"/>
              </a:rPr>
              <a:t>Report runtime spending and cost per correct answer with coverage.</a:t>
            </a:r>
          </a:p>
          <a:p xmlns:a="http://schemas.openxmlformats.org/drawingml/2006/main">
            <a:pPr>
              <a:defRPr sz="2100" b="0">
                <a:solidFill>
                  <a:srgbClr val="575757"/>
                </a:solidFill>
                <a:latin typeface="Microsoft YaHei"/>
                <a:ea typeface="Microsoft YaHei"/>
                <a:cs typeface="Microsoft YaHei"/>
              </a:defRPr>
            </a:pPr>
            <a:r>
              <a:rPr sz="2100" b="0">
                <a:solidFill>
                  <a:srgbClr val="575757"/>
                </a:solidFill>
                <a:latin typeface="Microsoft YaHei"/>
                <a:ea typeface="Microsoft YaHei"/>
                <a:cs typeface="Microsoft YaHei"/>
              </a:rPr>
              <a:t>Record knowledge-preparation and adaptation hours separately.</a:t>
            </a:r>
          </a:p>
          <a:p xmlns:a="http://schemas.openxmlformats.org/drawingml/2006/main">
            <a:pPr>
              <a:defRPr sz="2100" b="0">
                <a:solidFill>
                  <a:srgbClr val="575757"/>
                </a:solidFill>
                <a:latin typeface="Microsoft YaHei"/>
                <a:ea typeface="Microsoft YaHei"/>
                <a:cs typeface="Microsoft YaHei"/>
              </a:defRPr>
            </a:pPr>
            <a:r>
              <a:rPr sz="2100" b="0">
                <a:solidFill>
                  <a:srgbClr val="575757"/>
                </a:solidFill>
                <a:latin typeface="Microsoft YaHei"/>
                <a:ea typeface="Microsoft YaHei"/>
                <a:cs typeface="Microsoft YaHei"/>
              </a:rPr>
              <a:t>Amortisation over query volume is a scenario, not measured ROI.</a:t>
            </a:r>
          </a:p>
          <a:p xmlns:a="http://schemas.openxmlformats.org/drawingml/2006/main">
            <a:pPr>
              <a:defRPr sz="2100" b="0">
                <a:solidFill>
                  <a:srgbClr val="575757"/>
                </a:solidFill>
                <a:latin typeface="Microsoft YaHei"/>
                <a:ea typeface="Microsoft YaHei"/>
                <a:cs typeface="Microsoft YaHei"/>
              </a:defRPr>
            </a:pPr>
            <a:r>
              <a:rPr sz="2100" b="0">
                <a:solidFill>
                  <a:srgbClr val="575757"/>
                </a:solidFill>
                <a:latin typeface="Microsoft YaHei"/>
                <a:ea typeface="Microsoft YaHei"/>
                <a:cs typeface="Microsoft YaHei"/>
              </a:rPr>
              <a:t>Defer optional transfer datasets if they threaten the core study.</a:t>
            </a:r>
          </a:p>
        </p:txBody>
      </p:sp>
    </p:spTree>
    <p:extLst>
      <p:ext uri="{BB962C8B-B14F-4D97-AF65-F5344CB8AC3E}">
        <p14:creationId xmlns:p14="http://schemas.microsoft.com/office/powerpoint/2010/main" val="910577282"/>
      </p:ext>
    </p:extLst>
  </p:cSld>
</p:sld>
</file>

<file path=ppt/theme/theme1.xml><?xml version="1.0" encoding="utf-8"?>
<a:theme xmlns:a="http://schemas.openxmlformats.org/drawingml/2006/main" name="Office Theme">
  <a:themeElements>
    <a:clrScheme name="ACEM">
      <a:dk1>
        <a:sysClr val="windowText" lastClr="000000"/>
      </a:dk1>
      <a:lt1>
        <a:sysClr val="window" lastClr="FFFFFF"/>
      </a:lt1>
      <a:dk2>
        <a:srgbClr val="575757"/>
      </a:dk2>
      <a:lt2>
        <a:srgbClr val="D6C4A6"/>
      </a:lt2>
      <a:accent1>
        <a:srgbClr val="B81C22"/>
      </a:accent1>
      <a:accent2>
        <a:srgbClr val="D55816"/>
      </a:accent2>
      <a:accent3>
        <a:srgbClr val="B88C50"/>
      </a:accent3>
      <a:accent4>
        <a:srgbClr val="A89A7C"/>
      </a:accent4>
      <a:accent5>
        <a:srgbClr val="7F5F52"/>
      </a:accent5>
      <a:accent6>
        <a:srgbClr val="254865"/>
      </a:accent6>
      <a:hlink>
        <a:srgbClr val="6B9F25"/>
      </a:hlink>
      <a:folHlink>
        <a:srgbClr val="E5C243"/>
      </a:folHlink>
    </a:clrScheme>
    <a:fontScheme name="ACEM office">
      <a:majorFont>
        <a:latin typeface="Arial Black"/>
        <a:ea typeface="Microsoft YaHei"/>
        <a:cs typeface=""/>
      </a:majorFont>
      <a:minorFont>
        <a:latin typeface="Arial"/>
        <a:ea typeface="Microsoft YaHei Light"/>
        <a:cs typeface=""/>
      </a:minorFont>
    </a:fontScheme>
    <a:fmtScheme name="ACEM">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2026-10-22T23:00:57.7840000Z</dcterms:created>
  <dcterms:modified xsi:type="dcterms:W3CDTF">2026-10-22T23:00:57.7840000Z</dcterms:modified>
</coreProperties>
</file>